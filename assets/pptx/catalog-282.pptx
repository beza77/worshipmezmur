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Serahen Tefetsemaleh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በዓመታት መሃል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ሥራህን ትፈፅማለህ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የሚከለክልህ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ኃይልህ ብርቱ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ባለፈው ዘመን የሰራ ዛሬም ክንዱ ያልደከመ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መንግሥቱን በደንብ አስፋፋ እኛም ደግሞ የቀጠለ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ብርታት ጉልበት ሆኖልን የምንሰራው አብረን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ካሳየን ይበልጣል ነገን በእኛ የሚገልጠው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ሰራተኛ አድርጐናል ለቤቱ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መስራት ያላቆመ ከጥንቱ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በሚሰራበት ቀን በቤቱ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መጠቀሚያው ነን እኛ ገንዘቡ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በዓመታት መሃል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ሥራህን ትፈፅማለህ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የሚከለክልህ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ኃይልህ ብርቱ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በአሁኑ ዓመት እንዳየነው በሚመጣው ዓመት አይሆንም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ብሶበት እንጂ ቀንሶ ሥራው አይከናወንም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እጥፍ ድርብ እየሆነ ፍሬው ገና ይበዛልናል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በክልል አይወሰንም የምድርን ፊት ይሸፍናል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የምሩን ይነሳል ንጉሡ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እናንተ አገልጋዮች ተነሱ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ብዙ ጉድ ነው የሚታየው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ሀሳቡ እኛ ላይ ነው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በዓመታት መሃል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ሥራህን ትፈፅማለህ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የሚከለክልህ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ኃይልህ ብርቱ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ከተገለጠልን የነገው ደግሞ ይብሳል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የሚመጣልን ዝማሬ የዛሬን ሁሉ ያስረሳል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ማሽቆልቆል ወደታች መውረድ መቀነስ መዳከም መዛል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በኋላ በእኛ ላይ በኢየሱስ ሥም አይሰራም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ተሻገር የሚል ወደ ማዶ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ሰምተናል ድምፅ ከሰማይ ወርዶ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ተሻግረን ደግሞ እንሄዳለን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የነገውን ዘመን እናያለን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በዓመታት መሃል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ሥራህን ትፈፅማለህ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የሚከለክልህ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ኃይልህ ብርቱ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