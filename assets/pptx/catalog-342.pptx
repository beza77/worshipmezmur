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Temechegnaleh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Haileyesuse Taddesse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ትመቸኛለህ ጌታዬ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ትመቸኛለህ ኢየሱስ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ከእናት ማህፀን እስከ ሽመግልና ድረስ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ምተሸከም አምላክ ቃልህን ማታፈርስ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ፍፁም ነው ፍቅርህ የሱስ ያለ እንከን የሆነ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የኽው ተስፋ ያለው ሠው አረከኝ ህይወቴ ሰከነ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ትመቸኛለህ ጌታዬ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ትመቸኛለህ ኢየሱስ 4x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በዓለም ሣለሁኝ ከአለም ተለይቼ ልኖር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ከንቱ እንደሆነ አውቄ የዚህች ምድር ክብር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ስደክም ስበረታ በህይወት መንገድ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ክንዶች ያሣረፈኝ የደላኝ የለም ካንተ በላይ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ትመቸኛለህ ጌታዬ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ትመቸኛለህ ኢየሱስ 4x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ሳልወድ ወይም ሣልሮጥ ምህረትን አግኝቻለሁ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አርክተሀት ልዩ ሰው ሆኜአለሁ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መቅበዝበዜ አሣዝኖህ ፈልገህ አግኝተኽኝ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ከቶ እንዳይጠማኝ የሕይወትን ውሃ አጠጣኽኝ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ትመቸኛለህ ጌታዬ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ትመቸኛለህ ኢየሱስ 4x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ፍሰሀ አምላኬና አባቴ ለኔ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መቼም የማትተወኝ ማገኝህ ከጐኔ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ምላሴ ሲያከብርህ በሚችለው ሁሉ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የአካል ክፍሎቼ ተባብረው በደስታ ያመልካሉ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ትመቸኛለህ ጌታዬ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ትመቸኛለህ ኢየሱስ 8x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