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Genana New Eyesus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ከሥም ሁሉ በላይ በላይ የሆነውን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ሞትም ድረስ የታዘዘው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በግ እርሱ ገናና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ሥሙ ገናና ነው ኢየሱስ ሥሙ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ገናና ነው ኢየሱስ በአብ ቀኝ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ሥሙ እጅግ ታላቅ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አማኑኤል በአብ ቀኝ ያለው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የፈታ ጠላትን የረታ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ያረገው ኢየሱስን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 እርሱ ገናና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ሥሙ ገናና ነው ኢየሱስ ሥሙ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ገናና ነው ኢየሱስ በአብ ቀኝ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ሥሙ እጅግ ታላቅ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አማኑኤል በአብ ቀኝ ያለው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የፍጥረትም በኩር እርሱ መጀመሪያ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የቀራንዮ አርበኛው የሆነውን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እርሱ ገናና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ሥሙ ገናና ነው ኢየሱስ ሥሙ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ገናና ነው ኢየሱስ በአብ ቀኝ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ሥሙ እጅግ ታላቅ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አማኑኤል በአብ ቀኝ ያለው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የቤተክርስቲያን ራስ የጻድቃን አለኝታ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አልተገኘም እርሱን የሚመስለው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እርሱ ገናና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ሥሙ ገናና ነው ኢየሱስ ሥሙ ገናና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ገናና ነው ኢየሱስ በአብ ቀኝ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ሥሙ እጅግ ታላቅ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እጅግ ታላቅ ነው አማኑኤል በአብ ቀኝ ያለው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