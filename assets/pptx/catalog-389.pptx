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Shekur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በእንባ እንዳልዘራሁ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በለቅሶ እንዳልወጣሁ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በሃዘን እንዳላለፍኩ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ነዶዬን ይዤ ተመለስኩ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መልካምነትህን አየው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ጻድቅነትህን አየሁ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በእንባ እንዳልነበርኩ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ነዶዬን ይዤ ተመለስኩ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ምስጋናዬን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አምልኮዬን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ዝማሬዬን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እልልታዬን እንካ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አይደለም ወይ 8x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ያኔ ዝዬ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ስበረታም ደግሞ ደግሜ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ቁልቁለት ዳገቱ ሲያዝለኝ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ሽቅብ መውጣቱ ሲከብደኝ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የማያልፍ ሚመስልን ያን ዳገት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አልፌው ስገኝ ድንገት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አልረሳም ያን ቀውጢ ጊዜ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ሲርቀኝ ሃዘን ትካዜ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ምስጋናዬን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አምልኮዬን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ዝማሬዬን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እልልታዬን እንካ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አይደለም ወይ 8x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አለው ብሎኛል ስደክም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የተማመንኩበት ሲከስም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የያዘኝ ጸጋህ በብርቱ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በማልፍበት አልፎ የረዳኝ በሌቱ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የብቸኝነቴ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የጓዳዬ የሚስጥሬ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ሰማህ ጩኸቴን ሰማህ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ሰማህ እንባዬን ሰማህ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ምስጋናዬን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አምልኮዬን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ዝማሬዬን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እልልታዬን እንካ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አይደለም ወይ 8x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ሽኩር ጉዌታ ሽኩር - ሽኩር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