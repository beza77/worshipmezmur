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Bante Yetasebe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ሠማያቶች ይስሙ ይስሙ ምድር ታስተጋባ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የምቀኘውን ቅኔ ያለኝን ምሥጋና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የከንፈሬን ፍሬ ፍሬ በፊቱ ላፍስሰው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ትናንት እንዳዜምኩት ደስታዬ በአንተው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የታሰበ የተረዳ 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እንደ እኔ ማነው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እኔ ማነው ክብር ያየው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እኔ ማነው ወግ ያየው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እኔ ማነው ደስ ያለው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እኔ ማነው ክብር ያየው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እኔስ ማነው ወግ ያየው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በሄድኩበት ሁሉ ሁሉ ስለ አንተ አወራለሁ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ስላደረክልኝ ድንቅ ቆሜ ዘምራለሁ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ከአደረከው አንዳች አንዳች አልጐደለብኝም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ምርጫዬ ነህ አንተስ እስከ ለዘለዓለም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የታሰበ የተረዳ 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እንደ እኔ ማነው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እኔ ማነው ክብር ያየው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እኔስ ማነው ወግ ያየው 6x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