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Yemayhonew Layhon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Kalkidan Tilahun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የማይሆነው ላይሆን የሚሆነው ላይቀር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ምንድነው መጨነቅ ምንድነው መሸበር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እግዚአብሔር እያለ ሁሉን የሚችለው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ሆይ ማዘነሽ ከቶ ለምንድን ነው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አዝ ነፍሴ አታስጨንቂኝ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በእግዚአብሔር ታመኚ (2x)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እስኪ ያለፍሽበትን ጐዳና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ኣንቺ መለስ ብልሽ እይና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ከምን ከምን አዳንሽ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እንዴት አርጐስ ታደገሽ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ነፍሴ አታስጨንቂኝ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እስቲ በእግዚአብሔር ታመኚ (2x)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ጌታ ምህረቱን ዘጋ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ስንፈናዬ አይደል ወይ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እርሱ ቢዘገየም ይመጣል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ሁሉን አዲስ አዲስ ያደርጋል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ወደኔ ከመለስክልኝ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አንተን ደስ ካለህ ካልተቆጣኸኝ (2x)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ዓይኖችህ ካዩኝ ጆሮህን ከሰማኝ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ይሄ ይበቃኛል እረካለሁኝ (2x)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ይምለው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ማደርገው የምመካበት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ብቻ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ፊትህን ብቻ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ብቻ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 ብቻ ነው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አለኝ ይምለው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ተስፋ ማደርገው የምመካበት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ፍቅርህን ብቻ ነው (2x)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ህልውናህ ብቻ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መገኘትህ ብቻ ነው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