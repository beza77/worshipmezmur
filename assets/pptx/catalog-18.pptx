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 Eyesus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ኖረህ በዚህች 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ምሳሌ ሆንከኝ እሩቅ እንዳላይ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እታች ወርደህ እግር እንዳጠብክ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ለኔም ይቅለለኝ ወርዶ መታዘዝ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ወዳጄ ሰውነቴን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ወዳጄ እኔነቴን/ማንነቴን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ሰጠሁህ መንፈስ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አድርገኝ እንደ ኢየሱስ [2×]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1. የዋህ አድርገኝ በልቡ ትሁት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እጀ ጠባቡን ቢቀሙት ካባውን ሚሰጥ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ክፉውን በክፉ የማልመልስ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የሚጠሉትን ከነፍሱ የሚወድ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የዋህ አድርገኝ እንደ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እጀ ጠባቤን ቢቀሙኝ ካባዬን ምሰጥ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ክፉውን በክፉ የማልመልስ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የሚገፉኝንን ከነፍሴ የምወድ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ወዳጄ ሰውነቴን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ወዳጄ ማንነቴን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ሰጠሁህ መንፈስ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አድርገኝ እንደ ኢየሱስ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በዚህች ምድር ለአንድ ነገር እሮጣለሁ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የኢየሱስን ፍለጋውን እከተላለሁ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በዚህች ምድር ለአንድ ነገር እታገላለሁ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መምህሬን እንድመስለው እሻለሁ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በዚህች ምድር ለአንድ ነገር እሮጣለሁ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የኢየሱስን ፍለጋውን እከተላለሁ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በዚህች ምድር ለአንድ ነገር እሮጣለሁ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እንድመስለው እሻለሁ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2. ትጉህ አድርገኝ ጸሎት የማልታክት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 አድርገኝ ኃጢአት የሚጸየፍ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ሚሰራ እስኪመስል ኢየሱስን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በሞቱ እንኳን በመሰልኩት የሚልን [2×]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መንገድ ይህን ሩጫ እሮጠዋለሁ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የኢየሱስን ፍለጋውን እከተላለሁ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ያግዘኛል ይረዳኛል መንፈስ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ይሰራኛል እስክመስል እንደ ኢየሱስ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ወዳጄ ሰውነቴን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ወዳጄ ማንነቴን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ሰጠሁህ መንፈስ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ይኸውና አድርገኝ እንደ ኢየሱስ [2×]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