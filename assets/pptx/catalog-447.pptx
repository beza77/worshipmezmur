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 Eko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ወልዶ አይጥልም ጌታ ያሳድጋል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አሳድጎም ለማዕረግ ለወግም ያበቃል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አይቻለሁ በዓይኔ ጌታን በዘመኔ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አይቻለሁ በዓይኔ ጥበቃውን በኔ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አይቻለሁ በዓይኔ ጌታን በዘመኔ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አይቻለሁ በዓይኔ አባት ሆኖኝ ለኔ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አይቻለሁ በዓይኔ ጌታን በዘመኔ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አይቻለሁ በዓይኔ ታማኝ ሆኖ ለኔ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አስቸጋሪ የሆነውን ዓመሌን ችለሃል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ከማንም ሰው ይልቅ ለኔ አንተ ተመችተኸኛል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ሆይ እንዳንተ ያለ ኧረ ማን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 የሚያባክን ሁሉንም አይቻለሁ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ነህ ሰብሳቢዬ ኢየሱስዬ አሳዳጊዬ ኢየሱስዬ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መካሪዬ ኢየሱስዬ መጠሪያዬ ኢየሱስዬ አንተ እኮ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መካሪዬ ኢየሱስዬ መጠሪያዬ ኢየሱስዬ አንተ እኮ ነህ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አማካሪ ብቻህን ታምራት ታደርጋለህ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ሃጥያተኛን ቀድሰህ ለክብርህ ታቆማለህ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ታሪኬ ታድሶልኝ ይኸው እዘምራለሁ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ነህ መታሰቢያዬ የሱስዬ መታወቂያዬ ኢየሱስዬ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መጀመሪያዬ ኢየሱስዬ መደምደሚያዬ ኢየሱስዬ አንተ እኮ ነህ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ጠላት ዙሪያዬን ሲዞር እያገሳ እንደ አንበሳ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ሊውጠኝም ሲከጅል መከራዬን ሲያበዛ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ተስፋዬ እኮ ነህ ሁሉም በከፋ ጊዜ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ረዳት የለኝም ረዳቴ ነህ ኢየሱስዬ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ነህ ጊዜ ታዳጊዬ ኢየሱስዬ ጠባቂዬ ኢየሱስዬ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ማምለጫዬ ኢየሱስዬ መሸሸጊያዬ ኢየሱስዬ አንተ እኮ ነህ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በሌለበት ምድረበዳ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ዓይኖቼን በመታመን አንስቼ ወደላይ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ስጠራህ የማትዘገይ ፈጥነህ የምትደርስልኝ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ለችግር ለጭንቀቴ መፍትሔ የምትሆንልኝ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ነህ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መታመኛዬ ኢየሱስዬ መጽናኛዬ ኢየሱስዬ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መመኪያዬ ኢየሱስዬ መኖሪያዬ ኢየሱስዬ አንተኮ ነህ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