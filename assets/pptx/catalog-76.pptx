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Balewuletayie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'Betty' Wolde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ባለውለታዬ ጌታዬ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ልጅ ኢየሱስ መድህኔ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ስምህን እባርካለሁ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ውለታህን አስታውሰዋለሁ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ለኔ ነው መንከራተትህ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መስቀል ተሸክመህ መውረድህ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ለኔ የደም ላብ ያላበህ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ነው እንዲህ ያስጨነቀህ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ውለታህን አስታውሳለሁ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ፈቅጄም አመልክሃለሁ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ውለታህን አስታውሳለሁ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ወድጄም አመልክሃለሁ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ባለውለታዬ ጌታዬ 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ከአብ ዘንድ ለኔ የተሰጠ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ትልቁ ስጦታዬ አንተ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 ሚስጥር ለኔ ተገልጾል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መዳን ከአንተ ዘንድ ሆኖልኛል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ውለታህን አስታውሳለሁ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ፈቅጄም አመልክሃለሁ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ውለታህን አስታውሳለሁ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ወድጄም አመልክሃለሁ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ባለውለታዬ ጌታዬ 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ልከፍለው እማልችል ውለታ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ያኔ ያረከውን በጐልጐታ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ምስጋናን ሙገሳን ይዤ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ላክብርህ ኢየሱስ ወዳጄ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ውለታህን አስታውሳለሁ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ፈቅጄም አመልክሃለሁ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ውለታህን አስታውሳለሁ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ወድጄም አመልክሃለሁ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ባለውለታዬ ጌታዬ 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