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Esti Lanesasaw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የእርሱን ጥበብ ታላቅነት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ምስክር ነው የሰራው ፍጥረት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ያውራ ይተርክለት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ቃሉን ሥራውን ይጨዋወቱት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ላውራለት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ቅኔን ልቀኝለት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ቅኔን ልቀኝለት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ላነሳሳው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(3x) እስቲ ልናገረው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 ሥራው በሙሉ ድንቅ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እየጠራሁ እስቲ ልወድሰው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አያልቅበት እርሱ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ብቻውን ጌታ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የምድር ዕፅዋት የምድር እንስሳት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ለቅጽበት አይቆሙም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አንተ ምህረት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የአቀማመጥቸው አቤት የውበታቸው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ቢታቱ ቢታዩ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የማይጠገቡ ናቸው, (2x), አምልኮው ለአንተ, ዝማሬው ለአንተ, ዕልልታው ለአንተ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ጭብጨባው ለአንተ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ላነሳሳው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(3x) እስቲ ልናገረው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 ሥራው በሙሉ ድንቅ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እየጠራሁ እስቲ ልወድሰው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አያልቅበት እርሱ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ብቻውን ጌታ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የሚችለው የአምላክ እስትንፋስ ፈጠረኝ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አበጃጀኝና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ሕይወትንም ሰጠኝ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የፈጠርከኝ ጌታ እኔም አከብርሃለው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አንተ ላወራ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መጥቻለሁ, (2x), አምልኮው ለአንተ, ዝማሬው ለአንተ, ዕልልታው ለአንተ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ጭብጨባው ለአንተ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ላነሳሳው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(3x) እስቲ ልናገረው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የጌታዬ ሥራው በሙሉ ድንቅ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እየጠራሁ እስቲ ልወድሰው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አያልቅበት እርሱ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ብቻውን ጌታ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አምልኮው ለአንተ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ዝማሬው ለአንተ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ዕልልታው ለአንተ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ጭብጨባው ለአንተ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