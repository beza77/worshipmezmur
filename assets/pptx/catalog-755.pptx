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Bedemena Yemelesal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Meseret Tsegie &amp; Endalkachew Kidanewold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በደመና ይመለሳል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በሚያስደንቅ ክብር ይገለጣል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ልጆቹን ፍለጋ ይመጣል (2x)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አባት እንደሌለው አልተዋችሁም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ስፍራን ላዘጋጅ እንጂ እንድወስዳቹህ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ልባቹን አይፍራ በእኔ እመኑ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ቶሎ እመልሳለሁ ልወስደቹህ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በደመና ይመለሳል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በሚያስደንቅ ክብር ይገለጣል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ልጆቹን ፍለጋ ይመጣል (2x)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እንኳን መኖሪያችን ቤታችን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ሊፈርስ ተስፋ ቢያጣ ኑሯችን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በእጅ ያልተሰራ ጌታ ያዘጋጃል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ተስፋችን ላይኛይቱ ጽዮን ናት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በደመና ይመለሳል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በሚያስደንቅ ክብር ይገለጣል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ልጆቹን ፍለጋ ይመጣል (2x)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በዚህ ዓለም ኑሯችን ያበቃል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ኢየሱስ ሊወስደን ይመጣል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ብርሃን በሞላባት ቅድስት ሃገር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ጊዜው ደርሷል እንሂድ እንዘምር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በደመና ይመለሳል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በሚያስደንቅ ክብር ይገለጣል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ልጆቹን ፍለጋ ይመጣል (2x)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