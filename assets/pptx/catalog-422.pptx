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Amnehalehu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አምንሃለሁ አምንሃለሁ ባይገባኝም ፊቴ ያለው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አምንሃለሁ አምንሃለሁ ባይሞላም በእጄ ያለው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አምንሃለሁ አምንሃለሁ ባይመስለኝም ፊቴ ያለው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አምንሃለሁ አምንሃለሁ ብቻ አንተ ክበር እጄ ባለው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ቃልህ ካፍህ ወጥቶ መች ተመልሷል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ሳያደርግ ሳይፅም የታዘዘውን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ቃልህ ካፍህ ወጥቶ መች ተመልሷል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ሳያደርግ ሳይፅም የተላከውን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ይታለፋል ይታለፋል ነገር ሁሉ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እንዳልነበር እንዳልሆነ በቀላሉ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ባንተ ብርታት ባንተ ጉልበት ለተመኩ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መንገድ አለ መውጫ አለ ከወጥመዱ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አይቻለው አጥንቶቼን ስታበረታ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በሞተው ነገር ላይ ህይወትን ስትዘራ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ለፃድቅ ነህ በክፉ ቀን መጠለያ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የፀና ግንብ ላመኑብህ ኦ መከታ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አምንሃለሁ አምንሃለሁ ባይገባኝም ፊቴ ያለው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አምንሃለሁ አምንሃለሁ ባይሞላም በእጄ ያለው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አምንሃለሁ አምንሃለሁ ባይመስለኝም ፊቴ ያለው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አምንሃለሁ አምንሃለሁ ብቻ አንተ ክበር እጄ ባለው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ቃልህ ካፍህ ወጥቶ መች ተመልሷል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ሳያደርግ ሳይፅም የታዘዘውን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ቃልህ ካፍህ ወጥቶ መች ተመልሷል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ሳያደርግ ሳይፅም የተላከውን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አይደለህ በዘመናት የታወከው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በመልካምነትህ ህዝቡን ፀጥ ያረከው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ባይመሰክር አፉን ከፍቶ ስጋ ለባሽ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ድንጋይ ወንዙ ይናገራል ነህ አባት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ታማኝነትህ ተፈትኖ የፀና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አትለወጥ አትደክም የሁሉ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አልተገኘም አይገኝም አንተን ሚተካ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ብቻህን ነህ ለፍጥረት ሁሉ ከለላ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አምንሃለሁ አምንሃለሁ ባይገባኝም ፊቴ ያለው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አምንሃለሁ አምንሃለሁ ባይሞላም በእጄ ያለው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አምንሃለሁ አምንሃለሁ ባይመስለኝም ፊቴ ያለው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አምንሃለሁ አምንሃለሁ ብቻ አንተ ክበር እጄ ባለው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ቃልህ ካፍህ ወጥቶ መች ተመልሷል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ሳያደርግ ሳይፅም የታዘዘውን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ቃልህ ካፍህ ወጥቶ መች ተመልሷል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ሳያደርግ ሳይፅም የተላከውን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አንዳንዶቹ በሰረገላቸው ሲመኩ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ሌሎች ደግሞ ብዛታቸውን ሲቆጥሩ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ይኸው በየተራ እንዲያው አለፉ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ግን ያው እንዳማረብህ ክርህን አልነኩ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ምክር ትዕዛዝህ የፀና ለዘለአለም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ከአፍህ ቃል አንዳች እንኳን የሚወድቅ የለም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ትደምቃለህ ትከብራለህ ገና ገና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መች ቀመስነው መች አየነው ያንተን ግርማ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አምንሃለሁ አምንሃለሁ ባይገባኝም ፊቴ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አምንሃለሁ አምንሃለሁ ባይሞላም በእጄ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አምንሃለሁ አምንሃለሁ ባይመስለኝም ፊቴ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አምንሃለሁ አምንሃለሁ ብቻ አንተ ክበር እጄ ባለው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