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Beferesew Qeter Man Yeqomal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ቤት ፈርሶ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መሠዊያው ተድበስብሶ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የእራስህን ቤት ትሰራለህ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ወንጌል አይገድህ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በፈረሰው ቅጥር ማን ይቆማል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የራሱን ድንጋይ ይክባል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በፈረሰው ቅጥር ማን ይቆማል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ኤሎሂ ማን ይሻለናል?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ወይ ትውልድ አስነሳ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ቤትህ የሚሳሳ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ግድ የሚለው የወንጌል ነገር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በጥቅም የማይጭበረበር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ኤሎሂ 3x አሃ ኤሎሂ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የቀደሙት ሃዋሪያት ነቢያት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ራሳቸውን ሰጡ እስከሞት ድረስ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ራሱን ሚሰጥ ኧረ እርሱ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የወንጌሉ ቅናት ውስጡን የበላው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ወይ ትውልድ አስነሳ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ቤትህ የሚሳሳ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ግድ የሚለው የወንጌል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በጥቅም የማይጭበረበር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ወንድም ለወንድሙ ማዘን ሲገባዉ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ባደባባይ ላይ ክስ ዝንተላዉ ምንድን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እውነቱ ከተቀየረማ ከቀለላ ዋጋው ክርስትና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ምንድን ነው የሚሻለን ኤሎሂ መፍትሄ ስጠን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ወይ ትውልድ አስነሳ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ወንድሙ የሚሳሳ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ግድ የሚለው የፍቅር ነገር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በውሸት የማይወነጅል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ኤሎሂ 3x አሃ ኤሎሂ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ትውልድ ሲተራመስ በራሱ መንገድ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ግማሹ ወደታች ግማሹ ወደላይ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ወዴት እንደምሄድ ትውልድ አላወቀም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የዛሬን እንጂ የነገን አላየም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ሆይ ሰው አስነሳልን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መንገድህን የሚያሳየን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ቃልህን ብቻ የሚናገር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በሁኔታ የማይጭበረበር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ኤሎሂ 4x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የቀደሙት ሃዋሪያት ነቢያት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ራሳቸውን ሰጡ እስከሞት ድረስ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ራሱን ሚሰጥ ኧረ እርሱ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የወንጌሉ ቅናት ውስጡን የበላው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ወይ ትውልድ አስነሳ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ቤትህ የሚሳሳ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ግድ የሚለው የወንጌል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በጥቅም የማይጭበረበር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ሆይ ሰው አስነሳልን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መንገድህን የሚያሳየን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ቃልህን ብቻ የሚናገር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በሁኔታ የማይጭበረበር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ኤሎሂ 4x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ቤት ፈርሶ መሠዊያው ተድበስብሶ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የእራስህን ቤት ትሰራለህ ስለ ወንጌል አይገድህ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በፈረሰው ቅጥር ማን ይቆማል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የራሱን ድንጋይ ይክባል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በፈረሰው ቅጥር ማን ይቆማል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ኤሎሂ ማን ይሻለናል?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ወይ ትውልድ አስነሳ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ቤትህ የሚሳሳ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ግድ የሚለው የወንጌል ነገር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በጥቅም የማይጭበረበር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ኤሎሂ 3x አሃ ኤሎሂ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ኤሎሂ 3x አሃ ኤሎሂ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