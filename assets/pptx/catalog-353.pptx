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Begubaiew Mehal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በጉባኤው መሃል በአንድ አባት ልጆች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የተገፋፋ ሰው አንድ ላይ ያመልክሃል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ላይ ያመልካል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ውስጡን እያመመው ጥላቻው በርትቶ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ወድሃለው ይላል ህዝብህ ቤትህ ገብቶ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ላይ ተቀምጦ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ስንበላም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ስንጠጣም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ስንገባም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ስንወጣም አንድ ላይ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ሁሉ ዘምን አንድ ላይ ኖረናል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ውስጥ ውስጡን ተባልተን ግን ተለያይተናል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ያደርጋል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አይደለም ዎይ ያገናኘን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አይደለም ዎይ ያሰባሰበን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አይደለም ዎይ ያገናኘን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አይደለም ዎይ ያሰባሰበን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የስስት ጨርቃችን መጨረሻው ብል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 ያልሆነ ፍቅራችን ለመች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ለማንስ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ከፍቅሩ ባለቤት ከሆነ ውሎዋችን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በአንድነት ይገለጥ እውነት አምልኳችን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አምልኳችን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ስንበላም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ስንጠጣም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ስንገባም አንድ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ስንወጣም አንድ ላይ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ሁሉ ዘምን አንድ ላይ ኖረናል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ውስጥ ውስጡን ተባልተን ተለያይተናል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ያደርጋል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አይደለም ዎይ ያገናኘን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አይደለም ዎይ ያሰባሰበን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አይደለም ዎይ ያገናኘን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አይደለም ዎይ ያሰባሰበን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እምነት ቢሞላ ዕውቀት ቢከበኝ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ልሳን መናገር ትንቢት ቢኖረኝ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ሥጋዬን ለእሳት ብሰጥ ፈቅጄ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ባልነፍግ ለድሆች ያለኝን ከእጄ [1]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የሌለው እልፍ ደግነት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የሌለበት መንፈሳዊነት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ወዴት ወዴት ነው ይህ ከንቱ ጉዞ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በሃሜት ታዝሎ በቂም ተይዞ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ዞሮ ለማን ነው ይህ ጥል ግርግር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አቤል ከቃየል የማይሆን አጥር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ጐራ ለይቶ ይቅር ማድሩ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የእውነት ፍቅር ይግባ መንደሩ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የባላንጣችን ደስታው ይደፍርስ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ዘምተን ሰላም እንመልስ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የቁርሾን ዘመን ይበቃ ብለነው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መዘናጠሉ ነው ወዲያ እንጣለው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ይበቀለው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በረከት ደርሶ ደጅ አይመለስ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የተወሰድው ክብርም ይመለስ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ፍቱን መድሃኒት ፍቅር ነው ፈውሱ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ለምድሪቱ ቀውስ ጥያቄ መልሱ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አይደለም ዎይ ያገናኘን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አይደለም ዎይ ያገናኘን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አይደለም ዎይ ያሰባሰበን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