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Bawedadeseh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Kidist Kassa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ባወዳድስ ባሞጋግስህ ዝምብዬ አይደል አለኝ ምክንያት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ይደንቀኛል ፍቅሩ ምሕረቱ ፍጥረት ይዘምር ይስገድ በፊቱ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ኃጥያተኛ ነሽ ብለዉ ፈረጁ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ድንጋይ አነሱ ወግረዉ ሊገድሉኝ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ፈራጁ እየሱስ ፈረደልኝ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ደግመሽ አትስሪ ሂጅ አለኝ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ለተመለሰ ያለፈዉን ትቶ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ፍርዱ ፍቅር ነዉ ያነሳል መልሶ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ለተመለሰ ያለፈዉን ትቶ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ፍርዱ ፍቅር ነዉ ያነሳል መልሶ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ባወዳድስ ባሞጋግስህ ዝምብዬ አይደል አለኝ ምክንያት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ይደንቀኛል ፍቅሩ ምሕረቱ ፍጥረት ይዘምር ይስገድ በፊቱ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ከቤቱ ጠፋዉ ድርሻዬን ይዤ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ተታሎ ልቤ በዓም ተይዤ ስቃይ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ሆነብኝ ስቃይ ሞት ከበበኝ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ቀኑም ሌሊቱም ጨለመብኝ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መልሸየ እቤቱ ስገባ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ድግስ ደግሶ ተቀበለኝ አባ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መልሸየ እቤቱ ስገባ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ድግስ ደግሶ ተቀበለኝ አባ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ባወዳድስ ባሞጋግስህ ዝምብዬ አይደል አለኝ ምክንያት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ይደንቀኛል ፍቅሩ ምሕረቱ ፍጥረት ይዘምር ይስገድ በፊቱ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ሳዝን ስጨነቅ ዉስጤ ሲከፋ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መስቀሉን ሳየዉ አገኘዉ ተስፋ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ያባብለኛል ልጄ እያለ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በቃሉ እያዘለለ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እንዳልረበሽ ዉስጤም እንዳይፈራ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ያሳድረኛል በክንፎቹ ጥላ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እንዳልረበሽ ዉስጤም እንዳይፈራ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ያሳድረኛል በክንፎቹ ጥላ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ባወዳድስ ባሞጋግስህ ዝምብዬ አይደል አለኝ ምክንያት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ይደንቀኛል ፍቅሩ ምሕረቱ ፍጥረት ይዘምር ይስገድ በፊቱ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