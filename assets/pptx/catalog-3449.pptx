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Behiwote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Lealem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“በህይወቴ ላይ”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በህይወቴ ላይ የገነንከው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ፍቅርህን በልቤ ያነደድከው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የእግዚአብሔር ልጅ ኢየሱስ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እንዴት ወድጄህ ልጨርስ?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በህይወቴ ላይ የነገስከው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ፍቅርህን በልቤ ያፈሰስከው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ያተምከኝ በመንፈስ ቅዱስ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እንዴት ልጥገብህ ኢየሱስ?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እንዴት ወድጄህ ልጨርስ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እንዴት ልጥገብህ ኢየሱስ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እንዴት ወድጄህ ልጨርስ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እንዴት ልጥገብህ ኢየሱስ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የልቤ ትርታ እንኳን ያውቀዋል መምጣትህን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ኮቴህን ከሩቅ ሲሰማ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ሊቀበልህ ሲፈጥን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ተሰናድቶልህ የልቤ ጓዳ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ይጠብቅሃል አንተ የእኔ እንግዳ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ይናፍቅሃል የህይወቴ እንግዳ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ይጠብቅሃል አንተ የኔ እንግዳ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ክርስቶስ የህይወቴ እንግዳ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ይበረታል ከሞት ይልቅ የሱስ ያንተ ፍቅር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አልለይህም ፈፅሞ ዓለም ሲያምራት ይቅር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እንዴት እንዴት ይከጅለኛል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የዓለም ነገር መች ትዝ ይለኛል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ተበጥሶአል የመንፈስ እትብቴ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ተለውጦአል በየሱስ ህይወቴ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የሆነ ነገርማ አለበት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ፍቅሩ በደምብ ያማልላል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ትኩረትን ቀልብን ስብስብ አድርጎ በውጭ ያለውን ያስርሳል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የቀመሰው ያጣጣመው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ይገባዋል ፍቅሩ የነካው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ይገባዋል ፍቅሩ የነካው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