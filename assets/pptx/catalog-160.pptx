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Aseraru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አሰራሩ ልዩ ልዩ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ትሰራለህስ ማነው የሚለው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አሰራሩ ልዩ ልዩ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ታደርጋለህስ ማነው የሚለው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የሚሰራውን የሚያውቅ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የሚያደርገውን የሚያውቅ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እርሱ ካለልኝ ለምን እሰጋለሁኝ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እርሱ ካለልኝ ለምን አስባለሁ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እርሱ ካለልኝ ማመስገን ነው ያለብኝ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ከርሱ ጋራ ቢሟገትም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ከሺህ ነገር እንዱን አይመልስም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እንዲህና እንደዚያ ማን ይለዋል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አደራረጉ ግን አፍ ያስይዛል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የሚሰራውን የሚያውቅ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የሚያደርገውን የሚያውቅ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ማንንም አይፈልግ አስተማሪ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ሁልን የሚያደርገው ያላማካሪ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ብቻውን ተዓምር ድንቅ ይሰራል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በዛ ሲጠበቅ በዚህ ይመጣል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አማካሪ የሌለው ንጉሥ የእኔ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አስተማሪ የሌለው መሪ የእኔ ጌታ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ይሄኛው ልክ አይደለም አስተካክለው ይህንን አይባልም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አሳይሃለሁ በዚህ መንገድ ሂድልኝ አይባልም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አይባልም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የሚሰራውን የሚያውቅ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እርሱ ትልቅ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የሚያደርገውን የሚያውቅ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ምድርን አደራ የሰጠው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ያዝልኝ ያለው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አገዛዝን ያስተማረው ማነው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የርሱ አይደለም ወይ አይደል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የለበትም አስተዳዳሪ የበላይ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አማካሪ የሌለው ንጉሥ የእኔ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አስተማሪ የሌለው መሪ የእኔ ጌታ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