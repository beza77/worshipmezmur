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 Endiet Wub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እንዴት : ውብ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ውብ ነው ግሩም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መጨረሻው እጅግ ያምራል እግዚአብሔር የሰራዉ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በዘመኔ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ነው ሥራ ለእኔ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አንተ አድርገሃል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አውቃለሁ ጌታዬ ሥራው ያስታውቃል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በሙሉ: ይሁን ያልከው ፀንቶ ቀረ ያዘዝከው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ይኼ ሁሉ በአንተ ነው ይኼ ሁሉ በአንተ ነው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በዘመኔ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ነው ሥራ ለእኔ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ውብ ነው እንዴትስ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ጊዜውን ጠብቀህ ይሁን ብለህ ያልከው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እንዴት ውብ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ውብ ነው ግሩም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መጨረሻው እጅግ ያምራል እግዚአብሔር የሰራዉ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በሙሉ: ይሁን ያልከው ፀንቶ ቀረ ያዘዝከው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ይኼ ሁሉ በአንተ ነው ይኼ ሁሉ በአንተ ነው (5x)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