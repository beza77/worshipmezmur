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Ashaferegn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ሲጠራኝ እርሱን ተከተልኩኝ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በጣም ረጅም መንገድ ተጉዤ መጣሁኝ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ከእንግዲህ ወደ ኋላ ዞር ብዬ አላይም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የመጣ ይምጣ እንጂ ከርሱ አልለይም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አሻፈረኝ አሃ ወደኋላ አልመለስም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ወስኛለሁ አንዴ ከኢየሱስ ጋር ነኝ አልለየውም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የረሳሁት ነገር ከኋላ ቢኖርም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ይቅርብኝ ብያለሁ ከኢየሱስ አይበልጥም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እንደ ኢየሱስ ማን ይሆንልኛል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በዓለም ካለው ነገር ሁሉ በልጦብኛል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መርጨዋለሁ ምንም ሳላቅማማ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እፎክራለሁ ጠላት እየሰማ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የመኖር ትርጉሙ ፍጹም ግራ ገብቶኝ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ሌት ተቀን ስጨነቅ የማደርገው ጠፍቶኝ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ከእለታት አንድ ቀን ኢየሱስ ብቅ አለልኝ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ጨልሞ የነበረው ተስፋዬም በራልኝ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እንደቀድሞ እንደኔ ግራ የተጋባችሁ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ነግቶ ሳለ ቀኑ የጨለመባችሁ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ጌታ ኢየሱስ እኔ ልጋብዛችሁ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 በእርሱ ብርሃን ብርሃን ታያላችሁ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እስከዛሬ ጌታ ሰርተሃል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ከንግዲህስ ቢሆን ምን ይሳንሃል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በአንተ ተስፋ አልቆርጥም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በጠላቴ ዛቻ ከቶ አልናወጥም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የኤርትራን ባህር በክንድህ ከፍለሃል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ፈረሱን ፈረሰኛውን በባሕር ጥለሃል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በእኛ ዘመን ክንድህ ስላልዛለ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የጠላትን ስራ ታፈራርሳለህ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እስከዛሬ ጌታ ሰርተሃል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