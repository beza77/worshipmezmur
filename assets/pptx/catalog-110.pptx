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Qalehen Wededkut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ምርኮ እንዳገኘ 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በቃልህም ልቤን ደስ አለው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የደስታዏ/የሰላሜ ምንጭ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መተኪያና እኩያ የለህ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እወደዋለሁ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እወደዋለሁ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ቃሉ የነጠረ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ለሚታመኑበት እርሱ ጋሻ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ለቃልህ ጌታዏ እኔም እገዛለሁ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ሁኚ ያለኝን ሁሉ ዛሬም እሆናለሁ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ያፅናናኝን የደረሰልኝን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በመንገዴ ሁሌ የሚመራኝን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ሕይወቴንም ለቀየረልኝ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ብቻ ሁሌ አስተማማኝ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ምርኮ እንዳገኘ 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በቃልህም ልቤን ደስ አለው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የደስታዏ/የሰላሜ ምንጭ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መተኪያና እኩያ የለህ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እወደዋለሁ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እወደዋለሁ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ከአፍህ የሚወጣው ሕያው የአንተ ቃል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መሻት ግን ወደ እኛ ስቦ ያመጣል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ያድናል ይገላል ይተክላል ይነቅላል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ያለው ብቻ በእርግጥም ይሆናል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ሳር ይደርቃል አበባው ይረግፋል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ያለው ሁሉ ይለዋወጣል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ዘመን ጊዜ የማይለዋውጠው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የአምላኬ ቃል ፀንቶ የሚኖር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ምርኮ እንዳገኘ 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በቃልህም ልቤን ደስ አለው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የደስታዏ/የሰላሜ ምንጭ አንተ ነህ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መተኪያና እኩያ የለህ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እወደዋለሁ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