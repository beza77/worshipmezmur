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Tebeqagnaleh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ከሆነልኝ ነገር ሁሉ ይልቅ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ያረከው አንተ ሆንክልኝ ድንቅ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ትበቃኛለህ ሁልጊዜ ታስመካኛለህ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የከበደኝን ሁሉ አንተ አቀለልከው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ፀሎቴንም እየሰማህ ጥያቄዬን መለስከው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ለሰው ልጆች መልካምን በማድረግ ደስ ይልሃል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ልዩ ነህ የእኔ ጌታ ማንስ ይመስልሃል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ትበቃኛለህ ሁልጊዜ ታስመካኛለህ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በዕድሌ እኮ አይደለም በደረሰኝ እጣ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ምታኖረኝ እግዚአብሔር ነህ ሁሌ ባለጠጋ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በክንዶችህ ተማምኜ በጥላህ አድራለሁ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ጥጋቤ ነህ እርካታዬ አርፌብሃለሁ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ትበቃኛለህ ሁልጊዜ ታስመካኛለህ 2x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በልቤ ውስጥ ያለው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ሞልቶ የፈሰሰው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በውስጤ ያረከው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የፍቅር እሳት ነው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አይቼ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ዝም እላለሁ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በአዲስ በአዲስ ዜማ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አመሰግናለሁ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ተባረክልኝ 3x ሌላማ ምን እልሃለሁ ተባረክልኝ 2x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ሰልፉን ለአንተ ሰጠሁ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እቆማለሁ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 ምህረትህን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እናገራለሁ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ድብቅ ጦር አንስተህ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ጠላቴን መተሃል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አድራጊው ኢየሱስ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ይገባሃል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ተባረክልኝ 3x ሌላማ ምን እልሃለሁ ተባረክልኝ 2x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ታማኝነትህን ሁሌ አወራለሁ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ቸርነትህን ዘለዓለም ዘምራለሁ 2x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ሌላማ ምን እልሃለሁ ጌታዬ ሳከብርህ ያኔ ረካለሁ አምላኬ 2x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ታማኝነትህን ሁሌ አወራለሁ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ቸርነትህን ዘለዓለም ዘምራለሁ 2x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ሌላማ ምን እልሃለሁ ጌታዬ ሳከብርህ ያኔ ረካለሁ አምላኬ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