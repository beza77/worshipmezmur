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Legieta Asfelegewalehu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 አስፈልገዋለው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አስፈልገዋለው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ለቤቱ አስፈልገዋለው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ለስራው አስፈልገዋለው (4x)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የመጨረሻውን ስራውን ልሰራ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የወንጌሉን መልዕክት ለዓለም እንዳበራ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የማብቂያውን ስራ ልጨርስ ልፈጽም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ሁሉ ዙሪያ ያለ እኔ አይሄድም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እኔ (3x) አይሄድም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 አስፈልገዋለው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አስፈልገዋለው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ለቤቱ አስፈልገዋለው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ለስራው አስፈልገዋለው (4x)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ላይ ተሳፍሮ ሲሄድ በመንገድ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የከበረው ጌታ ተቀምጦ ላዬ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ላይ ላይ ተቀምጦ ላዬ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ጨርቅና ዘንበባ ለእርሱ የተነጠፈው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ላዬ ላይ ስላለ . (1) . እንድረግጠው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የእርሱ እግር ሲረግጠው (3x)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የምረግጠው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 አስፈልገዋለው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አስፈልገዋለው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ለቤቱ አስፈልገዋለው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ለስራው አስፈልገዋለው (4x)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አስፈልገዋለሁ ስለዚህ ከታሰርኩበት እፈታለሁ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አስፈልገዋለሁ ስለዚህ ከተኛሁበት እነቃለሁ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አስፈልገዋለሁ ስለዚህ ከተኛሁበት እነቃለሁ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አስፈልገዋለሁ ስለዚህ ወደ ቦታዬ እመለሳለሁ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አስፈልገዋለሁ ስለዚህ ከበሽታዬ እፈወሳለሁ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አስፈልገዋለሁ ስለዚህ ከሸለቆዬ እወጣለሁ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አስፈልገዋለሁ አዎ አስፈልገዋለሁ አሜን (4x)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ተቀምጦ በላዬ በምድር ዙሪያ በአደባባይ ላይ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ይሄዳል ጌታዏ (ተቀምጦ በላዬ)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ይሰራል ጌታዏ (ተቀምጦ በላዬ)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ይፈታል ጌታዏ (ተቀምጦ በላዬ)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ይሰብካል ጌታዏ (ተቀምጦ በላዬ)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ይዘምራል ጌታዏ (ተቀምጦ በላዬ)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ይመራል ጌታዏ (ተቀምጦ በላዬ)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ያጽናናል ጌታዏ (ተቀምጦ በላዬ)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ይፈውሳል ጌታዏ (ተቀምጦ በላዬ)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ጌታዏ (ተቀምጦ በላዬ)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ይታያል ጌታዏ (ተቀምጦ በላዬ)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በላዬ በላዬ ተቀምጦ በላዬ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ይታያል ከፍ ብሎ በእኔ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በላዪ ላይ በምድር ሁሉ ዙሪያ በየአደባባይ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ከፍ ከፍ ብሎ (3x)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ይታያል ጌታዏ እኔን በልጦ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በልጦ በልጦ (3x)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 አስፈልገዋለው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(ለአምላኬ) ለአምላኬ አስፈልገዋለው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(ለቤቱ) ለቤቱ አስፈልገዋለው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(ለስራው) ለስራው አስፈልገዋለው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