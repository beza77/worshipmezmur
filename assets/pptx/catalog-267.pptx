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Lemenu Ysetachehual Felegu Tagegnalachehu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ሃሎ? ሄሎ (4x)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"ለምኑ ይሰጣችኋል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ፈልጉ ታገኙማላሽሁ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መዝጊያውን አንኳኩ ይከፈትላችኋል"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ለምኑ ይሰጣችኋል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ፈልጉ ታገኛላሽሁ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መዝጊያውን አንኳኩ ይከፈትላችኋል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ለሚለምንም ሁሉም ይሰጣል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የምለምንህን ትሰጠኛለህ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የምጠይቕን ትመልሳለህ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ስናገር ወደአንተ ትሰማኛለህ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አባቴ ነህ አባቴ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አምላኬ ነህ አምላኬ ነህ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"ለምኑ ይሰጣችኋል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ፈልጉ ታገኙማላሽሁ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መዝጊያውን አንኳኩ ይከፈትላችኋል"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ከመጠኛቴ በፊት እጸልያለሁ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ከአልጋዬም አጠገብ እንበረከካለሁ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ጥሩ እንቅልፍ እንዲሰጠኝ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በህልሜ እንዲናገረኝ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ከመተኛቴ በፊት እጸልያለሁ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እንቅልፍ እሰጥሻለሁ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በዙሪያሽ እጠብቅሻለሁ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አትፍሪ አኔ ከአንቺ ጋር 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ጸሎትሽን ሰምቻለሁ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የምለምንህን ትሰጠኛለህ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የምጠይቕን ትመልሳለህ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ስናገር ወደአንተ ትሰማኛለህ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አባቴ ነህ አባቴ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አምላኬ ነህ አምላኬ ነህ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"ለምኑ ይሰጣችኋል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ፈልጉ ታገኙማላሽሁ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መዝጊያውን አንኳኩ ይከፈትላችኋል"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ከመመገቤ በፊት እጸልያለሁ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ቢባርክልኝ እለምነዋለሁ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ለጤንነቴ እንዲስማማኝ በሽታም እንዳይዘኝ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ከመመገቤ በፊት እጸልያልሁ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ምግብህን እባርካለሁ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እንዲስማማህ አደርጋለሁ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አሳድግሃለሁ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ጸሎትህን ሰምቻለሁ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የምለምንህን ትሰጠኛለህ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የምጠይቕን ትመልሳለህ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ስናገር ወደአንተ ትሰማኛለህ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አባቴ ነህ አባቴ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አምላኬ ነህ አምላኬ ነህ (2x)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የምለምንህን ትሰጠኛለህ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የምጠይቕን ትመልሳለህ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ስናገር ወደአንተ ትሰማኛለህ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አባቴ ነህ አባቴ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አምላኬ ነህ አምላኬ ነህ (2x)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"ለምኑ ይሰጣችኋል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ፈልጉ ታገኙማላሽሁ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መዝጊያውን አንኳኩ ይከፈትላችኋል"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