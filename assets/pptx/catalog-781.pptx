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Ante Atitamam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Mesfin Gutu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አንተ አትታማም አንተ አትታማም/4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 አረክ ተብለህ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አንተ አትታማም አንተ አትታማም/2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ይጠላል ተብለህ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አንተ አትታማም አንተ አትታማም/2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ስንቱ እኮ ነው ባንተ የታሰበው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ስንቱ ነው ካፈር የተነሳው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ስንቱ እኮ ነው ጨለማው ተገፎ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ስንቱ ነው ሞቱ የተሻረው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ማነው ማነው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አያይም አይሰማም የሚለው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በሱ ቅር የተሰኘው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አንተ አትታማም አንተ አትታማም/4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 አረክ ተብለህ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አንተ አትታማም አንተ አትታማም/2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ይጠላል ተብለህ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አንተ አትታማም አንተ አትታማም/2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ስንቱ ግዜ እኮ ነው እኔን የታደከኝ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ከጠላት መንጋጋ ፈልቅቀህ ያወጣኸኝ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አንተ ጌታ እንዴት ድንቅ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ስምህን ለጠሩ በእውነት ጋሻ ነህ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ጋሻ ነህ ጌታ ጋሻ ነህ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ጋሻ ነህ እየሱስ ጋሻ ነህ አሃሃ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ስንቱ እኮ ነው ባንተ የታሰበው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ስንቱ ነው ካፈር የተነሳው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ስንቱ እኮ ነው ጨለማው ተገፎ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ስንቱ ነው ሞቱ የተሻረው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ታዲያ ማነው ማነው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አያይም አይሰማም የሚለው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በሱ ቅር የተሰኘው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ከፍታዬ ነህ ጌታ ከፍታዬ አሃሃ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ከፍታዬ ነህ እየሱስ ከፍታዬ አሃሃ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ሃዘኔን የረሳሁብህ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ከፍታዬ ነህ ጌታ ከፍታዬ አሃሃ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ከፍታዬ ነህ እየሱስ ከፍታዬ አሃሃ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ወግ ማረግን ያየሁብህ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ከፍታዬ ነህ ጌታ ከፍታዬ አሃሃ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ከፍታዬ ነህ እየሱስ ከፍታዬ አሃሃ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ከፍታዬ/16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