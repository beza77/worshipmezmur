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Beyet Hager New Egziabhier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በየት ሃገር ነው እግዚአብሔር ሰው ጥሎ የሚያወቀው እግዚአብሔር (4x)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አይጥልሽም, እግዚአብሔር አይተውሽም, እግዚአብሔር አይረሳሽም, (2x), እግዚአብሔር አይጥልህም, እግዚአብሔር አይተውህም, እግዚአብሔር አይረሳህም,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በሉ ዝም በሉ በኩራት አትናገሩ (3x) እግዚአብሔር አዋቂ ነው ስራውን ሚመዝን ነው (3x) የእኔ አምላክ አዋቂ ነው ስራውን ሚመዝን ነው (3x)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አይጥለንም, እግዚአብሔር አይተወንም, እግዚአብሔር አይረሳንም, (2x), እግዚአብሔር አይጥለንም, እግዚአብሔር አይተወንም, እግዚአብሔር አይረሳንም,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በየጓዳው ችግሩን እያየ አንተን ለማመስገን እንደምን ዘገየ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ሆይ ደስ ይበልሽ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ሠማያትም ዘምሩ ኮረብቶች አጨብጭቡ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 እልል በሉ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ችግረኛውን አስቧል የተጐዳውን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በሉ ዝም በሉ በኩራት አትናገሩ (3x) እግዚአብሔር አዋቂ ነው ስራውን ሚመዝን ነው (3x) የእኔ አምላክ አዋቂ ነው ሥራውን ሚመዝን ነው (3x) ሥራውን ሚመዝን ነው 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