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Musherit Musheraw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ሙሽሪት ሙሽራው እንኳን ደስ አላችሁ የቃልኪዳን አምላክ ያስተሳሰራቹህ እግዚአብሔር ነውና የትዳር ጅማሬ ኦ ስራው ግሩም ነው ደስ ብሎናል ዛሬ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አሜን ልዑል አሰናዳ አሜን ባርኮት የሚበላ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አሜን ከማመስገን በቀር አሜን ምን ይባላል ሌላ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አሜን የዘለዓለም አምላክ አሜን ወደ እረፍት አመጣን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አሜን ከብቸኝነቱ አሜን መንደር እያወጣ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ሙሽሪት ሙሽራው እንኳን ደስ አላቹህ የቃልኪዳን አምላክ ያስተሳሰራቹህ እግዚአብሔር ነውና የትዳር ጅማሬ ኦ ስራው ግሩም ነው ደስ ብሎናል ዛሬ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አሜን አክሊል የለበሰ አሜን ሙሽራው ሲያምርበት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አሜን በጌጥ ሽልማቷ አሜን ሙሽሪት ሲያምርባት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አሜን ነገር ግን እግዚአብሔር አሜን ጽድቅን አጐናጽፎ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አሜን ሰውን ለዚህ ያበቃል አሜን ሁሉን አሳልፎ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ሙሽሪት ሙሽራው እንኳን ደስ አላቹህ የቃልኪዳን አምላክ ያስተሳሰራቹህ እግዚአብሔር ነውና የትዳር ጅማሬ ኦ ስራው ግሩም ነው ደስ ብሎናል ዛሬ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አዲስ ጐጆ ወጪ በይ ባርኮቱን ጠጪ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ብሎ የመረቃት ደጉ ቸሩ አባት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እረድቷት አምላኳ ሲለወጥ ታሪኳ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ጐጆን ማን አስወጣት ጌታ ነው ያገዛት 2x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ምህረቱ ብዙ ነው ምህረቱ የጌታ በእርሱ ተጀምሯል የሙሽሪት ቤቷ 4x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አዲስ ስፍራ ሰጥቶ በኑሮም ገብቶ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አደላደለው ተመስገን አስባለው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 ሁሉ ነገር ስላሳየን ይክበር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ቃሉን ላላጠፈው ምሥጋናችን ይሄው 2x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ምህረቱ ብዙ ነው የእግዚአብሔር ምህረቱ በእርሱ ተጀምሯል የሙሽራው ቤቱ 4x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አሜን ፍቅር ግን እስከሞት አሜን ብርቱ ስለሆነ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አሜን እርሷም ለእርሱ ሆነች አሜን እርሱም ለእርሷ ሆነ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አሜን ጌታ ያነደደውን አሜን የፍቅርን እሳት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አሜን ብዙ የጥፋት ውኃ አሜን አይችልም ሊያጠፋት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ሙሽሪት ሙሽራው እንኳን ደስ አላቹህ የቃልኪዳን አምላክ ያስተሳሰራቹህ እግዚአብሔር ነውና የትዳር ጅማሬ ኦ ስራው ግሩም ነው ደስ ብሎናል ዛሬ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