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Ewedihalehu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እወድሃለሁ አጅግ አብዝቼ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ከልቤ ጋራ እጄን አንስቼ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ቋንቋ ነው ከቶ ምገልጸው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አምላክ ሆይ ፍቅርህ ብርቱ 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ቃላት ባገኘሁና ባወራው የአንተን ምስጋና የልቤ በደረሰልኝ አምላኬ አንተው ከብረህልኝ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የሚያስፈልገኝ አንድ ነገር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እርሱም አንተው ነህ ጌታ እግዚአብሔር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ካገኘሁ ጠግቤ አድራለሁ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አምላኬ እወድሃለሁ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ቃላት ባገኘሁና ባወራው የአንተን ምስጋና የልቤ በደረሰልኝ አምላኬ አንተው ከብረህልኝ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 እኔነቴ አንተን ይወዳል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በቀን በለሊት ልቤ ያስብሃል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ያላንተ መኖር አይሆንልኝም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አንተ ነህ ሌላም የለኝም 2x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ቃላት ባገኘሁና ባወራው የአንተን ምስጋና የልቤ በደረሰልኝ አምላኬ አንተው ከብረህልኝ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መድህኔ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ነህ አንተ ለእኔ 2x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ሕይወት ተገለጠ እኔም አይቻለሁ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ቸር መሆኑን ቀምሼ አውቄያለሁ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አምላክ ነው እኔም በርቶልኛል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ከእርሱ ፍቅር ማንስ ይለየኛል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የእግዚአብሔር ልጅ መድህኔ ሕይወቴ ነህ አንተ ለእኔ የእግዚአብሔር ልጅ መድህኔ ሰላሜ ነህ አንተ ለእኔ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አንተን ካገኘ ምን ያስፈልገዋል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እፎይ ብሎ አርፎ ተደላድሎ ይኖራል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የሚያጠገብ ልብን የሚያረካ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የመኖር ትርጉሙ ጌታ አንተ ነህ ለካ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የእግዚአብሔር ልጅ መድህኔ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ነህ አንተ ለእኔ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 ዕረፍቴ ነህ አንተ ለእኔ ሰላሜ ነህ አንተ ለእኔ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