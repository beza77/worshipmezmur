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Awaj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Hirut Moges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ዘመኑ ክፉ ነው ክፉ ነው እጅግ ክፉ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ኪሣራው ያመዝናል ከትርፉ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የዚህ ዘመን ማለፊያ መሸጋገሪያ ድልድይ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ብቻ ነው የሚያሳርፍ ከሥቃይ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አዋጅ አዋጅ ያልሰማችሁ ስሙ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ያድናል 6x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የመዳን መንገዱ አንዱ ነው እርሱም ኢየሱስ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መንገድ የለም ወደ ዓብ የሚያደርስ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በልጁ ያመነ አይፈረድበትም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በሕይወት ይኖራል ለዘለኣለም አይሞትም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መድሃኒት ለታጣው ለዓለም አይሞትም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መድሃኒት ለታጣው ለዓለም ሁሉ በሽታ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መፍትሔ የሚሆን እንቆቅልሽ የሚፈታ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ብቻ ነው ሕይወትን የሚያለማ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ጆሮ ያለው ቢኖር ይህን ዕውነት ይስማ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ከሰማየ ሰማያት ፃድቁ አምላክ ወርዶ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 ተዋረደ በኛ ፍቅር ተገዶ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ሞትን ድል ያረገው የትንሣኤው ባለቤት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ጥሪውን ያስተጋባ ለሁሉም በያለበት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መሃሪ ነው 2x ጌታ መሃሪ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የማታውቁ ዛሬ እወቁ ኢየሱስ ይቅር ባይ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የምሕረት ቃል ያለህ የምሕረት 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የሕይወት ቃል ያለህ የሕይወት 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ሆይ እንዳንተ ማን ይታደጋል?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የፍቅር ቃል ያለህ የፍቅር 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የምክር ቃል ያለህ የምክር 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ሆይ እንዳንተ ማን ያሳርፋል?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በርሱ ለታመነው ላመነው ጌታ ታማኝ ነው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ታማኝ ነው 4x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መሃሪ ነው 2x ጌታ ይቅር ባይ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የማታውቁ ዛሬ እወቁ ኢየሱስ መድሃኒት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