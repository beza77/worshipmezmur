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Zelalemawi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ሆይ ለስምህ ዘምራለሁ ምሥጋናህ በአፌ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ምህረትህን በሌሊትም እውነትህን አወራለሁ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በእጣ ክፍሌ ስለቆምኩ በፊትህ ክብርህን እንዳወራ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አጥናለሁ ሁልጊዜ የመረጥከኝም አንተው ነህ ለዚህ ስራ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እስካልወሰድክብኝ እስካለ እስትንፋሴ እስካለ እስትንፋሴ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አቀርብልሃለሁ የነፍሴን ውዳሴ የነፍሴን ውዳሴ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ክበርብኝ ክበርብኝ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ንገሥብኝ ንገሥብኝ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ዓመታቶችህ አያልቁምና (ዘለዓለማዊ ዘለዓለማዊ)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የዕድሜ መነሻ መጨረሻ (ዘለዓለማዊ ዘለዓለማዊ)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የፍጥረት ንጉሥ የፍጥረት ጌታ (ዘለዓለማዊ ዘለዓለማዊ)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ይሰማ ለአንተ በኩር ምሥጋና (ዘለዓለማዊ ዘለዓለማዊ)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ጥንትም ነበርክ ዛሬም አለህ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ትኖራለህ ተከብረህ/ነግሰህ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