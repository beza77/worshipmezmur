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Tsegaw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ፀጋው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እንዲህ የሚያዘምረኝ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ችኩል ነው ሲያዩት ደፋር መሳይ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ዶሮ ሳይጮህ በፊት ሶስት ጊዜ ክህዶታል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በሰው አይን ቢሆን ይህ ሰው ከሀዲ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የፀጋው ጉልበት ግን ዳግም ሰው አረገው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ፀጋው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እንዲህ የሚያዘምረኝ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ቢሆንማ ኑሮ በክብር በዝና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በገንዘብም ብዛት ብዙ ብልጥግና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እሆን ነበር እርቆኝ መዳኔ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እንዲያው ወደደኝ አሰበኝ መድህኔ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ሰው አይደለም ጌታዬ ልዩ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የተረሳውን ሰው እንዲህ ሚያስታውሰው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ፀጋው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እንዲህ የሚያዘምረኝ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በማይመስል ነገር መስራት የሚችል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የአለምንም ጥበብ በኔ ሚያሳፍር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ልጁንም ገለጠው በእኔው ሁኔታ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ውዳቂውን አከበረ ጌታ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ፀጋው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እንዲህ የሚያዘምረኝ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በራሴ አልቆምኩም ሚስጥሩ ገብቶኛል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ጸጋን አትረፍርፎ እየሱስ ሰጥቶኛል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ዝም አልልም አዜምለታለሁ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ላከበረኝ ጌታ ክብር እሰጣለሁ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ሰው አይደለም ጌታዬ ልዩ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የተረሳውን ሰው እንዲህ ሚያስታውሰው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ፀጋው ነው እኔን የሚያቆመኝ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እንዲህ የሚያዘምረኝ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