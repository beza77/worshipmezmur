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Meleket Alegn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Kaleab Tsegaye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የሞት መላእኩ በበር ስላለፈ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የግብጻውያን በኩር ሁሉ ተራገፈ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ቤቴ አልገባ አልተወጋ ጐኔ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ለምልክት ረጭቶት ደሙን በጉ በእኔ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ያለፈው ዐይነካካኝም የተመኘኝ አያገኘኝ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ሟርተኛው አየነካካኝም ደጋሚው አያገኘኝ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ምልክት አለኝ (4x) ልዩነት አለኝ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ዕውቀት ገባብኝ አገኘኝ በሙሉ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ይገለኛል የሚል ሳርና ቅተሉ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የገዳዬን ዱላ እንደፈራሁ አይቶ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ቀስቅሶ አስመለጠኝ ምልክትን ሰጥቶ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ያገኘኝ ሁሉ እንዳይገድለኝ (የኢየሱስ ደም አለብኝ)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ያገኘኝ በሙሉ እንዳይነካኝ (የኢየሱስ ደም አለብኝ)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ያገኘኝ በሙሉ እንዳይገድለኝ (የኢየሱስ ደም አለብኝ)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እንዳይስቅብኝ ጐልጐታ አናት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ሲኦል እንዳይዘኝ መንግሥተ ሰማይ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ምድራዊ እርካታን ያጣሁ ቢመስለኝ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የዋጋ ተመን ግን ሰቅያለው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ያለፈው ዐይነካካኝም የተመኘኝ አያገኘኝ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ሟርተኛው አየነካካኝም ደጋሚው አያገኘኝ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ምልክት አለኝ (4x) ልዩነት አለኝ (4x)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ያገኘኝ ሁሉ እንዳይገድለኝ (የኢየሱስ ደም አለብኝ)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ያገኘኝ በሙሉ እንዳይነካኝ (የኢየሱስ ደም አለብኝ)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ያገኘኝ በሙሉ እንዳይገድለኝ (የኢየሱስ ደም አለብኝ)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ያለፈው ዐይነካካኝም የተመኘኝ አያገኘኝ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ሟርተኛው አየነካካኝም ደጋሚው አያገኘኝ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ምልክት አለኝ (4x) ልዩነት አለኝ (4x)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ያገኘኝ ሁሉ እንዳይገድለኝ (የኢየሱስ ደም አለብኝ)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ያገኘኝ በሙሉ እንዳይነካኝ (የኢየሱስ ደም አለብኝ)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ያገኘኝ በሙሉ እንዳይገድለኝ (የኢየሱስ ደም አለብኝ)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