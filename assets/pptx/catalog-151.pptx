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Deg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ልለምን ስለምን ይሰጠኛል ነገሩ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ላንኳኳ ሳንኳኳ ይከፈታል ደጁ/በሩ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ልፈልግ ስፈልግ አገኛለሁ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በቃሉ አድርጉ እንዳለው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በርከክ ስል ከእግሩ ስር ስወድቅ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ይሄንን አይቶ ችላ ላይለኝ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ይሞላል እንጂ የልቤ መሻቱን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ይሰጠኛል እጁ አይሰስትም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 ነው አ/ር ደግ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ልለምን ስለምን ይሰጠኛል ነገሩ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ላንኳኳ ሳንኳኳ ይከፈታል ደጁ በሩ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ልፈልግ ስፈልግ አገኛለሁ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በቃሉ አድርጉ እንዳለው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ጉዳዬን ይዤ ወድያ ወዲህ አልልም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መፍትሔ ያለው በርሱ ዘንድ ስለሆነ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እድል ፈንታዬ በእጁ ነውና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ይጠብቀኛል ሳይሰጥ ለሌላ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 ነው አ/ር ደግ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