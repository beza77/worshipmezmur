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Alteganenem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Tekeste Getnet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አልተጋነነም የእስካሁኑ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የተነገረው በየቀኑ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አትጨረስም ተብራርተህ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ከተባለልህ በላይ ነህ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ከሁሉም ይልቅ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ማንንም ደግሞ የማይንቅ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 በማደሪያው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ቸርነቱ ያልተጕደለ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ከሁሉም ይልቅ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ማንንም ደግሞ የማይንቅ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 በሰማያት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ቸርነቱ ያልተጕደለ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እማኝ አልሻም ማጋነኛ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ታላቅነትህን ለማስረጃ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አይቼሀለሁ በሕይወቴ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ማዕረጌ ሆነህ ገብተህ እቤቴ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የቱ ተነግሮ የቱ ይተዋል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ስራህ ልዩ ነው ከአይምሮ ያልፉል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የጠቢብ ጥበብ ያአዋቂው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አይገልጥህ ተራኪው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ከሚገርመኝ ከሚደንቀኝ ነገር አንዱ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እኔን መውደዱ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ሰውን መውደዱ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አወኩህ ብዬ ደምድሜ ሳበቃ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ማለዳ ማለዳ አንተ አዲሰ ነህ ለካ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ትላንትናው ከቶ አይደለህም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አትለመድም ዛሬም አዲስ ነህ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አዲስ ነህ ጌታ አዲስ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አዲሰ ነህ ሁል ጊዜ አዲሰ ነህ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አለህ ብዙ ክብር አለህ ብዙ ሀይል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ነህ ተብሎ ማን ገልፆህ የዉቃል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አረጀ ተብሎ መርዶ አይነገር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 ጊዜ አዲስ ነህ አምላኬ ክበር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እንደው ልማዴ ነው ሳይነጋ መዘመር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እንደው ልማድ አለኝ ችግር ፊት መዘመር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ስላንተ ሲወራ ደስ ደስ ይለኝ ጀመር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ደህና ነው ስል ደህና ሆኖ ቀረ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አስፈሪው ተራራ ሆነ እንዳልነበረ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ድሮም የበላይ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ነው መገኛህ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ቤት መተህማ አላሳንስህ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ወትሮም የበላይ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ነው መገኛህ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ቤት ሲሆን ሲሆን አልቆጥብብህ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ልበልህ ጌታዬ /3×/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ልበልህ ንጉሴ /3×/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የዕለቱን መስዋዕት ከእኔ የሚሻው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ላሳርግለት ያውድ መዓዛው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አያፍርም ፊቴ እርሱ ጋ ደርሶ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ይለውጠዋል ሁሉን አድሶ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ጥያቄ ኖሮ ያልተመለሰ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መዘመር አልተው ፍቅሬም አልቀነሰ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ማጠኛውን ስጡኝ የተራዬን ልበል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ጋር ደርሶ አምልኮ አይጓደል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ላስተዋለውማ ተፈጥሮም ያወራል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ሊነጋጋ ሲቀርብ እጅግ ይጨልማል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ምልክት ነበር ድቅድቅ ማለቱ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የመጎብኛዬ ደረሰ ሰዓቱ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--------------------------------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ላመልክህ የተገባህ ጌታ አንተ ነህ 4x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ምሥጋናዬን እንካ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4x አምልኮዬን እንካ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የማንንነቴ ምንጭ መገኛ ለሆንከው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ለአንተ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የሕይወት እስትንፋስ በውስጤ ላኖርከው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ለአንተ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ባአምሳልህ ፈጥረኸኝ አልሰግድም ለሌላ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ለአንተ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ከአንተ በቀር ሚሆን የለምና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ለአንተ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ቢያጨበጭብ እጄ ዕልል ቢል ምላሴ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ስምህን ብትባርክ አምልጭ ያልካት ነፍሴ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ቻይነትህ ለእኔ ተገልጦ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አምልኮዬ ይገባሃል ምለው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መገኛዬ ነህ መገኛዬ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ብቻ ነው ምሥጋናዬ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ፈጣሪዬ ነህ ፈጣሪዬ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ብቻ ነው አምልኮዬ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 ከከበቧት የሆንክላት መዳን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ለአንተ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ውላ እንድታድር በሰላምህ ድንኳን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ለአንተ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የሕይወቴ ተስፋ እንዲያልፍ ከምድር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ለአንተ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ዓይኖቼን ያበራህ ለሰማዩ ሚስጥር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የሚገባው ለአንተ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-----------------------------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ብዬ ሳስብ ሳሰላስለው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እንዴት ድንቅ ነው 3x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ብዬ ሳስብ ሳሰላስለው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እንዴት ድንቅ ነው 3x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ምሕረቱን አስቤ አቤት ስል ፍቅሩ አለ ለካ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ፍቅሩን አስቤ አቤት ስል ባርኮቱ አለ ለካ አለ ለካ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እንዴት አመስግኜው ልርካ 4x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አልጠፋብሽ ያለኝ ከልቤ ውስጥ የእግዚአብሔርስ ፍቅር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አሳዳጊነቱ አባትነቱ ከህይወቴ ጅምር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ትዝታ አይደለም እያነሳሁ ምተርክለት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በርሱ አይደለም ወይ እስከ አሁኗ ድረስ ያለሁት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ምህረት አቤት አቤት አቤት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ወዳድነትህ አቤት አቤት አቤት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የፍቅሩ ጥልቀት አቤት አቤት አቤት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እሩህሩህነትህ አቤት አቤት አቤት 2x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ሁለት ብዬ ውለታውን አስቤ ልቆጥር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ጥፍት ይለኛል ከየት ተነስቼ እንደምጀምር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እንኳን ቢረዳኝ ቢነግርልኝ ውስጤን ቢገልጸው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እንደእግዚአብሔር ያለ የለም ብዬ ልደምድመው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እንደእግዚአብሔር የለም አቤት አቤት አቤት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ቢፈለግ ዘላለም አቤት አቤት አቤት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እንደእሱ የለም አቤት አቤት አቤት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ቢፈለግ ዘላለም አቤት አቤት አቤት 2x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ምሕረቱን አስቤ አቤት ስል ፍቅሩ አለ ለካ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ፍቅሩን አስቤ አቤት ስል ባርኮቱ አለ ለካ አለ ለካ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እንዴት አመስግኜው ልርካ4x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