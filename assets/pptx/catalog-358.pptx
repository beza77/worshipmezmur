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Biete Seri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ባማረ ባጌጠ ቤት ውስጥ ተሰይሚያለሁ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በተዋበ ህዝብ ተከብቢያለሁ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ዙሪያዬን የማየው ሁሉ ለዓይን ይስባል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ግን ታምሜ ውበቴ ጠፍቶኛል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ከቤትህ ውስጥ እያለሁ እኔ ጐድያለሁ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ለሚያየኝ ለስሙ እኔ እንዳለሁ አለሁ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ቤትህን ሲሞላው ዕልልታና ሆታ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የሚያውከኝ የነፍሴ ጭንቀቷ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 ቤት እኔ ነኝ የእኔ ቤት ሌላ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ቤተ ሰሪው በዝቶ መላ የሚለኝ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ቀርበህ ሳለህ ከደጅ ልትመጣ ወዳጄ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ይሆን የማይህ እሩቅ አገር ሄጄ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ያዳራሹ ውበት እኔን ሸፍኖኛል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ግዑዝ ከእኔ በልጦ አልፎ ይኮንነኛል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በጌጥ የታጀበ ቤቱ ተሰርቶ አልቆ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ልብ ሁሉ በእጁ ነው የእኔን ቦታ ወስዶ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ይበል እርሱም ይመር ቦታም አይጥበበን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ለታደሰ ቤት ምነው አጉል አጉል ሆነ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ካልተደስኩኝ ካልሆንኩኝ እንደ ቤቱ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ትርጉም የለሽ ኑሮ ድካም ነው ለከንቱ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ቀኑ ቀርቧል እያልን ፍጻሜ የዘመን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ከንቱ ቤት ስንሰራ ዘለዓለሙን ትተን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ተላልፈን እንዳንቀር አቤቱ አደራ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የተጣልን እንዳንሆን እንደነበርን ሥምህን ስንጠራ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ሥምህን ስንተጠራ ሥምህን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አደራ የነበርን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ሥምህን ስንጠራ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