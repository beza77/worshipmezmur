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Bemaleda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የተገባህ ምስጋና አንተ ነህ የኔ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የተገባህ ክብር ላንተ ነው የኔ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በምስጋና ወደፊትህ እቀርባለሁ ላመልክህ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አምላኬ ሆይ ይገባሃልና ለስምህ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በምስጋና የተፈራህ ገናና አምላክ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ለዑል አምላክ ብንዘምርህ ብንሰግድልህ አይበቃህም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አእላፋት ያንተ ፍጥረት ላንተ ክብር ያዜማሉ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ከለሊት ያንተን ስራ በምስጋና ያውጃሉ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በማለዳ ምስጋናዬን አበዛለሁ እኔ አበዛለሁ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በቀትርም/በሌሊትም ዝማሬዬን አበዛለሁ አበዛለሁ /x2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 ሀያል የአማልክቱም አምላክ ገዢ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ታላቅ ጌታ የሆነልህ ሰማይ ምድሩ ምስጋናህ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መላዕክቱ ላንተ ሞገስ ላንተ ግርማ ይዘምራሉ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ባይገልፅህም በአዲስ ቅኔ ምስጋናህን ያውዳሉ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በማለዳ ምስጋናዬን አበዛለሁ እኔ አበዛለሁ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በቀትርም/በሌሊትም ዝማሬዬን አበዛለሁ አበዛለሁ /x2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 ብዙ ተደርጎልኛል/ሆኖልኛል ኧረ አኔ ብዙ ሆኖልኛል/ተደርጎልኛል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ከማመስገን በቀር ምን ይሻለኛል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ከማመስገን በቀር ምን ይገልፅልኛል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ከማመስገን በቀር ምን ይበጀኛል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ከማመስገን በቀር ምን ይገልፅልኛል /x2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እስትንፋስ ያለው ሁሉ እግዚአብሔርን ያመስግን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ያመስግን /x4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