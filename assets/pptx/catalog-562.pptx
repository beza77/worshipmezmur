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Sema Sema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 ሰማ ጸሎቴን 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 አየ መገፋቴን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 ብዬ የጮኽኩትን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ፍረድልኝ ብዬ ያልኩትን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አፈረ አፈረ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ከሰረ ከሰረ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እዬዬ ነው በጠላት መንደር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ላይ እግዚአብሔር ሲከብር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 ሰማ ጸሎቴን 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 አየ መገፋቴን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 ብዬ የጮኽኩትን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ፍረድልኝ ብዬ ያልኩትን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ስማማ ስማ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ቁርጡን ቁርጡን እወቀው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እንደው ማምለኬን አልተው / እኔ መዘመሬን/ማገልገሌን አልተው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ያለቀለት ነገር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መስሎት ነበር ያበቃልኝ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መስሎት ነበር ያለቀልኝ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ሞኜ አይ ሞኜ አላወቀኝ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እንደያዝኩኝ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ሞኜ አይ ሞኜ መቼ አወቀኝ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እንደያዝኩኝ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ብሎ ማን አፈረ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 ከሰረ ማ ከሰረ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ብሎ ማ ዘገየ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ሁሉ የተለየ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 ሰማ ጸሎቴን 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 አየ መገፋቴን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 ብዬ የጮኽኩትን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ፍረድልኝ ብዬ ያልኩትን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