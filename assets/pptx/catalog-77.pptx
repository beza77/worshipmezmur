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Bekefta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የምትሰራውን ስለምትመዝን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በሚሆነው ነገር እኔ አላዝን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የማመልክህ አምላክ ለኔ ልዩ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ለተገፉት ደራሽ በጸድቅ ትፈርዳለህ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በከፍታ በዝቅታ በሃዘንም በደስታ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አከብራለሁ ጌታን አንተን አከብራለሁ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አከብራለሁ ኢየሱስ አንተን አከብራለሁ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ለኔም ምታስበው በጐና መልካም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 ሃሳብ አይደል የሰላም ሃሳብ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ከኔ የበለጠ ለኔ ታስባለህ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ከእናት ከአባት ይልቅ ትጠነቀቃለህ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በከፍታ በዝቅታ በሃዘንም በደስታ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አከብራለሁ ጌታን አንተን አከብራለሁ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አከብራለሁ ኢየሱስ አንተን አከብራለሁ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በወይንም ሐረግ ውስጥ ፍሬ ባይገኝ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ትናንት የነበረኝ ዛሬ ባይኖረኝ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ማታ ባለቅስ እንኳን ጠዋት እስቃለህ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ሁልጊዜ አንተን አከብራለሁ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በከፍታ በዝቅታ በሃዘንም በደስታ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አከብራለሁ ጌታን አንተን አከብራለሁ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አከብራለሁ ኢየሱስ አንተን አከብራለሁ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ሰማዩ ቢጠራ ደመናም ባይኖርም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ምልክት ባይታይ ነፋስም ባይነፍስም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በገናዬን ይዤ እደረድራለሁ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ሸለቆ ሲሞላ በዓይኔ አየዋለሁ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በከፍታ በዝቅታ በሃዘንም በደስታ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አከብራለሁ ጌታን አንተን አከብራለሁ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አከብራለሁ ኢየሱስ አንተን አከብራለሁ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