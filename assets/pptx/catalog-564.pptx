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Serayie Anten Mamlek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ሥራዬን ሰራለሁ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ሥራዬም አንተን ማምለክ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ሥራዬም አንተን ማምለክ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ሥራቸው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ግን እርሱን ማምለክ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በየጠዋቱ በየማታው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መክብር መወደስ የሚገባው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አላስገደደኝ አላዘዘኝ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እራሴ ፈቃደኛ ነኝ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ሥራዬን ሰራለሁ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ሥራዬም አንተን ማምለክ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ሥራዬን ሰራለሁ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ሥራዬም አንተን ማክብር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ሥራዬን ሰራለሁ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ሥራዬም ለአንተ ማዜም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አላጓድልም ሥራዬን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ማምልኬን ማክብሬን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አላጓድልም ሥራዬን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መውደዴን ማፍቀሬን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ነጋልኝ ደግሞ ላመስግነው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ለጌታዬ ይድረሰው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እስኪመሽ እስኪጨልም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በዙፋኑ ይፍሰስ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ሆሆ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ነጋልኝ ደግሞ ላመስግነው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ለጌታዬ ይድረሰው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እስኪመሽ እስኪጨልም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በዙፋኑ ይፍሰስ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ያለመጠን ያለልክ አመሰግንሃልሁ አመሰግንሃልሁ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አለኝ ልክ አለኝ ገደብን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ለማምልክ ግን ገደቤን ጥሻለሁ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ሆሆ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ነጋልኝ ደግሞ ላመስግነው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ለጌታዬ ይድረሰው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እስኪመሽ እስኪጨልም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በዙፋኑ ይፍሰስ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እንደሚያበራ እንደሚደምቅ እንደ ከዋክብት ነህ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እንደምን ብዬ እንዴትስ ብዬ እንደምን ላድንቅህ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በሚገባኝ ቋንቋ ባሞጋግስህ ከሚገባኝ በላይ አንተ ልዩ ነህ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ሆሆ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የእኔ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የእኔ ወዳጅ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ነጋልኝ ደግሞ ላመስግነው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ለጌታዬ ይድረሰው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እስኪመሽ እስኪጨልም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በዙፋኑ ይፍሰስ 2x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እስኪመሽ እስኪጨልም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በዙፋኑ ይፍሰስ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