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Aba Wedhalew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ወድሀለዉ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ወድሃለው 8X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የፀሎቶቼን ርዕሶቼን ይዤ ጥያቄ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በርከክ ስል ለምን እንደመጣሁ እርስት አድርጌ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የምለው ጠፋኝ ታዲያ ምን ልበል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ከናፍርቶቼ አወጡ ይሄን ቃል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ወድሃለው 8X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መገኘትህ ህልውናህ መልስ ይሆነኛል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የያዝኳቸው ቃላቶቼ ይሰወሩብኛል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አንደበቴ ሚደጋግመው ማይዘነጋው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እንዲህ ነው ሚለው አባ ወድሃለው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ኦሆ ወድሃለው ወድሃለው አባ ወድሃለው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ወድሃለው 6X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 ወድሃለው 8X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