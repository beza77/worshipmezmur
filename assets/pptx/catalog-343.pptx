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Yehiew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Haileyesuse Taddesse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አሃ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ለድል እንጂ ለሽንፈት እኔ አልተጠራሁም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ሲጠራኝ ከዚያ ከጨለማ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እባብና ጊንጡን እንድረግጥ ነውና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ሲያወጣኝ ከዚያ ከጨለማ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እባብና ጊንጡን እንድረግጥ ነውና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በማይመች ነገር የሚመቸው ጌታ አሃሃ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ከእኔ ጋር ስላለ በድፍረት እላለሁ እየሱስ ነው ጌታ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አድራጊዉ ጌታ ድል ያንተ ነዉ ብሏል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ጠላቴ ሆይ ስማ ድል መንሳትስ የታል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አሸናፊው ጌታ ድል ያንተ ነው ብሏል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ጠላቴ ሆይ ስማ ድል መንሳትስ የታል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ለድል እንጂ ለሽንፈት እኔ አልተጠራሁም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ሲጠራኝ ከዚያ ከጨለማ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እባብና ጊንጡን እንድረግጥ ነውና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ሲያወጣኝ ከዚያ ከጨለማ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እባብና ጊንጡን እንድረግጥ ነውና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የምሞትበት ተሽሯል አዋጁ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ትዕዛዝ አውጥቷል ታሪክን ለዋጩ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መስንቆዬም ይውረድ ከተሰቀለበት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ለአሸናፊው ጌታ መዝሙር ይዜምበት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በአዲስ ምስጋና በዕልልታ ሆታ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ፊቱ እገባለሁ ከፍ ይበል ጌታ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ሽብሸባ ይኽው ስግደቴ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ድልን ስለሰጠኝ ለመድሃኒቴ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ለሆነኝ ጉልበቴ ይኽው ስግደቴ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እኔነቴ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ይኽው ተቀበለው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ላንተ ያለኝ ዕልልታ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ተቀበለው አባ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ላንተ ያለኝ ጥብጨባ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ይኽው አምልኮው ይኽው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ይኽው ዝማሬዉ ይኽው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ይኽው ሽብሸባው ይኽው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ይኽው ዕልልታው ይኽው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ጨለማዬ በራ የፅድቅ ፀሃይ ወጣ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የመጐብኘት ዘመን ይኽው ለእኔ መጣ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እንዲሁ አልቀረሁም በመድረ በዳ ላይ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ዘንበለ ብሎልኛል ጌታዬ ከሰማይ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ስሙ ከፍ ይበል ይወደስ ይግነን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የአምልኮ ሽታ ቤቱን የሙላልኝ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በጠላቴ ላይ ድልን ለሰጠኝ ለዚህ ለጌታ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እልልታ አለኝ ዝማሬ አለኝ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ሽብሸባ አለኝ አምልኮ አለኝ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ይኽው ተቀበለው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ላንተ ያለኝ ዕልልታ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ተቀበለው አባ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ላንተ ያለኝ ጥብጨባ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ይኽው አምልኮው ይኽው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ይኽው ዝማሬዉ ይኽው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ይኽው ሽብሸባው ይኽው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ይኽው ዕልልታው ይኽው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