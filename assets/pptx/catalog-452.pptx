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Erotalehu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ማዳኑን አይቻለሁ ምስክሩ ሆኛለሁ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ሥራውን አወራለሁ ጌታዬን አከብራለሁ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ከጌታ የተነሳ ነው በህይወት የምኖረው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ዛሬም የምዘምረው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ቸርነቱ ለአኔ በዝቶልኝ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የትናንቱን እየረሳሁ የዛሬውን ልጨብጥ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ወደፊት እዘረጋለሁ በአዲስ መገለጥ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ካየሁት ወደሚበልጠው ክብር እሮጣለሁ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ካወቅሁት በላይ ለማወቅ እገሰግሳለሁ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እሮጣለሁ እስከመጨረሻ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ነውና የእኔ ድርሻ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እጋደላለሁኝ መልካም ገድል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ከእጁ ለመውሰድ የፅድቅ አክሊል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የእውነትን ቃል በቅንነት እየተናገርኩኝ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የምሥራቹን ለፍጥረት እያበሰርኩኝ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የማላሳፍር ሠራተኛ ሆኜ በዚች ምድር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እተጋለሁኝ እሩጫዬን ልፈጽም ዘወትር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መልካሙን ገድል ተጋድዬ ሩጫዬን ስጨርስ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ሐይማኖቴንም ጠብቄ ወደ ሀገሬ ስደርስ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 ፈራጅ የሆነው ጌታ ያኔ ይሸልመኛል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የተዘጋጀልኝን አክሊል ያስረክበኛል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መዳኔን አይቻለሁ ምስክሩ ሆኛለሁ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ሥራውን አወራለሁ ጌታዬን አከብራለሁ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