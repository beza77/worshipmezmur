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Amlake Endante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Mesfin Gutu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እንዳንተ ኧረ ማን አለ ለእኔ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እየሱስ እንዳንተ ኧረ ማን አለ ለእኔ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አባቴ እንዳንተ ኧረ ማን አለ ለእኔ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እየሱስ እንዳንተ ኧረ ማን አለ ለእኔ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ያንተ እኮ ልዩ ነው/4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እኮ ከእናት በላይ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እኮ ከአባትም በላይ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እኮ ከሁሉም በላይ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እኮ ያንተ እኮ ልዩ ነህ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ሃዘን በዙሪያዬ በከበበኝ ግዜ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ወዴት ነው ስል ስጮህ አምርሬ/2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ስትደርስልኝ መከራዬን ረሳሁ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ዘይት ቀባህ ራሴን ባንተ እኔስ ታየሁኝ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ባንተ እኔስ ታሰብኩኝ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ያንተ እኮ ልዩ ነው/4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እኮ ከእናት በላይ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እኮ ከአባትም በላይ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እኮ ከሁሉም በላይ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እኮ ያንተ እኮ ልዩ ነህ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እንዳንተ ኧረ ማን አለ ለእኔ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እየሱስ እንዳንተ ኧረ ማን አለ ለእኔ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አባቴ እንዳንተ ኧረ ማን አለ ለእኔ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እየሱስ እንዳንተ ኧረ ማን አለ ለእኔ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የእናትን ፍቅር ጠንቅቄ አውቀዋለው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ያባትንም ደግሞ በደንብ አውቀዋለው/2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ከማውቀው በሙሉ ያንተስ ተለየብኝ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የፍቅርን ትርጉም እኔስ ባንተ አወኩኝ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ባንተ ተረዳሁኝ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ያንተ እኮ ልዩ ነው/4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እኮ ከእናት በላይ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እኮ ከአባትም በላይ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እኮ ከሁሉም በላይ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እኮ ያንተ እኮ ልዩ ነህ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እንዳንተ ኧረ ማን አለ ለእኔ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እየሱስ እንዳንተ ኧረ ማን አለ ለእኔ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አባቴ እንዳንተ ኧረ ማን አለ ለእኔ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እየሱስ እንዳንተ ኧረ ማን አለ ለእኔ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