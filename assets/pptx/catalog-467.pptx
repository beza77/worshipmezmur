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Man Lebelew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ከጅምሩ በዚህ ሂድ ያለኝ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ወጥቼ እስክመለስ ዐይን ዐይኔን ያየኝ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ጥርሴ እየሳቀ ልቤ እያለቀሰ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የኖርኩበት ዘመን በክብር ተካሰ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አባት ብለው አይገልጸውም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 ብለው አይገልጸውም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ብለው አይገልጸውም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ማን ልበለው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ገዳዬ እንዳያየኝ እጁ ላይ ተኝቼ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ደጅ አድሬ አላውቅም ከእቅፉ ወጥቼ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 አባት 2x ነፍሱን እስከመስጠት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አጥሮታል ዙሪያዬ ግድግዳ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 እንዴት ጭንቅ ነው የመከራው ናዳ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ከቤት ውስጥ ትንሽ ነኝ ዘመድ የለኝ ደግሞ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የአለእድሜዬ ክብር አሳየኝ አቁሞ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አባት ብለው አይገልጸውም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 ብለው አይገልጸውም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ብለው አይገልጸውም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ማን ልበለው 4x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ይማከራሉ ሌሊት ያደባሉ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ህልም የነገርኳቸው አብረውኝ የበሉ ወንድሞች ተባሉ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ሄጄ ሂጄ ደክሞኝ መንገድ ላይ ወድቄ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እንዳይገድሉኝ በእጁ ትደብቄ እዛው ተደብቄ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 አባት 2x ነፍሱን እስከመስጠት 5x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