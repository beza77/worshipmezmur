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Beheywetie Zemen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8x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አልተውከኝም ፈጽሞ አልረሳኸኝም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ለአንድ አፍታ አልረሳኸኝም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 ጭነህ መርቀኸኛል ተባረክ ብለህ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መልስን ሰጠኸው አትንካው ብለህ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ስል የበረከት ምንጭ ያጋጥመኛል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ሳልደርስ ስራዬን ሰርተህ ጠብቀኸኛል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ጠብቀኸኛል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ያንተስ ነገር ስንቱ ይነገር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ያንተስ ስራ ስንቱ ይወራ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8x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አልተውከኝም ፈጽሞ አልረሳኸኝም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ለአንድ አፍታ አልረሳኸኝም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ስላለፈው ልቤ ሲነሳ ሊያመሰግንህ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በመንገዴ ፈጥረህ ጠበቅከኝ ሌላ ተዓምር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እጁን ባፉ ላይ እስኪጭን ድረስ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በሩቅ በቅርብ ተዓምር ተባለ ሆነኸኝ ሞገስ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ሆነኸኝ ሞገስ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ያንተስ ነገር ስንቱ ይነገር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ያንተስ ስራ ስንቱ ይወራ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8x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አልተውከኝም ፈጽሞ አልረሳኸኝም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ለአንድ አፍታ አልረሳኸኝም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