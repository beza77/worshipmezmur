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Eyewale Eyader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ሁሉን አድርገህልኛል የቀረብኝም የለም ሌላ ምልህ ባይኖረኝ እወድሃለሁ እኔም ሌላ ምልህ ባይኖረኝ እወድሃለሁ እኔም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የሰማይን ፀጋ የምድርን በረከት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በሌላ እኮ አይደለም ባንተ ነው ያገኘሁት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ጽድቅና ሰላምን የመንፈስን ደስታ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አጎናጽፈኅኛል የሰራዊት ጌታ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ሁሉን አድርገህልኛል የቀረብኝም የለም ሌላ ምልህ ባይኖረኝ እወድሃለሁ እኔም ሌላ ምልህ ባይኖረኝ እወድሃለሁ እኔም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ያጠያይቃል መልካምነትህ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ለኔስ ጌታ ኢየሱስ በረከቴ ነህ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መወደድ ስይንስህ ነው መች ይበዛብሃል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እኔነቴ ዘሬ የገዛልሃል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እየዋለ እያደር ታምራትህ በዛ የነገስታት ንጉስ የጌቶቹ ጌታ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እንልሃለን ማዳንህን እያየን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በላይ ምስጋናን እንሰዋለን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እንልሃለን ምሕረትህን እያየን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በክብርም በላይ ክብርን እንሰጣለን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መልካምን ማድረግ ማይታክትህ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እግዚአብሔር ቸርነትህ አሃሃ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 ያረከው ሳይበቃህ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ደገምከኝ አብዝተህ 2x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 ላይ ሌላ ክብር በክብር ላይ አሃ ቆርጫለሁ ለመጨመር ከዚያም በላይ አንደበቴን በምስጋና እየከፈትኩ ኦሆ ለድል ጌታ የድል ዜማን አመጣለሁ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እየዋለ እያደር ታምራትህ በዛ የነገስታት ንጉስ የጌቶቹ ጌታ 2x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እንልሃለን ማዳንህን እያየን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በላይ ምስጋናን እንሰዋለን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እንልሃለን ምሕረትህን እያየን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በክብርም በላይ ክብርን እንሰጣለን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ተራሮችንም ትክክል አደረክና እግዚአብሔር አሃ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የነሃሱን ደጆች ሰባብረህ እኔን ለክብር አበቃህ 2x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 ላይ ሌላ ክብር በክብር ላይ አሃ ቆርጫለሁ ለመጨመር ከዚያም በላይ አንደበቴን በምስጋና እየከፈትኩ ኦሆ ለድል ጌታ የድል ዜማን አመጣለሁ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መታመኛዬ ነው ጌታዬ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ንጉሴ መደገፊያዬ ነው አምባዬ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