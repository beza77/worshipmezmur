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lzabielen Wushoch Yibelua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ቤቱ ቀን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ን ያዋርዳል አልዛቤልን ውሾች ይበሏ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ብያትን ይታደጋል አያይ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ጆችዋም ያስመልጣል አልዛቤልን ውሾች ይበሏታ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ከኔ ጋር ያለው ማነው የሚበቀ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ፍታዋ ላይ ወርውሯ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ማ እራሷን አስጊጣ አለች ሰውን ልታስ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ፍታዋ ላይ ወርውሯት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ነፍ ከእንግዲህ ያብቃ ዛቻዋን ሰምቶ ድ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ጣና ተበቀላት አልዛቤልን ውሾች ይብሏ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ነፍ ከእንግዲህ ያብቃ ዛቻዋን ሰምቶ ድ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ጪና ተበቀያት አልዛቤልን ውሾች ይብሏ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ከኔ ጋር ያለው ማነው የሚበቀ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ፍታዋ ላይ ወርውሯ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ማ እራሷን አስጊጣ አለች ሰውን ልታስ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ፍታዋ ላይ ወርውሯት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ኛህ ንቃ ቀን ሳ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ሷ እያለች ምን ሰላም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ረን እናስወግ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ጥላት እንዳታነሳ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ባለሁበት ከ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ሰራም ግልሙትና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ም ባለንበት መን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ሰልጥን የእሷ ነገ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