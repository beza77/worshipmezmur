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Enienja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ቃል አገኝ ይሆን ወይ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ለመግለጽ የሚሰማኝን ከአንተ ጋር ስሆን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የሞላበት ደስታ የሞላበት ፍቅር የሞላበት እግዚአብሔር ያለበት ሰላም የሞላበት ደስታ የሞላበት ፍቅር የሞላበት እግዚአብሔር ያለበት እግዚአብሔር ያለበት 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መንግስት ጽድቅና ሰላም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 የሆነ ደስታ ናት (4x)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ጸጥታ ያለበት እረፍት የሞላበት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እፎይታ ያለበት እግዚአብሔር ያለበት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የሞላበት ደስታ የሞላበት ፍቅር የሞላበት እግዚአብሔር ያለበት እግዚአብሔር ያለበት (4x)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ቃል አገኝ ይሆን ወይ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ለመግለጽ የሚሰማኝን ከአንተ ጋር ስሆን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ፍጥረት አይቶ ተደነቀብህ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የእኛማ እግዚአብሔር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እኩያ የለህ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ፍጥረት አይቶ ተደነቀብህ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ኢየሱስ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እኩያም የለህ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እግዚአብሔር የሚሰማ የሚመልስ የሚናገር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የሚሰማ የሚመልስ የሚናገር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ሥጋዬን አልነጭም ፊቴን አልቧጭርም አምላኬን ለማግኘት ብዙ አልቸገርም እግዚአብሔር ሆይ ስለው አቤት የሚለኝ ሰምቶ የሚመልስ አምላክ ነው ያለኝ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እግዚአብሔር የሚሰማ የሚመልስ የሚናገር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የሚሰማ የሚመልስ የሚናገር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የሚናገር የሚናገር የሚሰማ የሚመልስ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የሚናገር የሚናገር የሚነግረኝ የሚነግረኝ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የሚያወራኝ የሚያወራኝ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ፍጥረት አይቶ ተደነቀብህ የእኔ ጌታ ኢየሱስ እኩያም የለህ (4x) አቤት ፍጥረት አይቶ ተደነቀብህ የእኔ ጌታ ኢየሱስ እኩያም የለህ (6x)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