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Maderiyah Endiet Yamare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"(ሃሌሉያ) ሉዑል ሆይ ማደሪያህ እንደምን የተወደዱ ናቸው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(ሃሌሉያ) እናመሰግንሃለን (ሃሌሉያ) (3x) ማደሪያህ ውብ ነው (ሃሌሉያ) (4x)"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ማደሪያህ እንዴት ያማረ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 እንዴት ያማረ ነው (8x)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የገባውን ቃልኪዳኑን ያላጠፈ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ሲሸከመኝ ለዘመናት ያልሰነፈ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በድካሜ የያለኝን ሳይለውጠው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ስደርስበት ሁሉንም እንዳለኝ ነው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ማደሪያህ እንዴት ያማረ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መንፈስህ እንዴት ያማረ ነው (8x)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"ያማረ ነው ማደሪያህ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ያለህበት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ያማረ ነው መኖሪያህ ያማረ ነው"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የትንቢቱን ቃል ሲፈጽመው በየተራ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ተሳስቶ አንዴ ለሰው መች አወራ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አወይ አባት ኀጢአቴን ተሸክሞ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በአደባባይ እወደዋለሁ ይላል ቆሞ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ከአምልኮ እነሳለሁ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ከአምልኮ የሚሻል ምንድን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ከጸሎት እነሳለሁ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ከጸሎት የሚያስነሳኝ ምንድን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መዝሙር አቆማለሁ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ከመዘመር የሚሻል ምንድን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መዋያዬ ቅድስተ ቅዱሳን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ማደሪያዬ ቅድስተ ቅዱሳን (8x)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