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Barkotien Lequterew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አምላኬ ያረገውን ባርኮቴን ልቁጠረው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 ሃዘኔን ገፎ ወዴት እንዳረገው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አልሆነም ያም አልሆነም ብሎ ላስጨነቀኝ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ደግሞ በተራዬ ይህም ሆኗል ያኛውም ሆኗል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እያልኮኝ ባርኮቴን ስቆጥር ድል ይሆንልኛል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አቤኔዘር እግዚአብሔር ረዳኝ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የትናንቱን ካሻገረኝ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ለዛሬውስ ምን አሰጋኝ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ለነገውም እርሱ አለኝ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ባርኮቴን ስቆጥረው ዘምር ዘምር ይለኛል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ያዘነው ልቤ ይጽናናል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ተስፋና እምነት ይሞላል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ከሸለቆም ይወጣል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ባርኮቴን ስቆጥረው ዘምር ዘምር ይለኛል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ያዘነው ልቤ ይጽናናል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ተስፋና እምነት ይሞላል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ከሸለቆም ይወጣል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አቤኔዘር እግዚአብሔር ረዳኝ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የትናንቱን ካሻገረኝ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ለዛሬውስ ምን አሰጋኝ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ለነገውም እርሱ አለኝ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ባርኮቴን ስቆጥረው ዘምር ዘምር ይለኛል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ያዘነው ልቤ ይጽናናል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ተስፋና እምነት ይሞላል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ከሸለቆም ይወጣል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ባርኮቴን ስቆጥረው ዘምር ዘምር ይለኛል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ያዘነው ልቤ ይጽናናል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ተስፋና እምነት ይሞላል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ከሸለቆም ይወጣል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ለጻድቁ ለሃጥኑ ለሃብታሙ ለድሆቹ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ወይ ለረጅም ወይ ለአጭሩ ለጥቁር ሆነ ለነጩ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ሳያማርጥ በምድር ላይ ከቻለ ፀሐይን ማውጣት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ድንገት የጸሎቴ መልሱ ጊዜዋን ቢያስረዝማት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ምነው ነፍሴን አበሳጫት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ሥጋዬማ ሁልጊዜ ማኩረፍ ልማዱ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መንፈሴ ከውስጥ ውስጡን ይቆጥራል የእጁን ስራ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የእርሱ ይሻላል ሥጋዬ ከአፈር የአፈር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መንፈሴ ግን ከእስትንፋሱ የእራሱ የእግዚአብሔር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ከእርሱ ጋራ እኔም ልቆጥር በረከቴን ወስኛለሁ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አምላኬ ያረገውን ባርኮቴን ልቁጠረው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 ሃዘኔን ገፎ ወዴት እንዳረገው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አልሆነም ያም አልሆነም ብሎ ላስጨነቀኝ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ደግሞ በተራዬ ይህም ሆኗል ያኛውም ሆኗል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እያልኮኝ ባርኮቴን ስቆጥር ድል ይሆንልኛል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አቤኔዘር እግዚአብሔር ረዳኝ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የትናንቱን ካሻገረኝ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ለዛሬውስ ምን አሰጋኝ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ለነገውም እርሱ አለኝ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አቤኔዘር እግዚአብሔር ረዳኝ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የትናንቱን ካሻገረኝ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ለዛሬውስ ምን አሰጋኝ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ለነገውም እርሱ አለኝ 2x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ባርኮቴን ስቆጥረው ዘምር ዘምር ይለኛል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ያዘነው ልቤ ይጽናናል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ተስፋና እምነት ይሞላል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ከሸለቆም ይወጣል 2x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ባርኮቴን ስቆጥረው ዘምር ዘምር ይለኛል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ያዘነው ልቤ ይጽናናል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ተስፋና እምነት ይሞላል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ከሸለቆም ይወጣል 2x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አቤኔዘር እግዚአብሔር ረዳኝ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የትናንቱን ካሻገረኝ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ለዛሬውስ ምን አሰጋኝ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ለነገውም እርሱ አለኝ 2x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ባርኮቴን ስቆጥረው ዘምር ዘምር ይለኛል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ያዘነው ልቤ ይጽናናል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ተስፋና እምነት ይሞላል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ከሸለቆም ይወጣል 2x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ባርኮቴን ስቆጥረው ዘምር ዘምር ይለኛል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ያዘነው ልቤ ይጽናናል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ተስፋና እምነት ይሞላል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ከሸለቆም ይወጣል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