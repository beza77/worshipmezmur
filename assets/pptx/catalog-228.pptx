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Abatenetu Kemiseyemebet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ምክንያት በሰማይና በምድር 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ከአብ ፊት እምበረከካለሁ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የሕይወቴንና የኑሮዬን ሸክም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ቀኑን ሙሉ ይዤው አልመላለስም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 ተነስቼ ስደፋ በፊቱ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ሸክሜ ተራግፎልኝ እሆናለሁ ብርቱ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ያለምክንያት አይደል የምምበረከከው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ሰምቶ የሚመልስ አምላክ ስላለኝ ነው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ያለኝን የልቤን ለማውራት በፊቱ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ከእግሩ በቀር??? ስሆን ይመጣል መንፈሱ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መልስ እንኪመጣልኝ በፊቱ ያለእረፍት???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መንፈሱ ያግዘኛል ከልቤ??? እንድቃትር???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አምናለሁ ይራገፋል በእኔ እያለው ሸክም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በፊቱ ወድቄ ያለ መልስ አልሄድም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ነውና ይሰማኛል ብዬ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ልጠይቅ ልረዳ ያለኝን ከልቤ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ስንበረከክ ደስታን አሞላለሁ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ለጠየቅሁት ሁሉ መልስን አገኛለሁ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አይደለም በፊቱ መውደቄ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ማንነቱን በደምብ ገብቶኝ ነው አውቄ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አባትነት ሁሉ ከሚሰየምበት ዙፋንህ ካለበት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እምበረከካለሁ ጉልበቴ ይታጠፋል ሸክሜ ይራገፋል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ተነስ የእኔ ጌታ ስራ እንደቀድሞ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ይብቃ ይህ ድካሜ ይወገድ ፈጽሞ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ከከበበኝ ነገር መፍትሄ እንድትሆነኝ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አንተ እጣራለሁ ኢየሱሴ ምትሰማኝ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ልጥራህ በማለዳ ልጥራህ በጠዋቱ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ምታድሰኝ ኢየሱስ የናዝሬቱ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የጥንቱ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