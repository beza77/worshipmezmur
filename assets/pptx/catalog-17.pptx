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Bemejemeriya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በመጀመሪያ ቃል ነበር ሌላ አልነበረም ፍጥረት ሳይፈጠር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ነበረ ተብሎ እንጂ ጅማሬህን አውቆ ማን ይናገራል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ሚያወጋ ከአንተ ቀድሞ የኖረ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አልኖረም… የህይወት መገኛ የፍጥረት ምንጭ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አልኖረም… ህይወት ባንተ ይገኛል ለሰው ብርሃን ሆኖአል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ፍጥረታት በቃል ሳይፈጠሩም በፊት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እግዚአብሔር ነበር የሚኖር ዘላለም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ቃልም ስጋ ሆኖ በኛ ዘንድ ያደረው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ዓለማት ሳይኖሩ እርሱ ያው እሱ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በመጀመሪያ ቃል ነበር ሌላ አልነበረም ፍጥረት ሳይፈጠር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ነበረ ተብሎ እንጂ ጅማሬህን አውቆ ማን ይናገራል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ሚያወጋ ከአንተ ቀድሞ የኖረ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አልኖረም… የህይወት መገኛ የፍጥረት ምንጭ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አልኖረም… ህይወት ባንተ ይገኛል ለሰው ብርሃን ሆኖአል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አትለካም ከቶ በሰዎች መለኪያ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ቃላት በዝቶ አንተን አያብራራ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እርጅና ተጭኖህ ደግፉኝ አትልም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ከስም ሁሉ በላይ የሆነ ስም አለህ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ይኖራል ባንተ..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አያኖርህ አንተን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ይኖራል ባንተ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አያኖርህ አንተን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መገኛ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የሁሉ ጅምር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በጊዜ አትለካም 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ዘመን አይሽርህም አንተን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