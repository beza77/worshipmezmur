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Dl New Yemitayeng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ሃያል ቢሆን ሰልፉ የበረታ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ክንዱን ሰበረልኝ የይሁድ አንበሳ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ከሁኔታ በላይ ልይ እንጂ አሻግሬ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ይስለመደኝ ሁሌ ድል ነው ለኔ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ድል ነው ለኔ/8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ድል ነው የሚታየኝ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ከፍታ ነው የሚታየኝ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ድል ነው የሚታየኝ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ከፍታ ነው የሚታየኝ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የሚታየኝ/8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ይታየኛል ዝቅታ ዝቅታ/2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የማመልከው አምላክ ሆኖልኝ ከፍታ/2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እኮ የተራራ አምላክ ብቻ አይደለም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በሸለቆም ድል የእርሱ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በዝቅታም ድል የእርሱ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በማጣትም ድል የእርሱ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በማግኘትም ድል የእርሱ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ድል የእርሱ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ድሉ እኮ የጌታ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ድል ነው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አየው አየው አየው አሻግሬ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የአምላኬ ክብር ሲሞላው ሃገሬን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ኢትዮፒያ ሆይ ስሚ ትንቢት ልናገር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ከንግዲ አይሆንም ጭንገፋና ውርደት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ጭንገፋና ውርደት/4 ረሃብ እርዛት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ጭንገፋና ውርደት/4 ረሃብ እርዛት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ድል ነው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