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Kenie Metfelegew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Kidist Kassa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ከእኔ ምትፈልገዉ የምትሻዉ ከእኔ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ከእኔ ምትፈልገዉ የምትሻዉ ከእኔ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እንድኖርል ነዉ ፍሬ እንዳፈራ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የተናገርከኝ ቃል በሕይወቴ እንዲሰራ አባ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ቤትህ ስመላለስ ዘመን እያስቆርጠርኩኝ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ይሄ ትርጉም የሌዉ ዛሬ ካላደኩኝ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ልጅ አባቱን እንጂ ሌላ እንደ ማይመስል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መልክህ ይታይብኝ ልኑር እንደቃልህ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ከእኔ ምትፈልገዉ የምትሻዉ ከእኔ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ከእኔ ምትፈልገዉ የምትሻዉ ከእኔ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እንድኖርል ነዉ ፍሬ እንዳፈራ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የተናገርከኝ ቃል በሕይወቴ እንዲሰራ አባ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አፌ እያከበረህ ልቤ ርቆ ካንተ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ኑሮዬ ተግባሬ አይገልጽህም አንተን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መልካም ፍሬ ላፍራ ሕይወቴ ያክብርህ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በመንገድህ ሊሂድ አንተን ልከተልህ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ከእኔ ምትፈልገዉ የምትሻዉ ከእኔ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ከእኔ ምትፈልገዉ የምትሻዉ ከእኔ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እንድኖርል ነዉ ፍሬ እንዳፈራ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የተናገርከኝ ቃል በሕይወቴ እንዲሰራ አባ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የልብህ ምኞትህ ያንተ ፍላጎት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ቃልህን ሰምቼ እንድኖርበት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መዉደዴ በስራ ይሁን በተግባር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ይህ ነዉ ያንተ ደስታ አንተን ሳስከብርህ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ከእኔ ምትፈልገዉ የምትሻዉ ከእኔ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ከእኔ ምትፈልገዉ የምትሻዉ ከእኔ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እንድኖርል ነዉ ፍሬ እንዳፈራ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የተናገርከኝ ቃል በሕይወቴ እንዲሰራ አባ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የምለምንህ የምጠይቅህ ላንተ እንድኖርልህ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አቅምን ስጠኝ እርሱ ነዉ የኒለዉጠኝ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የምለምንህ የምጠይቅህ ላንተ እንድኖርልህ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አቅምን ስጠኝ እርሱ ነዉ የኒለዉጠኝ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