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Yesemay Ziega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ለየት ያለ ክብር ወድቆብኝ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ብዬ ዝም እላለሁኝ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የዚህ ምድር እኔ አይደለሁም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ሰማያዊ ዜግነት አለኝ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ጌታ ኢየሱስ አሃሃ የፈረመልኝ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በመስቀል ማህተም አሃሃ የተመታልኝ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በጣም ደስ ይለኛል ይለኛል ደስ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አረጋግጦልኛል መንፈስ ቅዱስ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/×2/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ስረጋጋ ስታመን በጌታ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እራሴን አገኘዋለሁ በከፍታ /×2/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በጣም ደስ ይለኛል ይለኛል ደስ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ከኔ ጋራ አለ ጌታ ኢየሱስ /×2/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አስቀድሜ መንግስቱን ስላየሁ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ለምን ምናምንቴ አስባለሁ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ያየሁትን ክብር እወርሳለሁ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በኔ ላይ አላማ አለው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እንዳገለግል አሃሃ እኔን የጠራኝ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መንፈሴን ገዝቶ አሃሃ የሱ ያረገኝ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ነገር ትቼ ተከትዬዋለሁ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አያሳፍረኝም ጌታ መልካም ነው /×3/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ለየት ያለ ክብር ወድቆብኝ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ብዬ ዝም እላለሁኝ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የዚህ ምድር እኔ አይደለሁም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ሰማያዊ ዜግነት አለኝ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ጌታ ኢየሱስ አሃሃ የፈረመልኝ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በመስቀል ማህተም አሃሃ የተመታልኝ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በጣም ደስ ይለኛል ይለኛል ደስ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አረጋግጦልኛል መንፈስ ቅዱስ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/×2/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ስረጋጋ ስታመን በጌታ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እራሴን አገኘዋለሁ በከፍታ /×2/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በጣም ደስ ይለኛል ይለኛል ደስ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ከኔ ጋራ አለ ጌታ ኢየሱስ /×2/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