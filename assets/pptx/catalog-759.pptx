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Eneho Yealemen Hatiyat Yemiyasweged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ሁሉ የሚያበራው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እውነተኛው የዓለም ብርሃን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በዓለም ውስጥ የነበረው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ዓለሙ ግን ያላወቀው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እነሆ የዓለምን ኃጢአት የሚያስወግድ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ዮሐንስ የመሰከረለት የእግዚአብሔር በግ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ለተቀበሉት ሁሉ ግን በስሙም ለሚያምኑም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ልጆች ይሆኑ ዘንድ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ስልጣንንም ሰጣቸው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እነሆ የዓለምን ኃጢአት የሚያስወግድ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ዮሐንስ የመሰከረለት የእግዚአብሔር በግ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እውነትን ተሞልቶ በእኛ ውስጥ ያደረ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በእግዚአብሔር ቀኝ የከበረ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የለም ያየው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በአባቱ እቅፍ ያለው ግን ተረከው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እነሆ የዓለምን ኃጢአት የሚያስወግድ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ዮሐንስ የመሰከረለት የእግዚአብሔር በግ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