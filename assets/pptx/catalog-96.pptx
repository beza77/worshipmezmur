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Gezagn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'Betty' Wolde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እኔስ እግዚአብሄር ሆይ በአንተ እምካለሁ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በክንፎችህ ጥላ ሁልጊዜ አርፋለሁ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በኔ ላይ የተሾምክ አንተ ብቻ ጌታ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እገዛልሃለሁ ዛሬም በደስታዛሬም በደስታ (2x)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አዝግዛኝ አንተ ብቻ ግዛኝ እገዛለሁ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ግዛኝ በሕይወቴ ላይ ግዛኝ ሾሜሃለሁ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ግዛኝ አንተ ብቻ ግ ዛኝ እገዛለሁ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ግዛኝ በልቤ ላይ ግዛኝ ሾሜሃለሁ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አስፈራርተህ አይደል እኔን የጠራኀኝ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በቀራንዮ ፍቅርህ ስበህ እየማረከኝ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እስከሽምግልና ልትሸከመኝ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የወደድከኝ ጌታ ለዘላለም ግዛኝ ለዘላለም ግዛኝ (2x)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አዝግዛኝ አንተ ብቻ ግዛኝ እገዛለሁ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ግዛኝ በሕይወቴ ላይ ግዛኝ ሾሜሃለሁ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ግዛኝ አንተ ብቻ ግ ዛኝ እገዛለሁ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ግዛኝ በልቤ ላይ ግዛኝ ሾሜሃለሁ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ወደኸኛል ጌታ እኔም ወድጄሃለሁ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የዘላለም ምርጫ አንተን አድርጌያለሁ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የአንተ በመሆኔ በጣም ረክቻለሁ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እጆቼን አንስቼ ግዛኝ እልሃለሁ ግዛኝ እልሃለሁ (2x)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አዝግዛኝ አንተ ብቻ ግዛኝ እገዛለሁ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ግዛኝ በሕይወቴ ላይ ግዛኝ ሾሜሃለሁ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ግዛኝ አንተ ብቻ ግ ዛኝ እገዛለሁ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ግዛኝ በልቤ ላይ ግዛኝ ሾሜሃለሁ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