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Abiet Amlakie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አምላኬ ያደገልኝን ሳስተውለው ባረኩህ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ያደረክልኝ ሳስተውሰው ወደድኩህ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ለካስ እንዲህ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ያዳንካት ከጉድ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ለካስ እንዲህ ነው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ያዳንካት ከሞት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ፍቅር የዘላለም ሕይወት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ይሄው አሰጥቶኛል ወደ አብ መግባት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አየሁት የፍቅርህን ልኩን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አኔ አስገዝቶኛል እስከ ሞት መሆኑ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ባያውቅህ የታወቅህ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ባያምንህ የታመንህ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አውቄህ ሆንኩኝ ምስክር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ሳላመነታ ሳልደናገር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አውቄ ሆንኩኝ ምስክር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ሳላመነታ ሳልጠራጠር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ታሪክ ተረድቼ አይደለም ሲነገር ሰምቼ ብቻ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የሰራህልኝን አስቤ እከተልሃለሁ ከልቤ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ታሪክ ተረድቼ አይደለም ሲነገር ሰምቼ ብቻ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ያደረክልኝን አስቤ እኖርልሃለሁ ከልቤ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አውቄያለሁ አውቄያለሁ ተረድቻለሁ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የመኖሬ ትርጉም ሆኖ አግኝቼዋለሁ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እንዳንተ ለኔ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ማንስ ነው ልሙትልሽ ያለው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ከሰማያት ወርደህ ያዳንከኝ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ለዘለዓለም ልገዛልህ ላንተ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ከሰማያት ወርደህ አድነህኛል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የሰራህልኝን ልቤ አውቆታል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ሳመልክህ በደስታ ሳከብርህ በደስታ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ለነፍሴ በሞት ፈንታ መዳን አውጀሃልና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እንግዲህ ነፍሴን ካዳንክልኝማ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በደስታ እኖራለሁ በደስታ ላንተ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በደስታ እኖራለሁ በደስታ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እንግዲህ ነፍሴን ካዳንክልኝማ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በውዴታ እገዛለሁ በውዴታ ላንተ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በውዴታ እገዛለሁ በውዴታ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