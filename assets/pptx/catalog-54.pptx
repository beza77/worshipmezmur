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Medagna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ለተረሳው ሰው ጓደኛ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አሳደከኝ ከልጅነቴ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ህልመኛው ተሽጦ ለግብፃዊ ቤት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አገልጋይ እንዲሆን ለረጅም ዓመት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ሲመላለስ ሳለ በታማኝነት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በሀሰት ወንጅለው ከወይኒ ጣሉት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ለመልካም ሆነለት አንተን በማክበሩ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ህልሙ እውን ሆነ ወጣ በመምበሩ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ሳያይ በጓዳ እግዚአብሔርን ፈሪ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መሆኑ አይቀርም ተፅዕኖ ፈጣሪ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የተጣለን ምታነሳ ለምስኪኑ ምትሳሳ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የታሰረን የምትፈታ የደህንነት ጌታ (2x)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ለተረሳው ሰው ጓደኛ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አሳደከኝ ከልጅነቴ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መከራው ስቃዩ ሲያልፍ በሕይወቴ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ከጐኔ አልተለየህ ኢየሱስ ረዳቴ ኢየሱስ አባቴ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እንዳያልፍ አለፈ ያ ሁሉ መከራ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ሃሩር ተሻገርኩኝ ከጌታዬ ጋራ ከኢየሱሴ ጋራ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የበረሃው ፀሐይ እንዳያቃጥለኝ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ደመናን አዞልኝ ጥላ አደረገልኝ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እባብ እና ጊንጡ ነድፎ እንዳያስቀረኝ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ከፊቴ እየወጣ እረጋገጠልኝ (2x)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ለተረሳው ሰው ጓደኛ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መዳኛ ነህ መዳኛ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አሳደከኝ ከልጅነቴ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አባቴ ነህ አባቴ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