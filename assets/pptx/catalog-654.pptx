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Endeniema Bihon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እንደኔማ ቢሆን አልቆልኝ ነበረ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የበደሌ ብዛት እየተቆጠረ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ግን አምላኬ ግን ዕዳዬን አስቀረ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በዘለዓለም ሥሙ ቃልኪዳን ገባልኝ አንቺ ልጅ በሕይወት ትኖሪያለሽ አለኝ ጌታዬ ነው አዳኜ ነው እኔ እወደዋለሁ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የኃጥያቴ ቀንበር ከብዶ እያስጨነቀኝ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ሁሉ መሃል ነጥሎ እያስቀረኝ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ግን አምላኬ ግን ፈልጐ አገኘኝ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ያደረኩትን ሁሉ የልቤን ነገረኝ ኃጥያቴን ሻረና ከሰው ቀላቀለኝ አምላኬ ነው ጌታዬ ነው እኔ አመልከዋለሁ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ዳግም ላልጠማ ቀንበር ላይጫነኝ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ከጨለማው ሰፈር ጠርቶ አወጣኝ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ነው አምላኬ ነው እኔ አመልከዋለሁ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በይ አትበሉኝ እኔ ዝም አልልም የተረደገልኝ ዝም አያሰኘኝም ኢየሱስ ነው እርሱ እኮ ነው ለእኔ የደረሰው ጌታዬ ነው አምላኬ ነው እገዛለታለሁ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