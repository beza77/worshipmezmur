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Bemehereteh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የሳተ ይመለስ የለም ወይ ከግድፈቱ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የወደቀስ ይጠገን የለም ወይ ከስብራቱ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አይኖቹን ሲያቀና በተስፋ ወደአንተ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ሲማፀን ምህረትን እየወተወተ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አይችልም መጨከን አንጀትህ የአባትነትህ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አጥበህ ታነፃለህ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ፍቅር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ይሄንን ላውራልህ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ብደክም ወድቄ እንዳልቀር ፀጋህ ብዙ ነው ያግዘኛል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ከቁጣ ይፈጥናል እንድኖር ምክንያት ሆኖኛል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አልመካም መች ቆሜ ባቅሜ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ባትረዳኝ ሆነህ አጠገቤ ከጐኔ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 ብቀመጥ ብርሀኔ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የሀጢያት ሸክም ቢያጐብጠኝም ታቀናኛለህ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ተስፋዬ ይቅርታ መጽናኛዬም ፊትህ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ስለቸርነትህ ብቻ ነው ምኖረው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ሲሰማኝ መኖርህ ሳስተውል መገኘትህን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መንፈሴ ያንስራራል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ነቅቶ ያዳምጥሀል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ጌታዬና አምላኬ ይልሃል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ብደክም ወድቄ እንዳልቀር ፀጋህ ብዙ ነው ያግዘኛል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ከቁጣ ይፈጥናል እንድኖር ምክንያት ሆኖኛል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አልመካም መች ቆሜ ባቅሜ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ባትረዳኝ ሆነህ አጠገቤ ከጐኔ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ጉስቁልናዬን ስታይ አዘንክልኝ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እራርተህ እጅህን ዘረጋህ አቅፍህ ልታነሳኝ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የሚልህ ለኔ መጥፋቴን ማትወደው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 ለኔ በራ በደሌንም ተውከው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እንደባሪያ መሆን ሳያንሰኝ አንተ ግን ልጅ አልከኝ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እራሴን ልስጥህ ዝቅ ልበልልህ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ላንተው ኖሬ ላንተው ልሙትልህ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ብደክም ወድቄ እንዳልቀር ፀጋህ ብዙ ነው ያግዘኛል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ከቁጣ ይፈጥናል እንድኖር ምክንያት ሆኖኛል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አልመካም መች ቆሜ ባቅሜ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ባትረዳኝ ሆነህ አጠገቤ ከጐኔ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በምህረትህ ብዛት ቤትህ እገባለሁ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ስለምህረትህ ጌታ አመልክሃለሁ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ሞገስ ያገኘሁት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በእራሴ ያቆሙኩት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የፅድቅ የሥራ መልካም ነገር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ድፍረት ሆኖልኝ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የፀጋህ ማስቻሉ በዝቶልኝ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ላክብረው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