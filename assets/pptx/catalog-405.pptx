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Bezufanu Lay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ነህ በዙፋንህ ኦሆሆሆ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ነህ በዙፋንህ አሀሀሀ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ነህ በዙፋንህ ኦሆሆሆ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ነህ በዙፋንህ ኦሆሆሆ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የማመልክህ ነህ በዙፋንህ ኦሆሆሆ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ምሰግድልህ ነህ በዙፋንህ አሀሀሀ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ምታመንህ ነህ በዙፋንህ ኦሆሆሆ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ነህ በዙፋንህ ኦሆሆሆ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በዙፋንህ ላይ ነው በዙፋንህ ኦሆሆ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እንዳንተ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አልሰማሁም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አልቀመስኩም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አልገጠመኝ አንዳንተ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ልትዳኝ ልትፈርድ እንባን ልታብስ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መልስን ልትመልስ በቅን ልትፍፈርድ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የተሰወረን ሁሉ ልትገልጥ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ጨለማን ልትገፍ ልታስወግድ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በመንበሩ ላይ በዙፋኑ አለህ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አላየሁም እንዳንተ ያለ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እንዳንተ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አልሰማሁም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አልቀመስኩም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አልገጠመኝ አንዳንተ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ጊዜ አይገድብህ ዘመን አይሽርህ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ላአመታቶችህ ቁጥር የለህ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የእብርሃም የይሰሃቅ የያዕቆብ አምላክ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የነኤልሳቤጥ የሐና አባት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ቸርነት የተሞላህ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መፍትሄን ለመስጠት ዙፋን ላይ ነህ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እንዳንተ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አላየሁም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አልሰማሁም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አልቀመስኩም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አልገጠመኝ አንዳንተ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አላየንም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አልሰማንም እንዳንተ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አልቀመስንም አልሰማሁም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አልገጠመን አንዳንተ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ክብር ክበር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ንገስ ንገስ ንገስ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ድመቅ ድመቅ ድመቅ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ተዋብ ተዋብ ተዋብ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እንስገድልህ ዠቅ እንበልልህ አሃሃ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እንስገድልህ ዠቅ እንበልልህ ኦሆሆ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ይባረክ ስምህ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ይባረክ ስምህ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ይባረክ ስምህ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ይባረክ ስምህ ለዘላለም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የለም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