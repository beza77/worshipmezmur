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Wedie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ትንሳኤ ታውጆልኝ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 በሕይወት ተሽሮልኝ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ጋር ተወዳጅቼ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ተፈትቼ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ጣር ወልደኸኝ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የግል አደረግኸኝ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 ውስጥ አሳደግኸኝ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ሆንኩኝ አባት ሆንኸኝ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ሆይ 8x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የእኔ ነህ እኔም የአንተ እኮ ነኝ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አንድ ነገር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እውነት ነው አምናለሁ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አላማህ 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ነው ከምንም በላይ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እጅግ ወዳሃለች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ሌት ተቀን ውዴ ትላለች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ናፍቆቷ ነህ የዘወትር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ተማርካለች በአንተ ፍቅር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ጋር ጉዳይ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ሰውማ ምንም ይበለኝ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ሚስጢረኛዬ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የበረሃው ጓደኛዬ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ተይዣለሁ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ሳላይህ እንዴት እውላለሁ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ልፈልግ ፊትህን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ተናግረህ ልስማ ድምጽህን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