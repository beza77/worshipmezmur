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Tesfaye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Biruk Gebretsadiq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 አልቆርጥም እግዚአብሔር አለኝ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የሚደግፈኝ ዛሬን ያቆመኝ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በጨለማ ብሄድ እርሱ ብርሃኔ ነው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ጠላቴ ሆይ ስማ ብወድቅ እነሳለሁ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ተስፋዬ እግዚአብሔር ነው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ተስፋዬ እግዚአብሔር ነው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ተስፋዬ እግዚአብሔር ነው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ነው /3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ሃይልን በሚሰጠኝ ሁሉን እችላለሁ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አቅሜም ጉልበቴም ኢየሱስ ብቻ ነው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ስጋ እጅግ ቢደክምም ፀጋው ግን በቂ ነው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ፈፅሞ አልፈራም ጌታ ከኔ ጋር ነው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ተስፋዬ እግዚአብሔር ነው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ተስፋዬ እግዚአብሔር ነው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ተስፋዬ እግዚአብሔር ነው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ነው /3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የኋላዬን ትቼ የፊቴን እይዛለሁ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ዳግመኛ እንደ ንስር ሃይሌን አድሳለሁ (2x)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ተስፋዬ እግዚአብሔር ነው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ተስፋዬ እግዚአብሔር ነው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ተስፋዬ እግዚአብሔር ነው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ነው 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