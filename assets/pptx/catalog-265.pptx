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Legieta Asfelegewalehu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ለቤቱ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ለስራው አስፈልገዋለው 4x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የመጨረሻውን ስራውን ልሰራ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የወንጌሉን መልዕክት ለዓለም እንዳበራ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የማብቂያውን ስራ ልጨርስ ልፈጽም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ሁሉ ዙሪያ ያለ እኔ አይሄድም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እኔ 3x አይሄድም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ለቤቱ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ለስራው አስፈልገዋለው 4x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 ተሳፍሮ ሲሄድ በመንገድ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የከበረው ጌታ ተቀምጦ ላዬ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ላይ ላይ ተቀምጦ ላዬ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ጨርቅና ዘንበባ ለእርሱ የተነጠፈው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ላዬ ላይ ስላለ . 1 . እንድረግጠው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የእርሱ እግር ሲረግጠው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የምረግጠው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ለቤቱ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ለስራው አስፈልገዋለው 4x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አስፈልገዋለሁ ስለዚህ ከታሰርኩበት እፈታለሁ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አስፈልገዋለሁ ስለዚህ ከተኛሁበት እነቃለሁ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አስፈልገዋለሁ ስለዚህ ከተኛሁበት እነቃለሁ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አስፈልገዋለሁ ስለዚህ ወደ ቦታዬ እመለሳለሁ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አስፈልገዋለሁ ስለዚህ ከበሽታዬ እፈወሳለሁ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አስፈልገዋለሁ ስለዚህ ከሸለቆዬ እወጣለሁ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አስፈልገዋለሁ አዎ አስፈልገዋለሁ አሜን 4x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ተቀምጦ በላዬ በምድር ዙሪያ በአደባባይ ላይ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ይሄዳል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ይሰራል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ይፈታል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ይሰብካል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ይዘምራል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ይመራል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ያጽናናል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ይፈውሳል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ይታያል ጌታዏ ተቀምጦ በላዬ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በላዬ በላዬ ተቀምጦ በላዬ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ይታያል ከፍ ብሎ በእኔ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በላዪ ላይ በምድር ሁሉ ዙሪያ በየአደባባይ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ከፍ ከፍ ብሎ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ይታያል ጌታዏ እኔን በልጦ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በልጦ በልጦ 3x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ለአምላኬ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ለቤቱ ለቤቱ አስፈልገዋለው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ለስራው ለስራው አስፈልገዋለው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