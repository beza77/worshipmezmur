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Beyet Hager New Egziabhier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በየት ሃገር ነው እግዚአብሔር ሰው ጥሎ የሚያወቀው እግዚአብሔር 4x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አይጥልሽም, እግዚአብሔር አይተውሽም, እግዚአብሔር አይረሳሽም, 2x, እግዚአብሔር አይጥልህም, እግዚአብሔር አይተውህም, እግዚአብሔር አይረሳህም,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በሉ ዝም በሉ በኩራት አትናገሩ 3x እግዚአብሔር አዋቂ ነው ስራውን ሚመዝን ነው 3x የእኔ አምላክ አዋቂ ነው ስራውን ሚመዝን ነው 3x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አይጥለንም, እግዚአብሔር አይተወንም, እግዚአብሔር አይረሳንም, 2x, እግዚአብሔር አይጥለንም, እግዚአብሔር አይተወንም, እግዚአብሔር አይረሳንም,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በየጓዳው ችግሩን እያየ አንተን ለማመስገን እንደምን ዘገየ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ሆይ ደስ ይበልሽ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ሠማያትም ዘምሩ ኮረብቶች አጨብጭቡ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ተራሮች እልል በሉ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ችግረኛውን አስቧል የተጐዳውን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በሉ ዝም በሉ በኩራት አትናገሩ 3x እግዚአብሔር አዋቂ ነው ስራውን ሚመዝን ነው 3x የእኔ አምላክ አዋቂ ነው ሥራውን ሚመዝን ነው 3x ሥራውን ሚመዝን ነው 6x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