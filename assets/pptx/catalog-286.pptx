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Yehen Tedar Bark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ቤት ባርክ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ትዳር ባርክ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በማስተዋል እንዲጸና በጥበብም እንዲቀና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በመረዳት ባለጠግነት በሕይወት ፍሬዎችም በረከት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ቤት ባርክ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ትዳር ባርክ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ተጋብቶ ከዚያም መፋታት አይብቃ ላለመግባባት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አርጋቸው የፍቅር ልጆች ምስክር ይሁኑ ለሌሎች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ቤት ባርክ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ትዳር ባርክ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የቤታቸው መሰረቱ አንተነህና አለቱ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የምይናወጥ ይሆናል ተስማምተን አሜን ብለናል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ይህንን ቤት ባርክ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እግዚአብሔር ሆይ 2x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ብቻውን ይሆን ዘንድ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አይደለም እንዳልክ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ትዳር ባርክ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