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Acha Yeleleh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አቻ የሌለህ ተወዳዳሪ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ዘለዓለም ነዋሪ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አቻ የሌለህ ተወዳዳሪ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ዘለዓለም ነዋሪ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በጉባኤ መሃከል አመሰግንሃለሁ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ሕዝብም ባለበት እዘምርልሃለሁ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ነህና አገለግልሃለሁ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 ነህ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ለስምህ ይሁን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ላመስግንህ ክብር ይሁንልህ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ላመስግንህ ክብር ይሁንልህ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ልጆችህ ተሰብስበን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መሆን እጅግ ናፍቀን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እግዚአብሔር ብለንሃል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መክበር መወደስ ይገባሃል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ለስምህ ይሁን ምሥጋና ለስምህ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ላመስግንህ ክብር ይሁንልህ ሆሆሆ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ላመስግንህ ክብር ይሁንልህ ሆሆሆ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አቻ የሌለህ ተወዳዳሪ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ዘለዓለም ነዋሪ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አቻ የሌለህ ተወዳዳሪ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ዘለዓለም ነዋሪ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በጉባኤ መሃከል አመሰግንሃለሁ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ሕዝብም ባለበት እዘምርልሃለሁ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ነህና አገለግልሃለሁ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 ነህ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ለስምህ ይሁን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ላመስግንህ ክብር ይሁንልህ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ላመስግንህ ክብር ይሁንልህ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ልጆችህ ተሰብስበን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መሆን እጅግ ናፍቀን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እግዚአብሔር ብለንሃል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መክበር መወደስ ይገባሃል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ለስምህ ይሁን ምሥጋና ለስምህ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ላመስግንህ ክብር ይሁንልህ ሆሆሆ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ላመስግንህ ክብር ይሁንልህ ሆሆሆ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