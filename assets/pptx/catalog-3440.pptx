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Geremegn Madanih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Yohannes Girma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እጄን በአፌ ጭኜ እኔ እገረማለሁ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የእግዚአብሔርን ማዳን በዓይኔ አይቼዋለሁ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ልጠፋ እችል ነበር እንዳለፍኩት ደጅ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ማዳኑ በርትቶ አስመለጠኝ እንጂ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ልጠፋ እችል ነበር እንዳለፍኩት ደጅ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እርሱ ሆኖ አስመለጠኝ እንጂ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ገረመኝ ጥበቃህ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ደነቀኝ ማዳንህ3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ያለፍኩትን ዞር ብዬ አሁን ሳይ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በኃይሉ ከቶ መቼ ሊበረታ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የጠላቱን ጥቃት ደጋግሞ እየረታ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መንፈስህን አብዝተህ ያለ ልክ ጸጋ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ስንቴ አስመለጥኸው ከክፉ አደጋ2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ገረመኝ ጥበቃህ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ደነቀኝ ማዳንህ3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ያለፍኩትን ዞር ብዬ አሁን ሳይ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ማዳንህ ማዳንህ ማዳንህ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ያለፍኩትን ዞር ብዬ አሁን ሳይ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ገረመኝ ጥበቃህ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ደነቀኝ ማዳንህ3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ያለፍኩትን ዞር ብዬ አሁን ሳይ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