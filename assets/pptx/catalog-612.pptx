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2011680"/>
            <a:ext cx="10881360" cy="1828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5400" b="1">
                <a:solidFill>
                  <a:srgbClr val="FFFFFF"/>
                </a:solidFill>
                <a:latin typeface="Ebrima"/>
                <a:ea typeface="Ebrima"/>
                <a:cs typeface="Ebrima"/>
              </a:rPr>
              <a:t>Keburena Qedus New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4023360"/>
            <a:ext cx="10881360" cy="10972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3000" b="0">
                <a:solidFill>
                  <a:srgbClr val="CCCCCC"/>
                </a:solidFill>
                <a:latin typeface="Ebrima"/>
                <a:ea typeface="Ebrima"/>
                <a:cs typeface="Ebrima"/>
              </a:rPr>
              <a:t>Lealem Tilahun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ፅድቅና መንግሥትህ እንደምን ያምራሉ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ከአንተ ወድያ ሕይወት ለምን ያሰኛሉ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የአባትነትህ ፍቅርህ በኢየሱስ ያየነው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ማርኮ አስቀርቶናል ኑሮዋችን የአንተ ነው 2x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- ክቡርና ቅዱስ ኃያል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ልዑል አባት እግዚአብሔር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ከአንተ በቀር ማንም የለም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አልነበረም ደግሞ አይኖርም 2x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ሥራህን እያየን እናደንቅሀለን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ሁልጊዜ ፍቅርህን ጌታ እናስባለን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መንፈስና ሥጋ ነፍሳችን ተስማምተው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ያመሰግኑሃል ክበር ጌታ ብለው 2x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- ክቡርና ቅዱስ ኃያል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ልዑል አባት እግዚአብሔር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ከአንተ በቀር ማንም የለም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አልነበረም ደግሞ አይኖርም 2x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ውለታህ አለብን ከልብ የማይጠፋ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እኛን የረዳኸን ኢየሱስ ክብርህ ይስፋ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ከቶ ምን አለና ለእኛ ያላደረከው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መድኃኒታችን ሆይ ክብራችን ከአንተ ነው 2x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- ክቡርና ቅዱስ ኃያል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ልዑል አባት እግዚአብሔር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ከአንተ በቀር ማንም የለም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አልነበረም ደግሞ አይኖርም 2x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ከፀሐይ ሰባት እጅ ድምቀህ ትታያለህ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ሁለንተናህ ውብ ነው ምንም አልጐደለህ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ለግርማዊነትህ ክብር እንሰግዳለን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ልዑል ሆይ ለሥምህ እንዘምራለን 2x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- ክቡርና ቅዱስ ኃያል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ልዑል አባት እግዚአብሔር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ከአንተ በቀር ማንም የለም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አልነበረም ደግሞ አይኖርም 4x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ከአንተ በቀር ማንም የለም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አልነበረም ደግሞ አይኖርም 2x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- ክቡርና ቅዱስ ኃያል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ልዑል አባት እግዚአብሔር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ከአንተ በቀር ማንም የለም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አልነበረም ደግሞ አይኖርም 2x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