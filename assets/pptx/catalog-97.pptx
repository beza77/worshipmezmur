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 Lamesgeneh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 ላመስግንህ ጌታ ልገዛልህ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ክብር ሃሌሉያ ክብር ላንተ ይሁን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እንዳልታወክ አምላኬ ሁልጊዜ አንተን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የሚያስፈራኝ ማንም የለም ጋሻዬ ነህ ለዘላለም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 ላመስግንህ ጌታ ልገዛልህ(4x)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ክብር ሃሌሉያ ክብር ላንተ ይሁን (3x)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ላይ ለሚታመኑ በአንተም ለሚደገፉ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በሰላም ትጠብቃለህ ከጥፋት ትጋርዳለህ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 ላመስግንህ ጌታ ልገዛልህ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ክብር ሃሌሉያ ክብር ላንተ ይሁን (3x)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ዘመኑ እጅግ ቢያስፈራም ከቤትህ እኔ አልወጣም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በስምህ ተጠርቻለሁ ዘላለም ለአንተ እኖራለሁ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 ላመስግንህ ጌታ ልገዛልህ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ክብር ሃሌሉያ ክብር ላንተ ይሁን (3x)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