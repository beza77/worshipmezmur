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Agezegn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ለውድቀት መሮጤ ምንድነው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ማዳንህ የገባኝ ጥንት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አባቴ ልጄ አንቺ የኔ እያልከኝ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የጎረቤት ኑሮ የናፈቀኝ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ጥፋቱ ከጠላት ወይ ከኔ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ገብቶኝ እንዳልገባው መሆኔ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 ካልሆነብኝ በስተቀር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አሁን ምን ይገኛል ጠላት ሰፈር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አግዘኝ ደግፈኝ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ብቻዬን አቅም የለኝ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ያየህልኝን ቁም ነገር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እንዳላጣው በተራ ነገር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 አየኝ አላየኝ ኑሮዬን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አልደብቀው ካንተ ገበናዬን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ፈርቶ ሰው ሸሽቶስ እስከመቼ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ልኑር መጀመሪያ አንተን ፈርቼ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እንዳልሞት ነበረ መዳኔ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ፈቅደህ የሞትክልኝ ካህኔ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እያወቅኩ ከገባሁ ከእሳቱ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 ሊመልሰኝ ነው ማን ብርቱ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አግዘኝ ደግፈኝ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ብቻዬን አቅም የለኝ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ያየህልኝን ቁም ነገር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እንዳላጣው በተራ ነገር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ነጻነቴም በዛ መሰለኝ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አለበት ኑሮ ለመደኝ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ቀለለኝ የጥፋት መንገዴ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ላይቀርልኝ ካለፈ መንደዴ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የማውቀውን እውነት ሳልገፋ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ከበር መልስ ሳልሆን ሳልጠፋ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ብላቴናነቴን ታደገው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አውለው ከቤትህ ከሚበጀው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አግዘኝ ደግፈኝ (ደግፈኝ)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ብቻዬን አቅም የለኝ (ብቻዬን----አቅም የለኝ)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ያየህልኝን ቁም ነገር (ያየህልኝን----ቁም ነገር)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እንዳላጣው በተራ ነገር (እንዳላጣው----ተራ ነገር)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