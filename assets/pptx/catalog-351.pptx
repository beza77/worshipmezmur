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Becha Lebien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አንደበት ይታክታል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የሆድን ሁሉ ቢናገር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ለመጣው ለሄደው ሁሉ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የሚያልፍበትን ቢዘረዝር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የሰሚም- የሰሚም ጆሮ ይዝላል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ለጊዜው ለሰሞንም ቢያዝን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ልቤን ደግፈው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አልፈዋለው ብርቱውን 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ልቤን ደግፈው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አልፈዋለሁ ክፍውን ቀን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እጠራሃለሁ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በስምህ ውስጥ ሰላም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እጠራሃለሁ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በስምህ ውስጥ ብርታት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በስምህ ውስጥ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በሥምህ ውስጥ ሰላም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 እረፍት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 ጽናት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ከፀሓይ በታች መልስ ባጣሁለት ጉዳይ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ቢያይልም ግርታዬ አይኔን ተክያልህ 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ከያዘኝ ከከበበኝ በላም አንተን አምንሃለሁ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ልቤን ደግፈው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አልፈዋለው ብርቱውን 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ልቤን ደግፈው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አልፈዋለሁ ክፍውን ቀን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ተጠብቆ በሚሆነው ነገር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እታገስሃለሁ አለህ አንድ ነገር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ልቤን ጠብቀው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አልፈዋለው ብርቱውን ቀን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ልቤን ደግፈው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አልፈዋለሁ ክፍውን ቀን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በሥምህ ውስጥ ሰላም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 እረፍት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 ጽናት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 ብቻውን ሲቀር በሃሳብ ሲወረር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በሁነኛ ነፋስ በማዕበል ሲሰወር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ደጋፊ ከሌለው ማን ከማን ያስጣል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 የወደቀ ቀን ለሞት እጅ ያሰጣል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የሚታደግ ብርቱ ግንብ አለቴ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አጥር ሃይሌ ስምህ ነው የተስፋ ጽናቴ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እግዚአብሔር ጽኑ መታመኛ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አደራ የምለው አንተን ነው የልቤን መገኛ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 ሰላም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 እረፍት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 ጽናት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በሥምህ ውስጥ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