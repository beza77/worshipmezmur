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Bewaga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Meheret Etefa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በዋጋ ገዛኸኝ እንዳልጠፋ እንዳልሞት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በዋጋ ገዛኸኝ እንዳልጠፋ እንዳልሞት (2x)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ሃዘን መከራዬን ረሳሁ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በፊቱ ሞገስ አገኘሁ (2x)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ክብር ለእግዚአብሔር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ለዚህ መብቃቴ እንዲህ መሆኔ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በእርሱ ብርታት ነው መች በእኔ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ክብር ይድረሰው መድህኔ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ክብር ለእግዚአብሔር (7x)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አይደለም በእኔ በእኔ በኃይሌ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አይደለም በእኔ በእኔ (2x)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ቅንነትህ (3x)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አሰረኝ አሰረኝ የዋህነትህ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ቅንና ቸር የዋህ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ትህትናን ለሁሉ አስተማርክ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ከሃጥያት በቀር ስለሰው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በነገር ሁሉ ተፈተንክ አሃ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ተፈተንክ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ቅንነትህ (3x)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አሰረኝ አሰረኝ የዋህነትህ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የግሌ ነህ የእራሴ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የብቻዬ ጌታዬ ለእኔ (2x)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አይደለም በእኔ በእኔ በኃይሌ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አይደለም በእኔ በእኔ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አይደለም በእኔ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ቅንነትህ (3x)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አሰረኝ አሰረኝ የዋህነትህ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ክብሩ (3x)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ለእግዚአብሔር ለእርሱ ይሁንለት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ስራዬን ሰራልኝ አገኘሁ ነጻነት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ድንቅ ነው (3x)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ሥራው አቤት ሲችልበት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ጠላትን ማንበርከክ አቤት ሲችልበት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ቀደመ ኦሆሆሆ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ጠላቴን ገጠመ ኡሁሁ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ደገመ ደገመ ኦሆሆሆ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ፊቴ እየቀደመ ኡሁሁ (2x)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ኤልሻዳይ ነው እርሱ ለማን ይበገራል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እግዚአብሔርን አይቶ ጠላቴም ፈርቶኛል (2x)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ይሄ ነው (5x)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 ድል አድራጊው (2x)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