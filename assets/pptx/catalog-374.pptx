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Habte Semay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አዲስ ሰማይ አዲስ ምድር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የብርሃን ሀገር የብርሃን ቅጥር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ምርአፍ ተዘግቶ ምርአፍ ሲጀመር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አየዋለው ያኔ በድል በክብር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ሲያልፍ ፊተኛው ሰማይ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አንደገና አዲስ ሰማይ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ሲያበቃ ይሄኛው ምድር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ዘለዓለም አለ የክብር ምድር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ጨለማ ዳግም በማይሰፍነበት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ፀሐይም ጨረቃም በሌሉበት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በጉ ብርሃን ነዉ ያበራል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ሀገር በክርስቶስ ይደምቃል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ሀብተ ሰማይ ፅኑ ተስፋዬ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የዘላለም መኖርያዬ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ሀብተ ሰማይ የክብር ተስፋዬ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ከአየሱስ ጋር ለዘላለም መንገሻዬ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አይን ያላየው ጆሮም ያልሰማው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ለሚወዱት ያዘጋጀው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ልብሳቸውን በበጉ ደም ላጠቡ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የሰፋውን መንገድ ጥለው ለዘለቁ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ሀብተ ሰማይ ፅኑ ተስፋዬ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የዘላለም መኖርያዬ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ሀብተ ሰማይ የክብር ተስፋዬ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ከአየሱስ ጋር ለዘላለም መንገሻዬ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በትስፋ ድንበር በፍቅር ሀገር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የእምነት ፅናት ምላሽ ሲሰምር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ሲበሰር የዘለዓለሙ ደስታ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የታመኑት የናፈቁት ላይም ሲበቃ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ሀብተ ሰማይ ፅኑ ተስፋዬ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ከአየሱስ ጋር ለዘላለም መኖርያዬ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ሀብተ ሰማይ ፅኑ ተስፋዬ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ከአየሱስ ጋር ለዘላለም መንገሻዬ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ሌት በማያውቀው የቀን ጅረት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ብርሃን ውሎ ብርሃን ማደር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ምናለ ደስታ ምናለ ውበት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ከክርስቶስ ጋር ነግሶ አንደማየት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ሞት በማይገጥመው የህይወት ጅረት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ከነሱት ጋር ተካፍሎ እርስት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ምናለ ውበት ምናለ ፍሰሃ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አንደመገኘት ከዚህ ክብር ጋር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ሲያልፍ ፊተኛው ሰማይ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አንደገና አዲስ ሰማይ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ሲያበቃ ይሄኛው ምድር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ዘላለም አለ የክብር ምድር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