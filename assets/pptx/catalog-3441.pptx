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Hulem Liyu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Lealem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“ሁሌም ልዮ”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ኢየሱሴ ሁሌም ልዮ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ስጋ ለባሽ ሁሉ ማዳንህን አዩ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የኔ ጌታ ሁሌም ልዮ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ስጋ ለባሽ ሁሉ ማዳንህን አዮ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ምድረ በዳውን በስብ ስታጠግበው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የውሃ መፍለቂያ ምንጭ ስታደርገው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ከምናውቅህ በላይ ነህ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ከአዕምሮአችን በላይ ነህ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ድል ያንተ የማታ ማታ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ድል ያንተ የማታ ማታ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ደካሞች ሃይልን ታጥቀዋል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የወለዱ ደክመዋል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ተጎበኘች መካኒቱ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ምንጭ አፍልቆላት ዓለቱ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የታመቀው ጩኸት ተሰማ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በተከበበችው ከተማ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እጁ መጣች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ደካማውንበድንቅ ረዳች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ሰባት ጊዜ እንደተጣራ እንደነጠረ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የአፍህ ቃል ከብር ወርቅ ይልቅ ነው የከበረ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ተናግረሃል ደግሞ ተናግረህ መቼ ቀርተሃል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በኛ ህይወት ከነማስረጃ አሳይተሃል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ተናግረሃል ተናግረህ ደግሞ መቼ ቀርተሃል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በኔም ህይወት ከነማስረጃው አሳይተሃል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ኢየሱሴ ሁሌም ልዮ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ስጋ ለባሽ ሁሉ ማዳንህን አዮ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የኔ ጌታ ሁሌም ልዮ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ስጋ ለባሽ ሁሉ ማዳንህን አዮ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ምድረ በዳውን በስብ ስታጠግበው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የውሃ መፍለቂያ ምንጭ ስታደርገው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