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Mesgana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ምሥጋናዬን አበዛለሁ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 ሌላ ክብር እጨምራለሁ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መምሸቱ ውድቅት ሌሊቱ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አያግደኝም ከመቅረብ 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እያበዛሁ አስደስተዋለሁ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ድምጼን እያሰማሁ አስደስተዋለሁ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አፌን በምሥጋና ሞልተኸዋልና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እናገር የምችለውን ይህን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 በፊትህ አይገኝምና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ቃል ደስታ ይጠግባልና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ምሥጋናዬን አበዛለሁ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 ሌላ ክብር እጨምራለሁ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መምሸቱ ውድቅት ሌሊቱ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አያግደኝም ከመቅረብ 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እያበዛሁ አስደስተዋለሁ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ድምጼን እያሰማሁ አስደስተዋለሁ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የጐበጠው ሁሉ ቀና ይላልና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የማይቻል ይቻልሃልና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ለቃልህ የማይታዘዝ አንድም የለምና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ተዓምራት ታደርጋለህና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ምሥጋናዬን አበዛለሁ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 ሌላ ክብር እጨምራለሁ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መምሸቱ ውድቅት ሌሊቱ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አያግደኝም ከመቅረብ 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እያበዛሁ አስደስተዋለሁ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ድምጼን እያሰማሁ አስደስተዋለሁ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ሕዝብህ ወደ እረፍት ይገባልና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እርዳታህም ከላይ ይመጣልና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በሰንበትም ችግር አይገኝምና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በሚያርፍበት ትሰራለህና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 ልባርክህ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ምሥጋናዬን አበዛለሁ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 ሌላ ክብር እጨምራለሁ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መምሸቱ ውድቅት ሌሊቱ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አያግደኝም ከመቅረብ 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እያበዛሁ አስደስተዋለሁ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ልባርከው ሁሌ ጠራዋለሁ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ድምጼን እያሰማሁ አስደስተዋለሁ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