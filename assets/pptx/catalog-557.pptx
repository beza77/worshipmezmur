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11680"/>
            <a:ext cx="10881360" cy="182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5400" b="1">
                <a:solidFill>
                  <a:srgbClr val="FFFFFF"/>
                </a:solidFill>
                <a:latin typeface="Ebrima"/>
                <a:ea typeface="Ebrima"/>
                <a:cs typeface="Ebrima"/>
              </a:rPr>
              <a:t>Nefsien Yemiyareka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023360"/>
            <a:ext cx="1088136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000" b="0">
                <a:solidFill>
                  <a:srgbClr val="CCCCCC"/>
                </a:solidFill>
                <a:latin typeface="Ebrima"/>
                <a:ea typeface="Ebrima"/>
                <a:cs typeface="Ebrima"/>
              </a:rPr>
              <a:t>Kalkidan Tilahun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ሌላ ነገር አይደለም ነፍሴን የሚያረካት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አምላክ ሆይ አንተ ናና በመገኘትህ አርካት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ሌላ ነገር አይደለም ነፍሴን የሚያረካት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አምላክ ሆይ አንተ ናና በመገኘትህ አርካት (5x)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አንዳንዶች ገንዘብ ይላሉ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አንዳንዶች ዝና ይላሉ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አንዳንዶች ዘመድ ይላሉ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አንዳንዶች ዕውቀት ይላሉ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እኔ ግን እርግጠኛ ነኝ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አንተው ነህ የምትበልጠው (2x)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እግዚአብሔር ሆይ አንተ ብቻ ነህ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ለሰዎች ሁሉ መፍትሄ ያለህ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ጌታ ኢየሱስ ሆይ አንተ ብቻ ነህ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ለሰዎች ሁሉ መፍትሄ ያለህ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ነፍሴ ወደደችህ ወዴት ትገኛለህ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ስፍራውን አሳየኝ የት ታሰማራለህ (2x)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ብርና ወርቅ አያጓጓኝም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ልቤን አይነካኝም ዓይኔን አይስበኝም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የሚያጓጓኝ የእግዚአብሔር መንግሥት ነው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ርሃቤ ጥማቴ ጽድቁ ነው ጽድቁ ነው (2x)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አንተን ነው ነፍሴ የተጠማችው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አንተን ነው ነፍሴ የተመኘችው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የአንተን ስጦታ መፈለግ ትታለች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አንተን እራህን ትፈልጋለች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የአንተን በረከት መፈለግ ትታለች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አንተን ራስህን ትፈልግሃለች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ምን አዲስ ነገር አለ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ከዚህ ፀሐይ በታች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የእግዚአብሔር ልጅ ነው እንጂ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ለሰዎች የሚበጅ (2x)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ጌታ ኢየሱስ ነው እንጂ ለሰዎች የሚበጅ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ነፍሴ ወደደችህ ወዴት ትገኛለህ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ስፍራውን አሳየኝ የት ታሰማራለህ (2x)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መዝገቤ እኮ አንተ ጋር ነው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መዝገቤ በሰማይ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መዝገቤ በአለበት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ልቤስ በዚያ አይደል ወይ (3x)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ነፍሴ ወደደችህ ወዴት ትገኛለህ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ስፍራውን አሳየኝ የት ታሰማራለህ (2x)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እግዚአብሔር ሆይ አንተ ብቻ ነህ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ለሰዎች ሁሉ መፍትሄ ያለህ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ጌታ ኢየሱስ ሆይ አንተ ብቻ ነህ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ለሰዎች ሁሉ መፍትሄ ያለህ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