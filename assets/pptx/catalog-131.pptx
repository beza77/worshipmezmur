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Hiwotien Qagnetehal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ለሞተው መንፈሴ ትንሳኤ ሰተሀል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ኩነኔን ከላየ በሞትህ ኣንስተሀል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ከሓጥያት ባርነት ነጻ ኣውጥተህኛል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በከበረው መንፈስ ሂወቴን ቃኝተሀል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ሂወቴን4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ኣባባት ብየ የምጠራበትም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መንፈስ ካንተ ተቀበልኩኝ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የእርስትህ ወራሽ ደግሞ ኣደረከኝ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በእየሱሴ ሞት ጸድቀሻል ተባልኩኝ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ሂወቴን4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ለሞተው መንፈሴ ትንሳኤ ሰተሀል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ኩነኔን ከላየ በሞትህ ኣንስተሀል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ከሓጥያት ባርነት ነጻ ኣውጥተህኛል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በከበረው መንፈስ ሂወቴን ቃኝተሀል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ሂወቴን4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ኣባባት ብየ የምጠራበትም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መንፈስ ካንተ ተቀበልኩኝ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የእርስትህ ወራሽ ደግሞ ኣደረከኝ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በእየሱሴ ሞት ጸድቀሻል ተባልኩኝ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ቃኝተሀል ሂወቴን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