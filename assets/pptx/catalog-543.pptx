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እስትንፋስ ያላቸው ፍጥረታት በሙሉ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ትልቅ ነው ትልቅ ነው ይላሉ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አንዳንዱ ፈልጎ አንዳንዱ በግድ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አያስደንቅ ወይ ለእግዚአብሔር ሲሰግድን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እንዳንተ ማነው?4x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ማነው?4x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አህዛብ ደንግጡ ምድርን ተፍራው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ፈላጭ ቆራጩ እሱ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ታፍሮና ተከብሮት በዙፋኑ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በስተቀር የትኛው አምላክ ነው?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እንዳንተ ማነው?4x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ማነው?4x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የእድሜ ባለ ጸጋ ሁሌ አንፀባራቂ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ለሰማይ ለምድሩ ለፍጥረቱ በቂ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ከዘላለም በፊት ከጥንት የነበረው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በዕድሜ የሚበልጠው ማነው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እንዳንተ ማነው?4x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ማነው?4x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የነገስታትን ወገብ የሚፈታ የሚፈታ ያኔ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ብቻውን ብዙ ገጥሞ የሚረዳ የኔ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ቃላቶች ተጨምቀው አንድ ቃል ቢሆኑም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ያንተን ትልቅነት ሊገልፁት አይችሉም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የላቀ የደመቀ በዓለም የታወቀ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ያወቀ የረቀቀ ሁሌ የተደነቀ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የጸና ያልወደቀ ሁሌ እንደደመቀ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በትረ መንግስቱን ያለቀቀ ዘመኑ ያላለቀ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እናገራለሁኝ እግዚአብሔር ነው ብዬ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እመሰክራለሁ እግዚአብሔር ነው ብዬ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በግምት አይደለም የምናገረው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ቻይነቱን ስለማውቀው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በመላ እኮ አይደለም የምናገረው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ቻይነቱን ስለማውቀው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እንዳንተ ማነው?4x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ማነው?4x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