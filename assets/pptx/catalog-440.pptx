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Mesewyaye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ቤተል መጀመርያ ወዳወቁህ ስፍራ እመለሳለሁ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ኪዳኔን አድሳለሁ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ህያውን መስዋዕት ሰውነቴን በፊትህ አቀርባለሁ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 መኖርያዬ እዚሁ ነው በቤተል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 ማደርያዬ እዚህ ነው በልፍኝህ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መሰውያዬ ዘላለም በፊትህ እሳት ይኑረው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ያርግ ወደማደሪያህ እጣኑን አሽትተው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ያሰኝህ ልብህን ያርካው መቅደስህን ይሙላው/2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ሰውነቴ ድኖ ቀረ አልለቅ ህም ብዬ የባረከኝ 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ቅብዝብህ ነፍሴ በእጅህ ተዳሳ/2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በጥልቁ ፍቅርህ ለአንዴና ለመጨረሻ ተማርካ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ትጠብቃለች አንተን ተርባ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በየለት ትጠራሃለች አንተን ተርባ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ትጠብቃለች አንተን ተርባ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በየለት ትጠራሃለች አንተን ተርባ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መሰውያዬ ዘላለም በፊትህ እሳት ይኑረው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ያርግ ወደማደሪያህ እጣኑን አሽትተው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ያሰኝህ ልብህን ያርካው መቅደስህን ይሙላው/2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እኔና ቤቴ ዘር ማንዘሬ ልንከተልህ ልንገዛልህ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እንቀድሳለን ማዳሪያችንን ለንጉሳችን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ሚመጥን ልብህን ሚያረካ የሚያስደስትህ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ይሁንልህ ሁለንተናችን ይሁንልህ ስውርጏዳችን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ባንተ ላንተ ካንተ ነው/6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