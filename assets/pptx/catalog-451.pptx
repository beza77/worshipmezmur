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Egziabhieren Mefrat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እግዚኣብሔርን መፍራት ጥበብ ነው የጥበብ ሁሉ መጀመሪያ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ከሃጢያት መራቅ ማስተዋል ነው ሃሌሉያ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እግዚኣብሔርን የሚፈራ እጅግ ብዙ ደስታ ያያል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ላይ እድሜው ይረዝማል በበረከት ይኖራል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አይራብም እርሱ ከቶ እግዚኣብሔር ጥጋብ ይሆነዋል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 ዘመን አይሰጋም ጌታ በድል ያሳልፈዋል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የእግዚኣብሔር ፊት ሃጥያት እሰራለሁኝ ብሎ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እግዚኣብሔርን ፈርቶ ዮሴፍ ሸሸ ከሃጥያት ኮብልሎ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እየጨመረ ቢሄድም ፈተናው ቢሆን ያየለ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አምላኩ ሲያስበው ከበር መች ቀረ እንደተጣለ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እግዚኣብሔርን በመፍራቱ የገባ ከእግዚኣብሔር እይታ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ላይ ቅን ሰው የተባለ ለጠላቱ ያልተረታ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እዮብም ታስቦአል በጊዜው በመከራው ሁሉ ታግሶ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ከሳሹን አሳፈረለት ጌታ ምርኮውን መልሶ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ልጅ ጥበብን ለማግኘት በዘመኑ ሁሉ ይደክማል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 ግን እግዚኣብሔር መሆኑን ያወቀ ከርሱ ጋር ይስማማል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ዘመኑን በተድላ ሊጨርስ የሚፈልግ እግዚኣብሔርን ይፍራ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በመውጣት በመግባቱ ሁሉ ያክብረው በየትኛውም ስፍራ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እንደቀደሙቱ ሐዋሪያት ላንተ እንደተሰጡ ነቢያት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እኔንም ቁምነገረኛ ሰው ለማድረግ ሕይወቴን ቀደሰው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በሰጠኸኝ መክሊት ነግጄበት ቀንና ሌሊት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ለመጨረሻው ቀን ሽልማት በድል አዘጋጀኝ የኔ አባት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ባሪያ አድርገኝ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እንዲፈጸም ባንተ ደስታዬ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ባሪያ አድርገኝ ኢየሱሴ ይህን ትሻለች ካንተ ነፍሴ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ዳዊት በኔ ሕይወት ሰልፉን ቢያበዛብኝም ጠላት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ለአንተ አደራ ብዬ እንድጛዝ እርዳኝ አባብዬ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ፍጹም ሳልታጣ ከፊትሕ ይፈጸም በሕይወቴ ሃሳብህ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በዚህ ክፉ ዘመን እርዳኝ ለቤትህ እንድታመን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