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Sayikefel Bahiru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ሳይከፈል ባህሩ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ሳይሳካ ነገሩ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ላንሳ ከበሮውን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ላመስግነው እግዚአብሔርን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አመሰግናለሁ (8x)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አልልም አመሰግናለሁ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ለጌታዬ ክብርን እሰጣለሁ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የጠላቴን ንዝነዛ እምቢ ብዬ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ላመስግነው ላክብረው ጌታዬ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አመሰግናለሁ (8x)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ሁኔታ መጣና ጠየቀኝ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ታመልኪያለሽ ወይ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ነገሮች መጡና ጠየቁኝ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ታመልኪያለሽ ወይ አሉኝ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አመልካለው እባርከዋለሁ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አመልካለው ከፍ አደርገዋለሁ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ሁሉ ለበጎ እንዲደረግ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 ሁሉ ለጥሩ እንዲለወጥ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ይህንንም ጨምሬ አውቃለሁ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ስለዚህም አመሰግናለሁ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አመሰግናለሁ (8x)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ሁኔታ መጣና ጠየቀኝ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ታመልኪያለሽ ወይ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ነገሮች መጡና ጠየቁኝ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ታመልኪያለሽ ወይ አሉኝ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አመልካለው እባርከዋለሁ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አመልካለው ከፍ አደርገዋለሁ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