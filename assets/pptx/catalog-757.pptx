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በሰማይ በላይ በክብሩ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ይገዙለታል ለእርሱ ሰማይና ምድሩ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ለማያምኑት ሞኝነት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ግን ሕይወት ነው ሃሌሉያ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እናውጃለን እኛ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እንመሰክራለን እኛ ፈጣሪ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ለምንድነው ተስፋችን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ለማያምኑት ግን ጥፋት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ለውጦናል እኛን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በቃሉ አናምናለን እኛ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ለምንድነው ሕይወታችን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ለሚጠፉት ግን ሞት ነው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ሲሰራ አይተናል እና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ፍቅሩንም ቀምሰናል እኛ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ፈውስን በልጁ አግኝተናል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ሕይወት ሰጥቶናል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ክብሩን አይተናል እኛ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እንመሰክራለን እኛ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መስቀሉን ለእኛ ክብራችን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ሕይወት ሰላማችን ሃይላችን ነው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