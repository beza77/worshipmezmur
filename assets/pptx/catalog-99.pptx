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 Telehalech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አዳኝ ነህ ከእስራት ምትፈታ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ለጠላጥህ የማትረታ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የኔን ነፍስ ከጠላት ተሟግተህ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አዳንካት ከእስራቷ ፈተህ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ያዳንካትም ነፍሴ ሁልጊዜ ሁሌ ሁልጊዜ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ትልሃለች ጌታ እየሱሴ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 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ከነኃጥያቴ ያኔ ወደድከኝ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ዘላለም ያንተው አደረከኝ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በእውነት ፍቅር ነህ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የሚወድድ ልብ አለህ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ያዳንካትም ነፍሴ ሁልጊዜ ሁሌ ሁልጊዜ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ትልሃለች ጌታ እየሱሴ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 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ሩጫ ውጊያው ከንቱ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ሰልፉ የአንተ ነው አምናለሁ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ቆሜ ማዳንህን እያየሁ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ለነገም ተስፋ አደርግሃለሁ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ያዳንካትም ነፍሴ ሁልጊዜ ሁሌ ሁልጊዜ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ትልሃለች ጌታ እየሱሴ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 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 ለሚፈሩት ቅርብ ነው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እስከልጅ ልጆች ነው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ሳላቋርጥ እጠራሃለሁ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ክብርህንም እንዳይ አምናለሁ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ያዳንካትም ነፍሴ ሁልጊዜ ሁሌ ሁልጊዜ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ትልሃለች ጌታ እየሱሴ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 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ከልብ የማይጠፋ ዉለታ አለብኝ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ለኔ ያደረገልኝ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በእድሜ ዘመን ሁሉ እገዛለታለሁ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በቤቱም ሁሌ አዘማለሁ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እለዋለሁ ከእግሩ ስር አሰግዳለሁ (2x)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ምስጋናዬ ይብዛልህ ክበርልኝ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አይነስብህ ይድረስልህ (ሃሌሉያ)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ለአንተ የምሰጠው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ማታ ወዳንተ ማሳርገው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በስራህ ነው ጌታ በስራህ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ዝማሬ በአፌ የጨመርህ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በደስታ ስለሞላኸው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ለአንተ እንድዘምር ነው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እልሃለሁ ከእግሩ ስር አሰግዳለሁ (2x)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ምስጋናዬ ይብዛልህ ክበርልኝ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አይነስብህ ይድረስልህ (ሃሌሉያ)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ለአንተ የምሰጠው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ማታ ወዳንተ ማሳርገው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ክበርልኝ ጌታዬ ክበር ክበርልኝ ንገሥ ንገሥልኝ ጌታዬ ንገሥ ንገሥልኝ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