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Enie 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Mamay Worku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የጽድቅን ጥሩር ለብሼ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ገነትም ጋሻ አንስቼ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በቃል እውነት ታጥቄ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እቆማለሁ ፀንቼ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እኔ ግን እግዚአብሔርን አመልካለሁ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በዘመኔ ሁሉ ለእርሱ እገዛለሁ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በፍጹም ልቤ እሰግዳለሁ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ሃሳቤን አስገዛለሁ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በፈቃዴ እሸነፋለሁ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ጌታዬን አመልከዋለሁ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እኔ ግን እግዚአብሔርን አመልካለሁ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በዘመኔ ሁሉ ለእርሱ እገዛለሁ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በጽኑ ምክሩ ታምኜ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በቅን ስርዓቱ ሄጄ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ሥሙን አከብራለሁ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አምላኬን አመልከዋለሁ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እኔ ግን እግዚአብሔርን አመልካለሁ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በዘመኔ ሁሉ ለእርሱ እገዛለሁ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እባርካለሁ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ምሥጋናውም ሁሉ በአፌ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በእርሱ ፍቅር አኖራዋለሁ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ዘለዓለም አመልከዋለሁ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እኔ ግን እግዚአብሔርን አመልካለሁ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በዘመኔ ሁሉ ለእርሱ እገዛለሁ (4x)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