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Tebeqagnaleh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ከሆነልኝ ነገር ሁሉ ይልቅ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ያረከው አንተ ሆንክልኝ ድንቅ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ትበቃኛለህ ሁልጊዜ ታስመካኛለህ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የከበደኝን ሁሉ አንተ አቀለልከው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ፀሎቴንም እየሰማህ ጥያቄዬን መለስከው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ልጆች መልካምን በማድረግ ደስ ይልሃል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ልዩ ነህ የእኔ ጌታ ማንስ ይመስልሃል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ትበቃኛለህ ሁልጊዜ ታስመካኛለህ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በዕድሌ እኮ አይደለም በደረሰኝ እጣ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ምታኖረኝ እግዚአብሔር ነህ ሁሌ ባለጠጋ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በክንዶችህ ተማምኜ በጥላህ አድራለሁ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ጥጋቤ ነህ እርካታዬ አርፌብሃለሁ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ትበቃኛለህ ሁልጊዜ ታስመካኛለህ 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ውስጥ ያለው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ሞልቶ የፈሰሰው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በውስጤ ያረከው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 እሳት ነው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አይቼ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ዝም እላለሁ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በአዲስ ዜማ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አመሰግናለሁ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ተባረክልኝ (3x) ሌላማ ምን እልሃለሁ ተባረክልኝ (2x)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ሰልፉን ለአንተ ሰጠሁ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እቆማለሁ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 ምህረትህን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እናገራለሁ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ድብቅ ጦር አንስተህ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ጠላቴን መተሃል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አድራጊው ኢየሱስ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ይገባሃል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ተባረክልኝ (3x) ሌላማ ምን እልሃለሁ ተባረክልኝ (2x)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ታማኝነትህን ሁሌ አወራለሁ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ዘለዓለም ዘምራለሁ (2x)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ሌላማ ምን እልሃለሁ ጌታዬ ሳከብርህ ያኔ ረካለሁ አምላኬ (2x)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ታማኝነትህን ሁሌ አወራለሁ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ዘለዓለም ዘምራለሁ (2x)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ሌላማ ምን እልሃለሁ ጌታዬ ሳከብርህ ያኔ ረካለሁ አምላኬ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