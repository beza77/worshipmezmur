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Des Yebelachehu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ደስ ይበላችሁ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ደግሜ እላለሁ በጌታ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ደስ ይበላችሁ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በመጠራታችሁ ደስ ይበላችሁ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ስላላችሁ ደስ ይበላችሁ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በአሸናፊው ጌታችሁ ደስ ይበላችሁ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ሃሤት አድርጉ ደስ ይበላችሁ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ደስ ይበላችሁ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ደግሜ እላለሁ በጌታ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ደስ ይበላችሁ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በአንድነታችሁ ደስ ይበላችሁ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ክብራችሁ ደስ ይበላችሁ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 ቢነሣባችሁ ደስ ይበላችሁ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አይተኛም ጠባቂያችሁ ደስ ይበላችሁ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ደስ ይበላችሁ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ደግሜ እላለሁ በጌታ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ደስ ይበላችሁ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ብታጡም ደስ ይበላችሁ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ደግሞም ብታገኙም ደስ ይበላችሁ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ይክበርባችሁ ደስ ይበላችሁ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ደስ ይበላችሁ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ደግሜ እላለሁ በጌታ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ደስ ይበላችሁ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ሰላማችሁ ደስ ይበላችሁ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 አንዳች አትጨነቁ ደስ ይበላችሁ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በእርሱ ላይ ጣሉ ደስ ይበላችሁ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ኢኤልሻዳዩ ደስ ይበላችሁ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ስላለፈው ነገር ደስ ይበላችሁ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ከፊት ስለሚመጣው ደስ ይበላችሁ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በረጅሙ ጉዞ አችሁ ደስ ይበላችሁ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መሪ ያችሁ ደስ ይበላችሁ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ደስ ይበላችሁ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ደግሜ እላለሁ በጌታ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ደስ ይበላችሁ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