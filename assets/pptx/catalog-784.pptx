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Aykejelem Lebie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አይከጅልም ልቤ ያን ዓለም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በዚያ . 1 . የለም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እርስቴ በአንተ ዘንድ ነዉና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ደጅ ልጥና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 በዘምኑ ሁሉ የሚወድ ወዳጅ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 አግኝቻለሁና እርሱ ነው ወዳጄ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የማላጣው ወዳጅ ነው ለእኔ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ከአጠገቤ ሁሌም ከጐኔ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መወደድ በአንተ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መኖር በእቅፍህ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ከአንተ ውጪ ይቅር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ሌላው ነው ትርፍ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አጥቼ ምን አጥቼ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ልሂድ አንተን ትቼ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ልቤን ልስጥህ ልኑር ለአንተ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ይቅር ሌላው ዓለም አታላይ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ልቤን ልስጥህ ልኑር ለአንተ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ይቅር ሌላው ይህ ዓለም ከንቱ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የሩቅ አይደለህ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የቅርብ አምላክ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ስጠራህ ሁሌ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አለሁ ባይ ጐኔ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የማላጣው ወዳጅ ነው ለእኔ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ከአጠገቤ ሁሌም ከጐኔ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መወደድ በአንተ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መኖር በእቅፍህ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ከአንተ ውጪ ይቅር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ሌላው ነው ትርፍ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እርስቴ በአንተ ዘንድ ነዉና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ደጅ ልጥና 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ልቤን ልስጥህ ልኑር ለአንተ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ይቅር ሌላው ዓለም አታላይ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ልቤን ልስጥህ ልኑር ለአንተ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ይቅር ሌላው ይህ ዓለም ከንቱ ነው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