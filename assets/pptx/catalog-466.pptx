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Maderiyah Endiet Yamare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Kaleab Tsegaye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"ሃሌሉያ ሉዑል ሆይ ማደሪያህ እንደምን የተወደዱ ናቸው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እናመሰግንሃለን ሃሌሉያ 3x ማደሪያህ ውብ ነው ሃሌሉያ 4x"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ማደሪያህ እንዴት ያማረ ነው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መንፈስህ እንዴት ያማረ ነው 8x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የገባውን ቃልኪዳኑን ያላጠፈ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ሲሸከመኝ ለዘመናት ያልሰነፈ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በድካሜ የያለኝን ሳይለውጠው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ስደርስበት ሁሉንም እንዳለኝ ነው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ማደሪያህ እንዴት ያማረ ነው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መንፈስህ እንዴት ያማረ ነው 8x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"ያማረ ነው ማደሪያህ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ያለህበት ጌታዬ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ያማረ ነው መኖሪያህ ያማረ ነው"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የትንቢቱን ቃል ሲፈጽመው በየተራ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ተሳስቶ አንዴ ለሰው መች አወራ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አወይ አባት ኀጢአቴን ተሸክሞ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በአደባባይ እወደዋለሁ ይላል ቆሞ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ከአምልኮ እነሳለሁ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ከአምልኮ የሚሻል ምንድን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ከጸሎት እነሳለሁ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ከጸሎት የሚያስነሳኝ ምንድን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መዝሙር አቆማለሁ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ከመዘመር የሚሻል ምንድን ነው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መዋያዬ ቅድስተ ቅዱሳን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ማደሪያዬ ቅድስተ ቅዱሳን 8x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