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Saq Adergolegnal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ሳቅ ሳቅ 2x ሳቅ አድርጐልኛል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ሳቅ 3x ሳቅ በሳቅ ሆኖልኛል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ፈቃዱን ፈጽሞልኛል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ኪዳኑን አጽንቶልኛል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ሞልቶ ሃዘኔን ወስዶ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ጠላቴን ጥሎ ወዲያ አባሮ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ሞላልኝ መሻቴ ደስ አለኝ በአምላኬ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ሰጠኝ እንደልቤ ደስ አለኝ በአምላኬ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ሳቅ ሳቅ 2x ሳቅ አድርጐልኛል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ሳቅ 3x ሳቅ በሳቅ ሆኖልኛል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ፈቃዱን ፈጽሞልኛል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ኪዳኑን አጽንቶልኛል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ተጣልኩኝ ልሞት ሊያጠፋኝ ጠላት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ገባሁኝ ለግዞት ያሰረኝ መስሎት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ዘመን ሲመጣ ቀኑ ሲገለጥ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የተከሰስኩበት/ተታማሁበት ሆነልኝ ለሹመት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ሳቅ ሳቅ 2x ሳቅ አድርጐልኛል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ሳቅ 3x ሳቅ በሳቅ ሆኖልኛል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ፈቃዱን ፈጽሞልኛል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ኪዳኑን አጽንቶልኛል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አይችልም አልልም እግዚአብሔር ትልቅ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አይሆንም አልልም ሆኖልኝ እያየሁ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አጋጣሚ አይደለም ወይ የሰው 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የማይሰማ የለም እግዚአብሔር ሲናገር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ሳቅ ሳቅ 2x ሳቅ አድርጐልኛል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ሳቅ 3x ሳቅ በሳቅ ሆኖልኛል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ፈቃዱን ፈጽሞልኛል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ኪዳኑን አጽንቶልኛል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ፈቃዱን ፈጽሞልኛል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አስቦልኛል ኪዳኑን አጽንቶልኛል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