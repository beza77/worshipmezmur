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Yeqerta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"ማሜ አሁን እኮ ያለሽ እድል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አባትሽህን ሄዶ ይቅርታ መጠየቅ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አውቃለሁ እንዴ ግን እኔ ይቅርታ እጠይቀዋለሁ?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 ለምንድን ነው ሄደሽ ይቅርታ ማትጠይቄው?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መጽሃፍ ቅዱስ እኮ ስለይቅርታ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ብዙ ነገር ነው የሚያስተምረን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አውቃለሁ ብዙ ነገር ነው የሚያስተምረን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እኮ አንዳንዴ አውቄ አጠፋለሁ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አንዳንዴ ደግሞ ሳላውቅ አጠፋለሁ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እየተሳሳትኩኝ እኮ ነው የተሸገርኩት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ልክ አይደለሽም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ቀስ ብለሽ ሂጂና ይቅርታ መጠየቅ አለብሽ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እንደተቀመጠ ቀስ ብለሽ ወደ እርሱ ሄደሽ ይቅርታ ጠይቂ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ወይኔ ጉዴ እፈራለሁ እኮ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እንዳይገርፈኝ ብዬ እኮ ፈርቼ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አትፍሪ አይዞሽ ሂጂ ሂጂ አይዞሽ አትፍሪ 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ስለተሳሳትኩኝ ስላጠፋሁት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አውቄም ሳላውቁም ሁሉ ላረኩት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ጥፈተኝነቴ ገብቶኝ ይኸው ወጥቻለሁና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ድጋሜ አላጠፋም ለዛሬም ይቅርታ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ይቅርታ (2x) ይቅርታ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ይቅርታ (2x) ይቅርታ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ያጠፋሸው ጥፋት በሙሉ ገብቶሻል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ብለሽ መጥተሽ ይቅርታ ብለሻል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ድጋሚ አታጥፌ እንጂ ልጄ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በጣም እወድሻለሁ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ነይ ልሳምሽ አንዴ ይቅር ብዬሻለሁ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love you (እወድሻለሁ) (6x)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love you (እወድሻለሁ) 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