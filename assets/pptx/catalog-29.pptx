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Abet Mihretih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ምህረትህ እንዴት ታላቅ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መለኪያ የለው መስፈሪያ የለው እንዴት ታላቅ ነው እንደምን ታላቅ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ያንት ምህረት ከማን ጋር ይስተያይ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ከፈጠርከው ፍጥረት ከምድር ወይ 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የሚስተካከልህ ማን አለ በውኑ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ምህረትህ ያክላል አንተኑ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መለኪያ የለው መስፈሪያ የለው እንዴት ታላቅ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ሳይታዘዝ ጠላት እጅ ገብቶ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ሳምሶን ወደቀ ከመስመር ወጥቶ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ምህረት ለምኖ መቼ አፈረ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የራሱ ፀጉር ማደግ ጀመረ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በህይወት ከሰራው በሞቱ ባሰ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 ኪዳን ሰው ምህረት ደረሰ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ዕድል ብቻ ባይለምንህ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ይኖር ነበረ በቸርነትህ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እንዴት እንዴት ታላቅ ነው (2X) እንዴት ኧረ እንዴት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እንዴት እንዴት ታላቅ ነው (2X) እንዴት ያንተ ምህረት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ምህረትህ...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ብትጨምርለት አስራ አምስት ዓመት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ተዝቆ በማያልቅ ከሰፊ ምህረት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ከኖረበት ዕድሜ ከምህረትህ ወስዶ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ሳያከብር ጨረሰው በባዶ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እኔንም ገብቶኛል የቃልህ ዕውነት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ምዘምረው ባንተ ምህረት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መሃሪነትህን እዘምረዋለሁ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በጉልበቴ ሳይሆን በምህረት እኖራለሁ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እንዴት...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መለኪያ የለው...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