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Yetefeterkubet Alama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የተፈጠርኩበት አላማ አንድ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አንተን ለማምለክ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የተሰራሁበት አላማ አንድ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አንተን ለማምለክ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ልውደድህ ልቅረብህ ልጠጋህ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ሳላመልክህ እንዴት እኖራለው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ላመልክ እኔ ወስኛለው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ከእግሮችህ ስር ዝቅ ዝቅ ልል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ቅዱስና የተፈራህ ልልህ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አምላክ ነህ የማትጠገብ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ነህ ንጉስ ነህ እንከን የሌለህ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ነህ ፍቅር ነህ ጌታ ኢየሱስ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እመጣለው ዙፋንህ ስር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እሰግዳለው ከእግሮች ህ ስር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እቀኛለው አዲስ ቅኔ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ክበርበት መድህኔ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ማምለክ እወዳለው ላንተ መኖር እሻለዉ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 ካላረኩኝ ህይወት ትርጉሙ ምንድን ነው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ኑሮስ ጣዕሙ ምንድን ነው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ሃሳቤን ሰብስቤ ዓይኔን የሱስ ላይ አድርጌ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 ላምልክ ሁል ጊዜ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ይሰበር ናርዶሴ ያውድህ መስዕዋቴ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ይሰበር ብልቃጡ ይሽተትህ መስዕዋቱ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ይሰበር ናርዶሴ ይሽተትህ መስዕዋቴ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ይሰበር ብልቃጡ ያውድህ መስዕዋቱ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ተቀበለው እንካ ውሰደው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መልካሙን መዓዛ አንተ አሽትተው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ወዳጄ አሽተተው, ዉድዬ አሽተተው, ያህዌ አሽተተው, ኤሎሄ አሽተተው, ንጉስ አሽተተው, ዝም አትበለው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