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Ategebie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 ሁ ጌታ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ካለው ሰው ይልቅ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ይቀርበኛል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መገኘቱ ህልውናው ይታወቀኛል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ከውንድም ይልቅ ይጠጋጋኛል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ይቀርበኛል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ጌታ ጌታ ጌታ ጌታ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ያለህ ትልቅ ቦታ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ዘውትር ላክብርህ ሁሌ ጥዋት ማታ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ለእኔ አጠገቤ ካለው 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ከሚነካኝ ከምነካው ከሚዳስሰኝ ከምዳስሰው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በዓይኑ ከሚያየኝ በዓይኔ ከማየው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ለእኔ (3x) ቅርቤ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በገባሁበት አብሮ ይገባል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በሄድኩበት አብሮ ይሄዳል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እርሱ ያለ ወዳጅ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ከየት ይገኛል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አያያያያያያያ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እርሱ ያለ ወዳጅ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ከየት ይገኛል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ሰማይን ምድርን ሞልቷል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እርሱ ያለ ከየት ይገኛል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መኖሩንም ደስ በሚለው መንፈሱ ይገልጥልኛል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ካለው ሰው ይልቅ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ይቀርበኛል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ስፍራን አይመርጥም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ጊዜን አይመርጥም (4x)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 ሁ ጌታ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አጠገቤ ካለው ሰው ይልቅ እርሱ ይቀርበኛል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መገኘቱ ህልውናው ይታወቀኛል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ከውንድም ይልቅ ይጠጋጋኛል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ይቀርበኛል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ጌታ ጌታ ጌታ ጌታ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ያለህ ትልቅ ቦታ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ዘውትር ላክብርህ ሁሌ ጥዋት ማታ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ወገኔ ያለኝ ከጐኔ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ወዳጄ ያለኝ በእጄ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በሄድኩበት ሁሉ የማትለየኝ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ታላቁ ጌታ የምትወደኝ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ታላቁ ኢየሱስ የምትመራኝ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