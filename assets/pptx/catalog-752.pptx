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Bealem Chelema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በዓለም ጨለማ እውር ሆኜ 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ቀን ኢየሱስ ዓይኔን ከፍቶት አየሁ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ቀን ኢየሱስ ዓይኔን ከፍቶት አየሁ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ብርሃኔ ተገፎ በዓለም ስደናቀፍ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ከፈተልኝ ኢየሱስ ሥሙ ይክበር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ዓይኔን ከፈተልኝ ኢየሱስ ሳሙ ይክበር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ከጉዳት የሚያድን መሪ እንኳን ሳይንረኝ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ኢየሱስ ብቻ እረዳት ሆነልኝ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አንድ ኢየሱስ ብቻ እረዳት ሆነልኝ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ከጥንት ከበፊቱ እውር እንደነበርኩ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ግን እንደማይ ይህንን አውቃለሁ ሥሙ ይክበር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ግን እንደማይ ይህንን አውቃለሁ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ከሸንጐም ብወጣ በማንም ብጠላ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አመልካለሁ የሕይወቴን ከለላ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ጌታን አመልካለሁ የሕይወቴን ከለላ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ጠቃሚና ጐጂውን የማላውቅ ለይቼ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ብርሃኔ ተገልጦ ደስ አለኝ አይቼ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ብርሃኔ ተገልጦ ደስ አለኝ አይቼ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