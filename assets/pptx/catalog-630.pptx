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Yehiwot Qal 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Legesse Taddese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ሲንከራተት እርካታን ፍለጋ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 ታች ሲባዝን ሲል ከቆላ ደጋ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እውነት አለ መፅሃፍ የሚለው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እውነትም መንገድም ሕይወትም ኢየሱስ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 የህይወት ቃል አለህ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ወዴት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ወደ ማን አያለሁ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አማራጬ አይደለህም ብቸኛ መንገዴ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ሌላ ካንተ ውጪ እኔ አየሁት ለኔ እንደማይመች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 የህይወት ቃል አለህ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ወዴት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ወደ ማን አያለሁ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ለሚያምኑ በነፃ የታደለ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ሞትን የሚያሸንፍ የሕይወት ቃል አለህ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አምነው ለሚድኑ የሕይወት ቃል አለህ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መንገድ ነህ ሕይወት ነህ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