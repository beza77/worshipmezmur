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5400" b="1">
                <a:solidFill>
                  <a:srgbClr val="FFFFFF"/>
                </a:solidFill>
                <a:latin typeface="Ebrima"/>
                <a:ea typeface="Ebrima"/>
                <a:cs typeface="Ebrima"/>
              </a:rPr>
              <a:t>Ende Egziabhier Yale Yelem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023360"/>
            <a:ext cx="1088136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3000" b="0">
                <a:solidFill>
                  <a:srgbClr val="CCCCCC"/>
                </a:solidFill>
                <a:latin typeface="Ebrima"/>
                <a:ea typeface="Ebrima"/>
                <a:cs typeface="Ebrima"/>
              </a:rPr>
              <a:t>Kalkidan Tilahun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ባወራው አያልቅም ቸርነቱ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 ርህራሄው ምህረቱ (3x)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አላያችሁም ዎይ ሁሉን ቻይነቱን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ፍቅሩን ምህረቱን ደግሞም ደግነቱን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አልሰማችሁም ዎይ እግዚአብሔርነቱን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ሰለቸርነቱ ሰለምህረቱ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እንደ እግዚአብሔር ያለ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አምላኬ ያለ 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እደነቃለሁኝ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ስለሌለ ሃሃ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ከሰው ልጆች መሀል የሚመስልህ የለም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ከፍጥረታት መሃል የሚመስልህ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ከአማልክት መሃል የሚመስልህ የለም የለም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ብቻህን ነህ አምላኬ ዘለዓለም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እርሱ ብቻ ብቻውን ነው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ጅማሬና ፍጻሜ የለውም ፍጻሜ የለው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አንተ ብቻ ብቻህን ነህ (2x)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ጅማሬና ፍጻሜ የለህም ፍጻሜ የለህ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እንደ እግዚአብሔር ያለ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አምላኬ ያለ 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እደነቃለሁኝ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ስለሌለ ሃሃ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አምላኬን የሚተካከልው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ጌታዬን የሚስተካከልው ማነው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ኦ እደነቃለሁ (3x)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እኔ እደነቃለሁ (3x)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አዝ እንደ እግዚአብሔር ያለ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እንደ አምላኬ ያለ ሃሃ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እደነቃለሁኝ ሆሆ</a:t>
            </a:r>
          </a:p>
          <a:p>
            <a:pPr algn="ctr">
              <a:lnSpc>
                <a:spcPct val="125000"/>
              </a:lnSpc>
            </a:pPr>
            <a:r>
              <a:rPr sz="4000" b="0">
                <a:solidFill>
                  <a:srgbClr val="FFFFFF"/>
                </a:solidFill>
                <a:latin typeface="Ebrima"/>
                <a:ea typeface="Ebrima"/>
                <a:cs typeface="Ebrima"/>
              </a:rPr>
              <a:t>በምድር ስለሌለ ሃሃ (2x)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