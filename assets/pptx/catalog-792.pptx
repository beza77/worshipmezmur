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Elef Elef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እልፍ እያልኩኝ ልሂድ እንጂ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ተሰብሮ አየሁኝ የናሱ ደጅ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ልሂድ ልራመድ የለኝ ከልካይ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እሄዳለሁ ጨለማውን ጥሼ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እሻገራለሁ ሁሉን ረትቼ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እልፍ እያልኩኝ ልሂድ እንጂ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አልሸበር አልፈራው ያ ጠላቴን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ከቦት የለም እሳቱ ማደሪያዬን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ከቦት የለም እሳቱ ማደሪያዬን (4x)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ብዬ ጉድጓድ ቆፈርኩኝ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የኋላውን ትቼ የፊቴን ያዝኩኝ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በማለት ሚገኘው ደስታ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ለኔስ ሆነልኝ ከፍ በል ጌታ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እልፍ እያልኩኝ ልሂድ እንጂ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 (2x)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ይከፈታል በፊቴ ያ ደጅ(4x)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 ነጋ አትልም አንተ ስትሰራ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አይዝህ እየሱስ የኔ ጀግና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የይሁዳ አንበሳ የጌቶቹ ጌታ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የትንሳዔው ንጉስ የሱስ የኔ አለኝታ (2x)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ለቆልኛል ከአርያም መንፈሱን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አፈሰሰው ጌታዬ ቅባቱን (2x)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አፈሰሰው ጌታዬ ቅባቱን (4x)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 ነጋ አትልም አንተ ስትሰራ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አይዝህ እየሱስ የኔ ጀግና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የይሁዳ አንበሳ የጌቶቹ ጌታ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የትንሳዔው ንጉስ የሱስ የኔ አለኝታ (2x)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 (የኔ አለኝታ)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 (ኦ የኔ አለኝታ)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 (ኢየሱስ የኔ ጌታ)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 (ኦ የኔ አለኝታ)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የኔ አለኝታ (ኢየሱስ የኔ አለኝታ)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