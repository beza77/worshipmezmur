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Hallelujah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Haileyesuse Taddesse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ማስተዋልህ በሊቅ አትመረመርም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ታላቅ ነህ ማንም አላየህም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በላይ በከፍታ በክብር ትኖራለህ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በበረከትህም ምድርን ታጠግባለህ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ባለጠግነትህ አይጐድልም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ይፈቃል ይፈሳል ዘላለም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ክብር ይገባሀልና አምሣያ የሌለህ ሁሉን ቻይ ነህና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የፊትህ ብርህን ከፀሐይ ይደምቃል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ሰባቱን ከዋክብት በእጆችህ ይዘሀል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አይኖችህ እንደ እሣት ነበልባሎች ናቸው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የራስህም ፀጉር ከነጭም ነጭ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መቆም ይችላል ካንተ ጋር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አይቶ ነፍስ ማን ይቀርለታል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ክብር ይገባሀልና አምሣያ የሌለህ ሁሉን ቻይ ነህና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መላዕክት በፍርሀት ወድቀው ይሰግዱልሀል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ያምልኮአቸው ሽታ ቤትህን ሞልቶታል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ክብርና ውዳሴ ምስጋና ይገባሀል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እያሉ እራቱ እንስሶች ያከብሩሀል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ሽማግሌዎች ወድቀው የሰግዱልሀል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በፈቃድህ ሁሉን ፈጥረሀል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እያሉ ክብራቸውን ይሰጡሀል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ክብር ይገባሀልና አምሣያ የሌለህ ሁሉን ቻይ ነህና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