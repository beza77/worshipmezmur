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Yemutign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Lealem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“የሙጥኝ”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የህይወቴ ዋልታ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የቤቴ ማገር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አገር ሁሉ ያውቅሃል አንተ ነህ እግዚአብሔር/4x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የማትዋሽ እግዚአብሔር ሃሰት ማያውቅህ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በአፍህ ተናግረህ በእጅህ ፈፀምህ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ሁለት ሶስቴ ሃሳብህን አልቀያየርክብኝ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ዓመድ አፋሽ አልሆንኩም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ብዬ ሙጥኝ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የህይወቴ ዋልታ.....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ሙጥጥ ብሎ አቅሜ በቃ አለቀ ስል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ደጋግመህ መጥተሃል ሰይፌን ልትስል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በደረቁ አጥንቶቼ ነፍስን ዘርተህባቸው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በሃያል እጅ እንዳለ ፍላፃ አደረካቸው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የእምባ ዘለላዎቼን ከንቱ አላስቀረሃቸው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እያንዳንዱዋን ተጠቅመህ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ታሪኬን ፃፍክባቸው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