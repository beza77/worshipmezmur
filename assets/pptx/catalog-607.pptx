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Ewedihalehu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Lealem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እወድሃለሁ አጅግ አብዝቼ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ከልቤ ጋራ እጄን አንስቼ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በምን ቋንቋ ነው ከቶ ምገልጸው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የልቤ አምላክ ሆይ ፍቅርህ ብርቱ ነው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ቃላት ባገኘሁና ባወራው የአንተን ምስጋና የልቤ በደረሰልኝ አምላኬ አንተው ከብረህልኝ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የሚያስፈልገኝ አንድ ነገር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እርሱም አንተው ነህ ጌታ እግዚአብሔር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ካገኘሁ ጠግቤ አድራለሁ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ስለዚህ አምላኬ እወድሃለሁ (2x)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ቃላት ባገኘሁና ባወራው የአንተን ምስጋና የልቤ በደረሰልኝ አምላኬ አንተው ከብረህልኝ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መላ እኔነቴ አንተን ይወዳል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በቀን በለሊት ልቤ ያስብሃል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ያላንተ መኖር አይሆንልኝም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ሕይወቴ አንተ ነህ ሌላም የለኝም (2x)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ቃላት ባገኘሁና ባወራው የአንተን ምስጋና የልቤ በደረሰልኝ አምላኬ አንተው ከብረህልኝ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 ልጅ መድህኔ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ሕይወቴ ነህ አንተ ለእኔ (2x)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ሕይወት ተገለጠ እኔም አይቻለሁ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ቸር መሆኑን ቀምሼ አውቄያለሁ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አምላክ ነው እኔም በርቶልኛል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ታዲያ ከእርሱ ፍቅር ማንስ ይለየኛል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የእግዚአብሔር ልጅ መድህኔ ሕይወቴ ነህ አንተ ለእኔ የእግዚአብሔር ልጅ መድህኔ ሰላሜ ነህ አንተ ለእኔ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አንተን ካገኘ ምን ያስፈልገዋል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እፎይ ብሎ አርፎ ተደላድሎ ይኖራል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ፍቅርህ የሚያጠገብ ልብን የሚያረካ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የመኖር ትርጉሙ ጌታ አንተ ነህ ለካ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የእግዚአብሔር ልጅ መድህኔ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ሕይወቴ ነህ አንተ ለእኔ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(2x) ዕረፍቴ ነህ አንተ ለእኔ ሰላሜ ነህ አንተ ለእኔ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