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Gieta Lehiwotie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ለሕይወቴ አንተ መሪ ሁነህ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ለኑሮዬም ጥላ ሃሩር እንዳይጐዳኝ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እባክህ ሁንልኝ እኔ ደካማ ነኝ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ግን ብርቱ ነህ ጸንተህ የምትገኝ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ሆይ ለልጅህ የምታውቅ አንተ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የሚበጀኝንም ሁሉን አዘጋጅተህ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ታስባለህ ትጠነቀቃለህ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የማይጠቅመኝንም ወዲያ ትጥላለህ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 ጓደኛ በአንተ እረካለሁ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የምትሰጠኝንም እቀበልሃለሁ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ሁሉን እንደወደድህ እንደ ፈቃድህ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እንግዲህ አድርገው ደስ እንዳሰኘህ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ከእንግዲህስ እኔ ምንም አልናገር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ሰጥቼዋለሁኝ ሁሉን ለእግዚአብሔር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በደስታም በሃዘን ተመስገን እያልሁኝ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እርሱም ሚያደርገውን እኔ አያለሁኝ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አሜን አሜን አሜን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