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Kiber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እያሉ መላዕክት በሙሉ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ለሚል ስም ይንበረከካሉ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አይነፃፀርም ከተዋረዱቱ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ከፍ ያለ ነው በሰማይ ካሉቱ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ለቆ ከፍ ያለ የተከበረ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በሰማያት ላይ አንድ ስም አለ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ስሙን ሊያከብር ጰራቅሊጦስ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ከሰማይ መጥቷል መንፈስ ቅዱስ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በስሙ ላይ ክብር አለ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 ክብር አለ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አለ ክብር አለ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አለ ክብር አለ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ስም ላይ ክብር አለ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ዘይት አለ ክብር አለ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አለ ክብር አለ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ቅባት አለ ክብር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 ተራራ ነው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ሲጠራ የሚቆመው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 ሸለቆ ነው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ስም የማይሞላው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 በሽታ ነው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ስም ፊት የሚቆመው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የትኛው ሰይጣን ነው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ሲጠራ የሚቆመው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በስሙ ላይ ክብር አለ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 ክብር አለ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ቅባት አለ ክብር አለ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 አለ ክብር አለ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ስም ላይ ክብር አለ/7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ስሙን አመልካለሁ ለሌለው እኩያ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ክብር ይሁን ለኢየሱስ ስም ሃሌሉያ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ዕውር ሚያበራ ሽባ ሚተረትር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ከአብ የተሰጠን የክርስቲያን በትር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ፃድቅ ሰው ጠርቶት መች ተሸነፈ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የት አገኘዉ እንዳሰፈሰፈ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ስም ላይ ክብር አለ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 ክብር አለ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ፈውስ አለ ክብር አለ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ታምራት አለ ክብር አለ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ሂወት አለ ክብር አለ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ድነት አለ ክብር አለ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 አለ ክብር አለ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አለ/4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የእየሱስ ስም ከስሞች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በላይ ነው በላይ ነው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በምድር መንግስተ ሰማይ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አሻቅቦ ሚያየው ወደላይ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የእየሱስ ስም የስሞች ማማ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ፃድቅ ጀግኗል ስሙን ሲሰማ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አለ/16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