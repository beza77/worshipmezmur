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Gietan Maseb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የሆነው ነገር እርሱ የሚሆን ነው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የተደረገው እርሱ የሚደረግ ነው አሃ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ከፀሐይ በታች አዲስ ነገር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ብቻ አይለመድም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በእውቀቱ ላይ ደርቦ እውቀትን ቢጨምር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ከንቱ ነው ከንቱ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ለዓይኑ ያማረውን ከማድረግ ነፍሱን ባይከለክል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ከንቱ ነው ከንቱ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ማረፍያዬ ብሎ ቤቶቹን ቢያሳምር ቢያስጌጥ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ከንቱ ነው ከንቱ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ብርና ወርቅን አከማችቶ ለነገው ቢያስቀምጥ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ይህም ከንቱ ነው ከንቱ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ለሰው ከድካሙ በቀር ትርፉ ምንድን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ይልቅ በጉብዝናው ወራት ጌታን ማሰብ ነው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ሳይደክሙ ጌታን ማሰብ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ሳይጨልም ጌታን ማሰብ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በሩ ሳይዘጋ ጌታን ማሰብ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ነፍስም ሳትወጣ ጌታን ማሰብ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 ጐበዝ የተባለው ሰው አገር ሁሉ የሚያደንቀው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ጥሮ ግሮ ያከማቸውን ጥሎት ሄደ ሳይበላው ሃብቱን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ይሄም ከንቱ መድረሻው ምንድን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እድሜውን ሁሉ ጠፍሮት ስንፍናው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እንደተባለ እንደቀረም መና እሱም ሄደ ሞት ቀደመውና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ሳይደክሙ ጌታን ማሰብ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ሳይጨልም ጌታን ማሰብ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በሩ ሳይዘጋ ጌታን ማሰብ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ነፍስም ሳትወጣ ጌታን ማሰብ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ለሰው ከድካሙ በቀር ትርፉ ምንድን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ይልቅ በጉብዝናው ወራት ጌታን ማሰብ ነው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