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Ko Yaw Ante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ያው አንተው ነህ/2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ሸለቆም ቢሆን ያው አንተው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ከፍታም ቢሆን ያው አንተው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ያው አንተው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ጎንበስ ቀና ብዬ ጌታዬን ላክብረው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ያምላኬ ወለታው እጅጉን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በጨነቀኝ ጊዜ በጊዜው መጣና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ጏዳዬን አስዋበው እርሱ ደረሰና ጌታዬ መጣና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ክብር ከሆነልኝማ/2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ልሰዋ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ክብር ከሆነልኝማ/2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ልሰዋ ምስጋና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እኮ ሲመጣ አምላኬ ሲመጣ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ሲመጣ አባቴ ሲመጣ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መግቢያ አጣ/2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ችግር መግቢያ አጣ/2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ያው አንተው ነህ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አይኑ እያየ እኔን ላከበረ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ጨምራለው መቼ ተዘመረ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የዘምርኩት ገና ምዘምረው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ለእየሱሰ ክብር ይኸ ይሁንለት አሜን ይሁንለት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ክብር ከሆነልኝማ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እኮ ሲመጣ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ያው አንተው ነህ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