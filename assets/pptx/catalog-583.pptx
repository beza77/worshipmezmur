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Yelebie Amlak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የልቤ አምላክ የልቤ ተባረክ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አምላክ ተባረክ ሆሆ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ጥል ሆንክልኝ እንደ አበባ አበብኩኝ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ሊባኖስ ስሬ በቤትህ ሥር ሰደድኩኝ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ወይራ ውበት እንደ መዓዛዉ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ያስቀመጥከው ዓለምን ሞላዉ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የልቤ አምላክ የልቤ ተባረክ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አምላክ ተባረክ ሆሆ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ዘንባባ ዛፍ እያሳደገኝ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ፍሬዬን አበዛው አለመለመኝ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ረካች ገነት አምላኬ አደረገኝ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በብዛት በብዛት በብዛት ባርኮኝ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የልቤ አምላክ የልቤ ተባረክ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አምላክ ተባረክ ሆሆ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ጠዋት ፀሐይ እንደሚያበራዉ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የጻድቃንም መንገድ እንደዚሁ 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ሙሉ ቀን እስኪሆን ገና ይጨምራል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የእኔም ዕድል ፈንታ እነሆ እንዲህ ሆኗል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የልቤ አምላክ የልቤ ተባረክ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አምላክ ተባረክ ሆሆ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በውኑ ለእግዚአብሔር የሚሳነው አለ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የሥጋ ለባሽ አምላክ የሚያቅተው አለ ወይ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በእግዚአብሔር ጸና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ተማመነ ሆሆ እርሱን ተማመነ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በውሃው ላይ እየተረማመደ እየተረማመደ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ለሚፈሩ እምነትን አስለመደ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ማዕበሉም ወጀቡም የሚታዘዝለት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ማነው የእግዚአብሔር ልጅ ኢየሱስ ነው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የልቤ አምላክ የልቤ ተባረክ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አምላክ ተባረክ ሆሆ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