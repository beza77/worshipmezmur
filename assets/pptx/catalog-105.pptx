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Lenie 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'Betty' Wolde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የሚሰማ ግን በእርጋታ ይቀመጣል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ከመከራ ከጭንቀት ከሥጋት ያርፋል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እሰማሃለሁ ከጭንቀት ከሃዘን አርፋለሁ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ብለሃል እሰማሃለሁ ከጭንቀት ከሃዘን አርፋለሁ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ድምጽህን አሰማኝ ጌታዬ ድምጽህን አሰማኝ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ድምጽህን አሰማኝ ጌታዬ ድምጽህን አሰማኝ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ግን ወደ አንተ መቅረብ ይሻለኛል (3x)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የሚያስፈልገው ጥቂት አንድ ነው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በእግርህ ስር ሆኖ አንተን ማድመጥ ነው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 ተረዳሁ ምን እፈልጋለሁ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ከእግርህ ስር ሆኜ አደምጥሃለሁ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ድምጽህን አሰማኝ ጌታዬ ድምጽህን አሰማኝ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ድምጽህን አሰማኝ ጌታዬ ድምጽህን አሰማኝ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ግን ወደ አንተ መቅረብ ይሻለኛል (3x)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ከዝማሬዬ ይልቅ ኑሮዬ ያክብርህ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በሕይወት ዘመኔ ስንቱን ላስጠራልህ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ከአገልግሎቴ ይልቅ ሕይወቴ ያማረ ይሁን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እንደምትወደው እንደፈቀድክ ይሁን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ድምጽህን አሰማኝ ጌታዬ ድምጽህን አሰማኝ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ድምጽህን አሰማኝ ጌታዬ ድምጽህን አሰማኝ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ግን ወደ አንተ መቅረብ ይሻለኛል (3x)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ወደ አንተ እገሰግሳለሁ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ፊትህንም ማየት እጅግ ናፍቃለሁ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የሚረዳኝ ፀጋ ከአንተ ፈልጋለሁ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ጌታዬ ወደ አንተ እቀርባለሁ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የሚሰማ ግን በእርጋታ ይቀመጣል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ከመከራ ከጭንቀት ከሥጋት ያርፋል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እሰማሃለሁ ከጭንቀት ከሃዘን አርፋለሁ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ብለሃል እሰማሃለሁ ከጭንቀት ከሃዘን አርፋለሁ (2x)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ድምጽህን አሰማኝ ጌታዬ ድምጽህን አሰማኝ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ድምጽህን አሰማኝ ጌታዬ ድምጽህን አሰማኝ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ግን ወደ አንተ መቅረብ ይሻለኛል (3x)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