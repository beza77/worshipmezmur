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Nefsie Wedesu Adela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ነፍሴ ወደ እሱ አደላ (5x)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ለእርሱ ቅርብ ነው (5x)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አናምጧቸው እስቲ አንያቸው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ሌሎች ሌሎቹን እንመዝናቸው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አማራጭና ምትክ የሌለው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ጌታዏ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 ቆቆይ ቆቆይ ቆቆይ ቆይ እስቲ አሃ 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 ቆቆይ ቆቆይ ቆቆይ ቆይ እስቲ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ማነውስ ለጠላቱ ሕይወቱን የሚሰጠው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ፍቅር ብሎ በመስቀል ላይ የሚሞተው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ያደላው ለእርሱ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ያደላው ለእርሱ ነው (3x)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አላይም ሌላውን አላይም ሌላውን አላይም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የምትሸከመኝ የማትዝል የማትደክምብኝ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ወዳጄ ማነው እንዳንተ ሚሆነኝ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 ከዚህ በላይ በላይ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በላይ በላይ ክበርልኝ/ንገስልኝ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አላይም ሌላውን አላይም ሌላውን አላይም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በመመዘኛ ሚዛን ላይ ሁሉንም ሳያቸው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ብቻ ከበደ ሚዛኑን ደፋ አደረገው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 የሁሉም የበላይ የሁሉም የበላይ እርሱ ነው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ነፍሴ ወደ እሱ አደላ (5x)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ለእርሱ ቅርብ ነው (5x)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አናምጧቸው እስቲ አንያቸው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ሌሎች ሌሎቹን እንመዝናቸው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አማራጭና ምትክ የሌለው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ጌታዏ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 ቆቆይ ቆቆይ ቆቆይ ቆይ እስቲ አሃ 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 ቆቆይ ቆቆይ ቆቆይ ቆይ እስቲ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ማነውስ ለጠላቱ ሕይወቱን የሚሰጠው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ፍቅር ብሎ በመስቀል ላይ የሚሞተው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ያደላው ለእርሱ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ያደላው ለእርሱ ነው (3x)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የማያዳክመን ምርጫ በሕይወቴ ላይ አረኩኝ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ላለውጠው በፊቱ ቃልን ገባሁኝ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አሃሃሃሃ በድካም በብርታታ ከእርሱ ጋራ ልሆን ወሰንኩኝ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አሃሃሃ...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