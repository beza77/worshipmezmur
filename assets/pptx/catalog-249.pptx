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Endih Aynetwa Nat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ልባምን ሴት ማን ሊያገኛት ይችላል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ከእግዚአብሔር ቃል ካልሆነ ከየት ይገኛል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ከዝርግፍ ጌጥ ይልቅ ውስጧ የበለጠ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በፀጋው መንፈሷ ሁሉ ያጌጠ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ወርቅ አያምራት እርሷ ራሷ ወርቅ ናት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ለይሉኝታ ምታስመጣው ጥሎሽ የላት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መልካም አእምሮ የበሰለ ባህሪ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ከሁሉም በላይ እግዚአብሔርን ፈሪ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እንዲህ አይነቷ ናት 3x እውነተኛ ረዳት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እንዲህ አይነቷ ናት 3x እውነተኛ ረዳት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ከውጭ ውበት የውስጥ ውበቷ በልጧል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አካሄዷ ንግግሯ ይገልጣል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ማስተዋሏ ዕውቀቷ የበዛ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የማመዛዘን ችሎታ ሁሉ ያለው በጣም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ሰነፍ ሴቶች አትናገርም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በመከራም ውስጥ ተስፋን አትቆርጥም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ከአጥንቱ ነው እርሷ የተሰራችው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ለዚህ ነው ሁሉን ነገር የቻለችው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እንዲህ አይነቷ ናት 3x እውነተኛ ረዳት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እንዲህ አይነቷ ናት 3x እውነተኛ ረዳት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የባሏም ልብ ይተማመንባታል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እውነተኛው ፍቅር ይመግባታል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ትገዛለች ለቃሉ ለሃሳቡ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በግድ ሳይሆን አሸንፏት ፍቅሩ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ተወስና እርሷ ለእርሱ ተሰጥታ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በሌላ ወንድ ልቧም ሳያመነታ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 ለአንድ አይደለም የእርሷ ሂሳብ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እንደቃሉ አንድ ናት ያለ ሃሳብ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እንዲህ አይነቷ ናት 3x እውነተኛ ረዳት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እንዲህ አይነቷ ናት 3x እውነተኛ ረዳት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ገና ሌሊት በማለዳ ተነስታ እንዲህ አይነቷ ናት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ምግብ ለቤቷ ሰዎች ሁሉ ሰርታ እንዲህ አይነቷ ናት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ወገቧን በመቀነቷ ታጥቃለች እንዲህ አይነቷ ናት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ስራዋን በጊዜው ትጨርሳለች እንዲህ አይነቷ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እንድትለፋ አይደለም እርሱ ያገባት እንዲህ አይነቷ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እረዳት ናት ሁሉም ነገር የገባት እንዲህ አይነቷ ናት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ሰራተኛው አይደለችም ለቤቱ እንዲህ አይነቷ ናት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ናት ለባሏ ድምቀቱ ውበቱ እንዲህ አይነቷ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እንዲህ አይነቷ ናት 3x እውነተኛ ረዳት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እንዲህ አይነቷ ናት 3x እውነተኛ ረዳት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ውበት ሃሰት ነው ደምግባትም ከንቱ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ውበት ሃሰት ነው ደምግባትም ከንቱ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የምትፈራ ሴት እርሷ ትመሰገናለች ትመሰገናለች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የምትፈራ ሴት እርሷ ትመሰገናለች እርሷ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የምትፈራ ሴት እርሷ ትመሰገናለች 2x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እንዲህ አይነቷ ናት 4x እውነተኛ ረዳት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እንዲህ አይነቷ ናት 4x እውነተኛ ረዳት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እንዲህ አይነቷ ናት 4x እውነተኛ ረዳት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