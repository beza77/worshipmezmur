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Etsub Neh 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ዙፋንህ ነው ምድር መረገጫ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ዙፋንህ ነው ያንተ መቀመጫ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ሰማይም ያንተ ነው ምድርም ያንተ ነው ሁሉ ግዛትህ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ይሁን ብለህ የፈጠርከው ሁሉ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ጻድቅነትህን ይመሰክራሉ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እወቁት ይላሉ አክብሩት ይላሉ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ያለውን በሃይሉ አዋርዶ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የሃያላንንም ቀስታቸውን ሰብሮ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ይኖራል ዘላለም ይገዛል ዙፋኑ ይጸናል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በዘላለም ፍቅሩ ቀድሞ ባቀደው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አለምን ሊያድናት ኢየሱስን ላከው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ሃሳቡ ጸንታለች ማዳኑን አይተናል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ከሀጥያት እስራት ከሞትም ድነናል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ዙሪያው ገደል ሆኖ ግራ ቢገባህም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ጨለማው አይሎ መውጫው ቢጠፋም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እሱ አይተውህም እሱ አይጥልህም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ዙሪያው ገደል ሆኖ ግራ ቢገባሽም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አይሎ መውጫ ቢጠፋሽም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እሱ አይተውሽም እሱ አይጥልሽም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በማደሪያው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 በዙፋኑ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እፁብ ነህ አንተ አንተ አትለወጥም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ስራህም አያልቅም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