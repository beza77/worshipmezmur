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Mulagn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Lealem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“ሙላኝ”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ሙላኝ ሙላኝ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ንካኝ ንካኝ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ከራስህ ያነሰ ጥያቄ የለኝ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ከክብርህ ያነሰ ልመና የለኝ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በመንፈስህ በህልውናህ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በክብርህ በማንነትህ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አጥለቅልቀኝ አጥለቅልቀኝ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ሽታ ነፍሴን አውድልኝ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#1.እንደራበኝ አይተህ ፅድቅና መንግስትህ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ማድጋዬን ሙላው ባዲሱ ዘይትህ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እንዲያስፈልገኝ አወኩኝ ጠንቅቄ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ከራስህ ያነሰ የለኝም ጥያቄ የለኝም ጥያቄ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የቀረው ቢቀር ምንም ባይኖረኝ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ከመንፈስህ ግን ጎድዬ አልገኝ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ጋዳዬን ሙላው በማንነትህ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 አጥልቅልቀኝ በመገኘት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#2. ጥምን የማይቆርጡ ብዙ አሉ ምንጮች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ይህን አውቃ አንተን ተጠጋች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ከመድሃኒት ምንጭህ ህይወትን ቀድቼ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ልክረም እልፍኝህ ውስጥፊትህን አይቼ ከክብርህ ረክቼ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ሙላኝ ሙላኝ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ንካኝ ንካኝ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ከራስህ ያነሰ ጥያቄ የለኝ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ከክብርህ ያነሰ ልመና የለኝ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#3. የዚች ዓለም ወዟ ሲያልቅባት ገርጥቶ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እያደር ይደምቃል ያንተ ፀዳል ፈክቶ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በክብርህ ጉያ ውስጥ ድብቅአርገኝና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ትልቁን ስራህን ጌታ በኔ ስራ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 ያፀደቀው ክቡር እውነት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ረስርሶ የረካበት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የጎበኛት የህይወት መንፈስ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እንደወንዝ ውስጤ ይፍሰስ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በመንፈስህ በህልውናህ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በክብርህ በማንነትህ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አጥለቅልቀኝ አጥለቅልቀኝ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በህይወት ሽታ ነፍሴን አውድልኝ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