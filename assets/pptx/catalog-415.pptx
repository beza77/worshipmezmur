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Terarayien Nadew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ተራራዬን ናደው ሸለቆዬን ሞላው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ሁሉን ውብ አድርጎ ሰራው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አይነት ጌታ ነው እኔ የማመልከው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ታምር የሚሰራ ድንቅን የሚያደርግ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የሚያይ የሚሰማ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የሚመልስ የጌቶቹ ጌታ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ሚቀርብ ሚቀርቡትን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ሚገኝ ለሚሹት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ባህሪው እንዲ ነው እግዚአብሔር አምላክ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የማመልከው ምኖርለት ጌታ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የማመልከው ምከተለው ጌታ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ከስትንፋሴ ይልቅ ቅርብ ነው ለካ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በነገር ሁሉ በፀሎትና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በምልጃ ከምስጋና ጋር ልመናች ሁን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ቅዱሳን በንዳች ነገር አትጨነቁ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ምታመልከው ምትኖርለት ጌታ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ምታከብረው ምትሰግድለት ጌታ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ከስትንፋስህ ይልቅ ቅርብ ነው ለካ 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አንቺ እምታመልኪው ምትኖሪለት ጌታ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አንቺ ምታከብሪው ምትሰግጂለት ጌታ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ከስትንፋስሽ ይልቅ ቅርብ ነው ለካ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