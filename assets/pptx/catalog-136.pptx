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Yegbagn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የመስቀሉ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ያመንከራተትህ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ስለኔ መሞትህ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የመስቀሉ ፍቅር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ይግባኝ6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ታሪክ ይግባኝ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ያመንከራተትህ ይግባኝ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መሞትህ ይግባኝ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ያመንከራተህ ይግባኝ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ታሪክ ይግባኝ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ያመንከራተትህ ይግባኝ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መሞትህ ይግባኝ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ታሪክ/ፍቅር ይግባኝ3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የውስጤ ረሃብ የልቤ ናፍቆት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ስኖር ኣንተን ማስደሰት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ልብ እንድኖር እንደ መሻትህ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 የመስቀሉ ታሪክ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የመስቀሉ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ያመንከራተትህ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ስለኔ መሞትህ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ልኑርልህ ይግባኝና የመስቀሉ ፍቅር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ይግባኝ6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ታሪክ ይግባኝ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ያመንከራተትህ ይግባኝ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መሞትህ ይግባኝ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ያመንከራተህ ይግባኝ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ታሪክ ይግባኝ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ያመንከራተትህ ይግባኝ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ስለኔ መሞትህ ይግባኝ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የመስቀሉ ታሪክ/ፍቅር ይግባኝ3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