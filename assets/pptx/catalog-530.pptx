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Hallelujah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ሃሌሉያ (8x)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በእጁ የያዘ መንገዴን የሚቀይሰው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እርሱ ብቻ ነዉ እግዚአብሔር እርሱ ብቻ ነዉ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ሰጥቸዋለሁ መልሼ ከእጁ አልወስደዉም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ከእንግዲህ ሕይወት የለኝም ሕይወቴ እርሱ ብቻ ነዉ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ሃሌሉያ (8x)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አረጋግጣለሁ በከንፈሬ 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 በሃሳቤ መቼ ይበቃል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በጉባኤው መሃል ፍቅሬን አዉጃለሁ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የእግዚአብሔር ነኝ እወቁት እላለሁ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ሃሌሉያ (8x)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የገባዉ ሰዉ በአንተ መታየቱ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መወደዱ ደህንነት ማግኘቱ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ሳይለመን ሁሌ ያመልክሃል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በአንደበቱ ክብርን ይሰጥሃል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አረጋግጣለሁ በከንፈሬ 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 በሃሳቤ መቼ ይርቃል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በጉባኤው መሃል ፍቅሬን አዉጃለሁ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የእግዚአብሔር ነኝ እወቁት እላለሁ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ሃሌሉያ (8x)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የገባዉ ሰዉ በአንተ መታየቱ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መወደዱ ደህንነት ማግኘቱ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ሳይለመን ሁሌ ያመልክሃል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በአንደበቱ ክብርን ይሰጥሃል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