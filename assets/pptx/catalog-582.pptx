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Yehone Neger Lihon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 ነገር ሊሆን ነው ሊሆን ነው አዎ ገብቶኛል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አለነገር አልጨላለመም ጨለማው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አለነገር/ያለነገር አልጠነከረም መከራው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ነገር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ታምር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ክብር ላይ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ታምር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ነገር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ሚገርም ነገር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ክብር ላይ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ታምር ሊሆን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ይመስላል የማይሆን የማይሆን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ይመስላል የማይደርስ vየማይደርስ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ለታገሰ ሰው ጥርሱን ለነከሰ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የደስታው ቀን እና አሁን ደረሰ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ጥርሱን ነክሶ ለታገሰ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የደስታው ቀን ደረሰ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የመከራው መጨረሻ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የድሉ ግን መጀመሪያ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 ነገር ሊሆን ነው ሊሆን ነው አዎ ገብቶኛል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አለነገር አልጨላለመም ጨለማው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አለነገር/ያለነገር አልጠነከረም መከራው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ነገር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ታምር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ክብር ላይ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ታምር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 ነገር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ሚገርም ነገር ሊሆን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ክብር ላይ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ሌላ ታምር ሊሆን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ጌታ የሌለው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ነው አምካክ የሌለው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ንጉስ ነው ንጉስ የሌለው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ነው ታላቅ የሌለው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