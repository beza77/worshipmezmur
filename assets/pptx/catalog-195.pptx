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Bezu Tetolegnal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Bezu Mulugeta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ትቶልኛል ብዙ እወደዋለሁ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እኔን ምሮኛል ብዙ አከብረዋለሁ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ምሥጋና ፊቱ እቀርባለሁ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ዝማሬ ጌታን አከብራለሁ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ገበናን ሰው መግለጥ ይወዳል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ኃጢአትን መቼ ይቅር ይላል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ውድ ከዝህ ሁሉ ልዩ (2×)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ችሎኛል ሰዎች ይህንን ስሙኙ (2×)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ስንቆም ሞገስ የሚያለብሰን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ጻድቃኖች አድርጐ የቆጠረን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ብዙ ትቶልናል (2×)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ምሕረት ዛሬም ያኖረናል (2×)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ለመውገር ሁሉም ይቸኩላል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ድንጋዩን በእጁ ተሸሟል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የሰውን ድካም ያውቃል (2×)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ከአመድ ላይ ምስኪኑን ያነሳል (2×)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ውለታው ለእኔ በዝቶብኛል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ነውሬን ኢየሱስ ወስዶልኛል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ውበቴ ድምቀቴ ሽቶዬ (2×)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ጠረኔ ሆነልኝ ጌታዬ (2×)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ትቶልኛል ብዙ እወደዋለሁ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እኔን ምሮኛል ብዙ አከብረዋለሁ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ምሥጋና ፊቱ እቀርባለሁ (4×)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ዝማሬ ጌታን አከብራለሁ (4×)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