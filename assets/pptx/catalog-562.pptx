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Sema Sema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ሰማ ሰማ ጸሎቴን ሰማ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አየ አየ መገፋቴን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ፍረድ ብዬ የጮኽኩትን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ፍረድልኝ ብዬ ያልኩትን (2x)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አፈረ አፈረ ጠላቴ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አቤት ከሰረ ከሰረ ጠላቴ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እዬዬ ነው በጠላት መንደር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በህይወቴ ላይ እግዚአብሔር ሲከብር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ሰማ ሰማ ጸሎቴን ሰማ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አየ አየ መገፋቴን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ፍረድ ብዬ የጮኽኩትን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ፍረድልኝ ብዬ ያልኩትን (2x)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ስማማ ስማ ጠላቴ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ቁርጡን ቁርጡን እወቀው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እንደው ማምለኬን አልተው / እኔ መዘመሬን/ማገልገሌን አልተው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ያለቀለት ነገር ነው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መስሎት ነበር ያበቃልኝ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መስሎት ነበር ያለቀልኝ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 ሞኜ አይ ሞኜ አላወቀኝ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እግዚአብሔርን እንደያዝኩኝ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አይ ሞኜ አይ ሞኜ መቼ አወቀኝ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እግዚአብሔርን እንደያዝኩኝ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ብሎ ማን አፈረ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 ከሰረ ማ ከሰረ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ብሎ ማ ዘገየ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ከሰው ሁሉ የተለየ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ሰማ ሰማ ጸሎቴን ሰማ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አየ አየ መገፋቴን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ፍረድ ብዬ የጮኽኩትን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ፍረድልኝ ብዬ ያልኩትን (2x)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