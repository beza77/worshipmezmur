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Bedemena Yemelesal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በደመና ይመለሳል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በሚያስደንቅ ክብር ይገለጣል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ልጆቹን ፍለጋ ይመጣል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እንደሌለው አልተዋችሁም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ስፍራን ላዘጋጅ እንጂ እንድወስዳቹህ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ልባቹን አይፍራ በእኔ እመኑ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ቶሎ እመልሳለሁ ልወስደቹህ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በደመና ይመለሳል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በሚያስደንቅ ክብር ይገለጣል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ልጆቹን ፍለጋ ይመጣል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መኖሪያችን ቤታችን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ሊፈርስ ተስፋ ቢያጣ ኑሯችን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በእጅ ያልተሰራ ጌታ ያዘጋጃል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ተስፋችን ላይኛይቱ ጽዮን ናት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በደመና ይመለሳል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በሚያስደንቅ ክብር ይገለጣል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ልጆቹን ፍለጋ ይመጣል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 ዓለም ኑሯችን ያበቃል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 ሊወስደን ይመጣል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ብርሃን በሞላባት ቅድስት ሃገር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 ደርሷል እንሂድ እንዘምር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በደመና ይመለሳል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በሚያስደንቅ ክብር ይገለጣል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ልጆቹን ፍለጋ ይመጣል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