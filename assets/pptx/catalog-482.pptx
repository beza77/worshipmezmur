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Alitsetsetim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የሚያምኑ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ሚጠብቁ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የሚጠሩ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እንቢ ያሉ አይፀፀቱም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አምኛለው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ጠብቄአለሁ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እንቢ አልኩኝ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እንቢ አልኩኝ አልፀፀትም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አልፀፀትም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አይፀፀቱም አይፀፀቱም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በላመንኩኝ ኖሮ ያለ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ወይ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ብልጠበኩኝ የሚል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ወይ አለ ወይ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የለም የለም የከሰረ ወይ ያፈረ አላየሁም 2×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የሚያምኑ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የሚጠሩ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ሚጠብቁ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እንቢ ያሉ አይፀፀቱም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አምኛለው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ጠብቄአለሁ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ዓለምን እንቢ አልኩኝ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እንቢ አልኩኝ አልፀፀትም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አልፀፀትም አልፀፀትም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አይፀፀቱም አይፀፀቱም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ዳቦ ስለምነው ድንጋይ አይሰጠኝም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አይሰጠኝም አይሰጠኝም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ዓሳ ስለምነው እባብ አይሰጠኝም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አይሰጠኝም አይሰጠኝም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የለመንኩት እና ከዚያም በላይ ካልኩት በላይ ይሰጠኛል 2×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የሚያምኑ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የሚጠሩ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ውሸትን እንቢ ያሉ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ማጭበርበር እንቢ ያሉ አይፀፀቱም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የሚያምኑ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የሚጠሩ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ውሸትን እንቢ ያሉ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ማጭበርበር እንቢ ያሉ አይፀፀቱም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አይፀፀቱም አይፀፀቱም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አይፀፀቱም አይፀፀቱም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ሀይልህ ብዙ ሲሆን ጠላቶች ዋሹብህ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ዋሹብህ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እንደማትችል አድርገው ስለአንተ አወሩብህ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አወሩብህ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ሳትቸኩል ቀስ ብለህ ረጋ ብለህ አሳየኸው 2×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አሳየኸው አሳየህልኝ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አሳየኸው አሳየኸው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አሳየህልኝ አሳየኸው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አሳየኸው አሳየኸው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አሳየህልኝ አሳየኸው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አሳየኸው አሳየኸው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አሳይቶልኛል አሳየኸው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