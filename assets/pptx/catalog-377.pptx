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Kahen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ካህን በገዛ ደምህ አዳንከኝ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ካህን በገዛ ቁስልህ አተረፍከኝ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ከፍለክ አቆደስከኝ ህወትህን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ቆርሰ አካፈልከኝ ነብስህን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የጨመረ ምን ፍቅር ይኖራል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ደርዝ ያለፈ ምን መውደድ ይገኛል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መስዋት ከመሆን ከመሞት የባሰ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ለነግስ ነፍስ ከማጣት ከማለፍ ያለፈ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ብልህ የመውደድ ጥልቅ የፍቅር ዳርቻ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ፍቅር ብቻ በክርስቶስ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ፍቅር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ጨለማዩ በርቶ በአንተ ፍቅር ብቻ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 ብቻ በአንደበትህ መቼ ወደድከኝ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በግብር እንጂ በእውነት ትርጉም ያፈቀርከኝ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አሳየኸኝ ራስህን ለቀህ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ሆነህ ከነብስ ውጭ በፈቃድ ተገለህ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 ደጉ ታመነ የዋህ ስቃይህ ገባው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ተገደልህ ህይወቴ እንዲገባ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ብልህ የመውደድ ጥግ የፍቅር ዳርቻ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ፍቅር ብቻ በክርስቶስ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ተርፎልኝ በአንተ ፍቅር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ጨለማዩ በርቶ በአንተ ፍቅር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ብልህ የመውደድ ጥግ የፍቅር ዳርቻ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ፍቅር ብቻ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ልታድነኝ ልታተርፈኝ ወደህ የሄድክበት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የሞትህ ነው ያልተገባ በደም ያለፍክበት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የስቃይ በእንጨት ተንጠልጥለህ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ፃዲቅ ያለሐጢያትህ ከአባይ መሐል ሆነህ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ቅን ደጉ ታመነ የዋህ ስቃይህ ገባው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ተገደልህ ህይወቴ እንዲገባ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ብልህ የመውደድ ጥግ የፍቅር ዳርቻ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ስቃይ ብቻ በህመምክ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ብልህ የመውደድ ጥግ የፍቅር ዳርቻ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ተገኝቶ በአንተ ፍቅር ብቻ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 አገልፅህም ዘመኔም ያንስሀል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ለፈሰሰው ደምህ ምኔስ ይክስሀል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እንዲያው ዝም ብዩ ቤዛዩ እልሀለው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በቀረልኝ እድሜዩ ሳመልክህ እኖራለው አዜምልሀለው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ቤዛዩ እልሀለሁ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በአንተ ያገኘሁ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አዳኜ እልሀለሁ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ግምት በአንተ ያገኘሁ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