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Endeniema Bihon Outro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ቃልኪዳን በማፍረስ አንቺ የታውክሽው መሃላን በመጣል ቢሆን የታወክሽው እኔ ግን ኪዳኔን ዛሬም አስባለሁ እኔ ግን ኪዳኔን አጸናልሻለሁ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እያለ የሚመጣ ምን ዓይነት አምላክ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እያለ የሚጠጋ እውነትም አምላክ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ሲያውቀው የሚጠጋ ምን ዓይነት ፍቅር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ወዶ የማይለወጥ እውነትም ወዳጅ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ነው የሚማልከው ወዳጄ ነው እወደዋለሁ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