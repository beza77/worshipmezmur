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Wedajie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ወዳጄ ሆይ (ወዳጄ ሆይ)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(የኔ ጌታ)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ውስጥ አልፌ አላቃጠለኝም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በውሃ አልፌ አላሰጠመኝም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የእስራኤል አምላክ እርሱ ደግፎኝ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ወዳጄ ሆይ (ወዳጄ ሆይ)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(የኔ ጌታ)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ከጐኔ የሚቆም ሰው ሳይኖረኝ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እንባዬን ጠርጐ አባበለኝ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አባብዬ (አባብዬ) ምን እልሃለሁ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(የኔ ጌታ)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የዳንኤል አምላክ ዛሬም ሕያው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የአንበሳውን አፍ ትዘጋዋለህ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መከታዬ (መከታዬ) ምን እልሃለሁ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(የኔ ጌታ)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የሚያሳድዱኝ ዛሬ የታሉ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አስጨናቂዎቼ ስጋቸውን በሉ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ወዳጄ ሆይ (ወዳጄ ሆይ)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(የኔ ጌታ)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ታዳጊዬ እንደሆንክ ሰዎች ሁሉ ያውቃሉ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ላይ ያሉ ስጋ ለባሽ ሁሉ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ታዳጊዬ (ታዳጊዬ)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(የኔ ጌታ)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ወዳጄ ሆይ (ወዳጄ ሆይ)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(የኔ ጌታ) ምን እልሃለሁ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ሳዝን ስታጽናናኝ አይቼሃለሁ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