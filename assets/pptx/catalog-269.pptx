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011680"/>
            <a:ext cx="10881360" cy="1828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5400" b="1">
                <a:solidFill>
                  <a:srgbClr val="FFFFFF"/>
                </a:solidFill>
                <a:latin typeface="Ebrima"/>
                <a:ea typeface="Ebrima"/>
                <a:cs typeface="Ebrima"/>
              </a:rPr>
              <a:t>Masazen Alfelegem Anten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4023360"/>
            <a:ext cx="10881360" cy="10972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3000" b="0">
                <a:solidFill>
                  <a:srgbClr val="CCCCCC"/>
                </a:solidFill>
                <a:latin typeface="Ebrima"/>
                <a:ea typeface="Ebrima"/>
                <a:cs typeface="Ebrima"/>
              </a:rPr>
              <a:t>Birucktawit Assefa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28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ማሳዘን አልፈልግም አንተን (2x)</a:t>
            </a:r>
          </a:p>
          <a:p>
            <a:pPr algn="ctr">
              <a:lnSpc>
                <a:spcPct val="125000"/>
              </a:lnSpc>
            </a:pPr>
            <a:r>
              <a:rPr sz="28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ማስቀየም አልፈልግም አንተን (2x)</a:t>
            </a:r>
          </a:p>
          <a:p>
            <a:pPr algn="ctr">
              <a:lnSpc>
                <a:spcPct val="125000"/>
              </a:lnSpc>
            </a:pPr>
            <a:r>
              <a:rPr sz="28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ላሳዝንህ አልፈልግም አንተን (2x)</a:t>
            </a:r>
          </a:p>
          <a:p>
            <a:pPr algn="ctr">
              <a:lnSpc>
                <a:spcPct val="125000"/>
              </a:lnSpc>
            </a:pPr>
            <a:r>
              <a:rPr sz="28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ላስቀይምህ አልፈልግም አንተን (2x)</a:t>
            </a:r>
          </a:p>
          <a:p>
            <a:pPr algn="ctr">
              <a:lnSpc>
                <a:spcPct val="125000"/>
              </a:lnSpc>
            </a:pPr>
            <a:r>
              <a:rPr sz="28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ብዙ ውለታ አለብኝ</a:t>
            </a:r>
          </a:p>
          <a:p>
            <a:pPr algn="ctr">
              <a:lnSpc>
                <a:spcPct val="125000"/>
              </a:lnSpc>
            </a:pPr>
            <a:r>
              <a:rPr sz="28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ያደረከው ለሕይወቴ ለቤቴ ለኑሮዬ (2x)</a:t>
            </a:r>
          </a:p>
          <a:p>
            <a:pPr algn="ctr">
              <a:lnSpc>
                <a:spcPct val="125000"/>
              </a:lnSpc>
            </a:pPr>
            <a:r>
              <a:rPr sz="28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ማሳዘን አልፈልግም አንተን (2x)</a:t>
            </a:r>
          </a:p>
          <a:p>
            <a:pPr algn="ctr">
              <a:lnSpc>
                <a:spcPct val="125000"/>
              </a:lnSpc>
            </a:pPr>
            <a:r>
              <a:rPr sz="28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ማስቀየም አልፈልግም አንተን (2x)</a:t>
            </a:r>
          </a:p>
          <a:p>
            <a:pPr algn="ctr">
              <a:lnSpc>
                <a:spcPct val="125000"/>
              </a:lnSpc>
            </a:pPr>
            <a:r>
              <a:rPr sz="28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ብዙ ውለታ አለብኝ</a:t>
            </a:r>
          </a:p>
          <a:p>
            <a:pPr algn="ctr">
              <a:lnSpc>
                <a:spcPct val="125000"/>
              </a:lnSpc>
            </a:pPr>
            <a:r>
              <a:rPr sz="28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ያደረከው ለሕይወቴ ለቤቴ ለኑሮዬ (2x)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የሞላኸው አለ ጐድሎብኝ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የጠገንከውም አለ ተሰብሮብኝ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የአደስክልኝ ብዙ ነው አርጅቶብኝ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የመለስከውም አለ ግራ ገብቶኝ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ይሄ ሁሉ በዝቶልኝ ላሳዝንህ አልፈልግም ይከብደኛል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ሌላው ቢቀር ዘመኖቼ ይመሰክሩልኛል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ሌላው ቢቀር ዕድሜዬ ይመሰክርልኛል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28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ማሳዘን አልፈልግም አንተን (2x)</a:t>
            </a:r>
          </a:p>
          <a:p>
            <a:pPr algn="ctr">
              <a:lnSpc>
                <a:spcPct val="125000"/>
              </a:lnSpc>
            </a:pPr>
            <a:r>
              <a:rPr sz="28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ማስቀየም አልፈልግም አንተን (2x)</a:t>
            </a:r>
          </a:p>
          <a:p>
            <a:pPr algn="ctr">
              <a:lnSpc>
                <a:spcPct val="125000"/>
              </a:lnSpc>
            </a:pPr>
            <a:r>
              <a:rPr sz="28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ላሳዝንህ አልፈልግም አንተን (2x)</a:t>
            </a:r>
          </a:p>
          <a:p>
            <a:pPr algn="ctr">
              <a:lnSpc>
                <a:spcPct val="125000"/>
              </a:lnSpc>
            </a:pPr>
            <a:r>
              <a:rPr sz="28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ላስቀይምህ አልፈልግም አንተን (2x)</a:t>
            </a:r>
          </a:p>
          <a:p>
            <a:pPr algn="ctr">
              <a:lnSpc>
                <a:spcPct val="125000"/>
              </a:lnSpc>
            </a:pPr>
            <a:r>
              <a:rPr sz="28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ብዙ ውለታ አለብኝ</a:t>
            </a:r>
          </a:p>
          <a:p>
            <a:pPr algn="ctr">
              <a:lnSpc>
                <a:spcPct val="125000"/>
              </a:lnSpc>
            </a:pPr>
            <a:r>
              <a:rPr sz="28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ያደረከው ለሕይወቴ ለቤቴ ለኑሮዬ (2x)</a:t>
            </a:r>
          </a:p>
          <a:p>
            <a:pPr algn="ctr">
              <a:lnSpc>
                <a:spcPct val="125000"/>
              </a:lnSpc>
            </a:pPr>
            <a:r>
              <a:rPr sz="28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ማሳዘን አልፈልግም አንተን (2x)</a:t>
            </a:r>
          </a:p>
          <a:p>
            <a:pPr algn="ctr">
              <a:lnSpc>
                <a:spcPct val="125000"/>
              </a:lnSpc>
            </a:pPr>
            <a:r>
              <a:rPr sz="28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ማስቀየም አልፈልግም አንተን (2x)</a:t>
            </a:r>
          </a:p>
          <a:p>
            <a:pPr algn="ctr">
              <a:lnSpc>
                <a:spcPct val="125000"/>
              </a:lnSpc>
            </a:pPr>
            <a:r>
              <a:rPr sz="28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ብዙ ውለታ አለብኝ</a:t>
            </a:r>
          </a:p>
          <a:p>
            <a:pPr algn="ctr">
              <a:lnSpc>
                <a:spcPct val="125000"/>
              </a:lnSpc>
            </a:pPr>
            <a:r>
              <a:rPr sz="28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ያደረከው ለሕይወቴ ለቤቴ ለኑሮዬ (2x)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28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ለሃዘን ቀን ለደስታ ቀን</a:t>
            </a:r>
          </a:p>
          <a:p>
            <a:pPr algn="ctr">
              <a:lnSpc>
                <a:spcPct val="125000"/>
              </a:lnSpc>
            </a:pPr>
            <a:r>
              <a:rPr sz="28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ለፍርድ ቀን ለምጽዓት ቀን</a:t>
            </a:r>
          </a:p>
          <a:p>
            <a:pPr algn="ctr">
              <a:lnSpc>
                <a:spcPct val="125000"/>
              </a:lnSpc>
            </a:pPr>
            <a:r>
              <a:rPr sz="28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የታተምኩበት የአንተ ማኅተም</a:t>
            </a:r>
          </a:p>
          <a:p>
            <a:pPr algn="ctr">
              <a:lnSpc>
                <a:spcPct val="125000"/>
              </a:lnSpc>
            </a:pPr>
            <a:r>
              <a:rPr sz="28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የእርስቴ መያዣ ምጽናናበት</a:t>
            </a:r>
          </a:p>
          <a:p>
            <a:pPr algn="ctr">
              <a:lnSpc>
                <a:spcPct val="125000"/>
              </a:lnSpc>
            </a:pPr>
            <a:r>
              <a:rPr sz="28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ኀጢአትን ባደርግ የምወቀስበት</a:t>
            </a:r>
          </a:p>
          <a:p>
            <a:pPr algn="ctr">
              <a:lnSpc>
                <a:spcPct val="125000"/>
              </a:lnSpc>
            </a:pPr>
            <a:r>
              <a:rPr sz="28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ስለሰማዩ ሚስጥር የምረዳበት</a:t>
            </a:r>
          </a:p>
          <a:p>
            <a:pPr algn="ctr">
              <a:lnSpc>
                <a:spcPct val="125000"/>
              </a:lnSpc>
            </a:pPr>
            <a:r>
              <a:rPr sz="28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መንፈስ ቅዱስ እርሱ ነው ምጽናናበት</a:t>
            </a:r>
          </a:p>
          <a:p>
            <a:pPr algn="ctr">
              <a:lnSpc>
                <a:spcPct val="125000"/>
              </a:lnSpc>
            </a:pPr>
            <a:r>
              <a:rPr sz="28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የቀረ ይቀራል እንጂ (3x)</a:t>
            </a:r>
          </a:p>
          <a:p>
            <a:pPr algn="ctr">
              <a:lnSpc>
                <a:spcPct val="125000"/>
              </a:lnSpc>
            </a:pPr>
            <a:r>
              <a:rPr sz="28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አሳዝኜው አልወጣም/አልርቅም ከእርሱ እጅ (4x)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28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ማሳዘን አልፈልግም አንተን (2x)</a:t>
            </a:r>
          </a:p>
          <a:p>
            <a:pPr algn="ctr">
              <a:lnSpc>
                <a:spcPct val="125000"/>
              </a:lnSpc>
            </a:pPr>
            <a:r>
              <a:rPr sz="28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ማስቀየም አልፈልግም አንተን (2x)</a:t>
            </a:r>
          </a:p>
          <a:p>
            <a:pPr algn="ctr">
              <a:lnSpc>
                <a:spcPct val="125000"/>
              </a:lnSpc>
            </a:pPr>
            <a:r>
              <a:rPr sz="28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ላሳዝንህ አልፈልግም አንተን (2x)</a:t>
            </a:r>
          </a:p>
          <a:p>
            <a:pPr algn="ctr">
              <a:lnSpc>
                <a:spcPct val="125000"/>
              </a:lnSpc>
            </a:pPr>
            <a:r>
              <a:rPr sz="28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ላስቀይምህ አልፈልግም አንተን (2x)</a:t>
            </a:r>
          </a:p>
          <a:p>
            <a:pPr algn="ctr">
              <a:lnSpc>
                <a:spcPct val="125000"/>
              </a:lnSpc>
            </a:pPr>
            <a:r>
              <a:rPr sz="28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ብዙ ውለታ አለብኝ</a:t>
            </a:r>
          </a:p>
          <a:p>
            <a:pPr algn="ctr">
              <a:lnSpc>
                <a:spcPct val="125000"/>
              </a:lnSpc>
            </a:pPr>
            <a:r>
              <a:rPr sz="28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ያደረከው ለሕይወቴ ለቤቴ ለኑሮዬ (2x)</a:t>
            </a:r>
          </a:p>
          <a:p>
            <a:pPr algn="ctr">
              <a:lnSpc>
                <a:spcPct val="125000"/>
              </a:lnSpc>
            </a:pPr>
            <a:r>
              <a:rPr sz="28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ማሳዘን አልፈልግም አንተን (2x)</a:t>
            </a:r>
          </a:p>
          <a:p>
            <a:pPr algn="ctr">
              <a:lnSpc>
                <a:spcPct val="125000"/>
              </a:lnSpc>
            </a:pPr>
            <a:r>
              <a:rPr sz="28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ማስቀየም አልፈልግም አንተን (2x)</a:t>
            </a:r>
          </a:p>
          <a:p>
            <a:pPr algn="ctr">
              <a:lnSpc>
                <a:spcPct val="125000"/>
              </a:lnSpc>
            </a:pPr>
            <a:r>
              <a:rPr sz="28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ብዙ ውለታ አለብኝ</a:t>
            </a:r>
          </a:p>
          <a:p>
            <a:pPr algn="ctr">
              <a:lnSpc>
                <a:spcPct val="125000"/>
              </a:lnSpc>
            </a:pPr>
            <a:r>
              <a:rPr sz="28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ያደረከው ለሕይወቴ ለቤቴ ለኑሮዬ (2x)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