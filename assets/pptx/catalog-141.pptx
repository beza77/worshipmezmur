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Alqerem Bemena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አደባባይ ላይ ሊገለኝ የማለ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ነግቶለት እስኪያየው ልቡ እንደማለለ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ሃማ ተሰቀለ 2x [1]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አልቀርም በመና ደጁ ላይ መጥናቴ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እግዜር ለድሆቹ ደራሽ ነው ማለቴ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በሀዘን ተመቶ ልቤ እንባ ሲያነባ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ደጁ ላይ ቁጭ ብዬ ስርድ : አየኝና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ጌታ ራራልኛ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ራራልኛ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የቀደመ መስሎት ጠላቴ ማልዶ ሲያስር ደባ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አስጨመረልኝ ሞገስ አስደረበልኝ ካባ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የረቀቀ መስሎት ጠላቴ ማልዶ ሲያስር ደባ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አስጨመረልኝ ሞገስ አስደረበልኝ ካባ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ከላይ ቀደመ አዋጅ በአዋጅ ተሻረ 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ለእኔም ፀሐይ ወጣልኝ ነጋ ሌቱ ነጋልኝ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አደባባይ ላይ ሊገለኝ የማለ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ነግቶለት እስኪያየው ልቡ እንደማለለ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ሃማ ተሰቀለ 2x [1]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አልቀርም በመና ደጁ ላይ መጥናቴ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እግዜር ለደሆቹ ደራሽ ነው ማለቴ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በሀዘን ተመቶ ልቤ እንባ ሲያነባ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ደጁ ላይ ቁጭ ብዬ ስርድ አየኝና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ጌታ ራራልኛ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ራራልኛ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አለኝ የታመኑትን ሜዳ የማይጥል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አለኝ የለመኑትን ሜዳ የማይጥል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አለኝ የሚያመልኩትን ሜዳ የማይጥል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አለኝ የሚወዱትን ሜዳ የማይጥል 2x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አለኝ የታመኑትን ሜዳ የማይጥል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አለኝ የለመኑትን ሜዳ የማይጥል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አለኝ የሚያመልኩትን ሜዳ የማይጥል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አለኝ የሚወዱትን ሜዳ የማይጥል 2x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ሲያልምልኝ ቢያድር ጠላቴ እንዴት ማጥ እንድገባ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አስጨመረልኝ ሞገስ አስደረበልኝ ካባ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አስጨመረልኝ ሞገስ አስደረበልኝ ካባ 2x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የምስኪን ደራሽ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እንባ ጸሎትን መላሽ ኦ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 ሰምቶ መጣልኝ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ደርሶ ሳቅ አረገልኝ ሆ 2x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ያስጥላል በመላ የእኔ ጌታ አውሬ እንዳይበላ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አለው ምህረትህ ለጸኑት ባለመነሳት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አለው ምህረትህ ለጸኑት ባለመነሳት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