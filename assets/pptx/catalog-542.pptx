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Lesew Alaweram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አላወራም ምን ትርፍ አገኛለሁ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ሃዘኔን ብሶቴን ላንተው እነግራለሁ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ደጃፌን ዘግቼ አጫውትሃለሁ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አምናለሁ ካንተ ዘንድ ምላሽ አገኛለሁ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የሚያስጨንቀኝን ላንተው እነግራለሁ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ትካዜዬን ሁሉ በአንተ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የመድኃኒቴ አምላክ ተስፋ አረግሃለሁ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የኤርትራን ባህር ታሻግረኛለህ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ከሰማያት መናን ታወርድልኛለህ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ሃሳብህም ከቶ አይከለከልም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ይቻልሃል ምንም አይከብድህም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የሚያስጨንቀኝን ላንተው እነግራለሁ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ትካዜዬን ሁሉ በአንተ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የመድኃኒቴ አምላክ ተስፋ አረግሃለሁ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የነገሩህንም የማትረሳ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አንዱም አይጠፋህም ታስታውሰዋለህ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ሕመሜን በሙሉ አንተ ታውቀዋለህ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መድኃኒቴ አንተ ነህ ትፈውሰኛለህ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የሚያስጨንቀኝን ላንተው እነግራለሁ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ትካዜዬን ሁሉ በአንተ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የመድኃኒቴ አምላክ ተስፋ አረግሃለሁ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የመድኃኒቴ አምላክ ተስፋ አረግሃለሁ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