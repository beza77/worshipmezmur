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Yegermegnal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እኔስ ይገርመኛል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ይደንቀኛል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 X2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በእናቴ ማህጽን 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ይገርመኛል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ይደንቀኛል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 X2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በሃጥያቴ 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እሮጥኩኝ እሮጥኩኝ ለብዙ ዘመን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ፍቅርን የማገኘው በልፋት መስሎኝ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አልከኝ እስክመጣ ድክሞኝ በቅቶኝ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እጄን እስክሰጥህ መፍትሄ ጠፍቶኝ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ታገስከኝ ልትለኝ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ነኝ የማነጻሽ ወደሃሳቤ ምመልስሽ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ነኝ የመረጥኩሽ ወደ እራሴ የምስብሽ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ነኝ የምለይሽ በፍቃዴ የማስኬድሽ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እኔስ ይገርመኛል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ይደንቀኛል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 X2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በእናቴ ማህጸን 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ይገርመኛል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ይደንቀኛል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 X2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በሃጥያቴ 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ሃሳቤን በሙሉ ከሩቅ ታውቀዋለህ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የሥጋዬን ድክመት አዎ ታየዋለህ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የለኝም ማቀርበው ከእኔ የሆነ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በቅድስና ውስጥ ለመቆም የቻለ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ኢየሱስ አለ ሚያስገባኝ ወደ አንተ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ሊቀ ካህን ለዘለዓለም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የሚሽረው አንዳችም የለም X2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ፊት ሚማልድልኝ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እንዳልጠፋ የሚዋጋልኝ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እኔስ ይገርመኛል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ይደንቀኛል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 X2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በእናቴ ማህጽን 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ይገርመኛል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ይደንቀኛል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 X2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በሃጥያቴ 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በጨለማ ብሆን አንተ ብርሃኔ ነህ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መንገዴንም ብስት ትመልሰኛለህ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አልፈቀድክለትም ከሳሼ እንዲቀጥል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ቀደህ እስክታስወግድ የጥፋቴን ዝርዝር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ከፍለህ ዋጋዬ የሃጥያት እዳዬን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አስታረከኝ ከአባቬ ጋራ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በሰራኸው የመስቀል ስራ X2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ወደኸኛል ገና ሳላውቅህ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ይደንቀኛል ኢየሱስ ፍቅርህ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እኔስ ይገርመኛል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ይደንቀኛል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 X2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በእናቴ ማህጽን 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ይገርመኛል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ይደንቀኛል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 X2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በሃጥያቴ 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ዓይኖችህ ታየሁ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