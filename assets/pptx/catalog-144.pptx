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Ameleten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Tezera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ድንቅ ነገር ነው ያደረገልን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ሳንጠፋ ቀኑ ሳይጨልም ደረሰልን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ድንቅ ነገር ነው ያደረገልን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ሳንጠፋ ሳይመሽብን ደረሰልን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ወጥመዱ ተሰባበረ እኛም አመለጥን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አመለጥን (4x)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አይቶ ልቡ አልችል ሲለው አንድያ ልጁን ሰደደው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አይቶ ልቡ አልችል ሲለው የኔ ጌታ አንድያ ልጁን ሰደደው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ወዶ ስለመረጥኝ በአብ ቀኝ አስቀመጠኝ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ወዶ ስለመረጥኝ ኢየሱሴ በአብ ቀኝ አስቀመጠኝ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ተናጠቀልኝ ጠላቴን ተበቀለልኝ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ተናጠቀልን ጠላትን ተበቀለልን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አመለጥን (4x)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ምሕረቱ ስፋቱ ጥልቀቱ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የጌታዬ ቸርነቱ ብዛቱ ጥልቀቱ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አይደረስበትም (4x)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አንድያ ሆኖ ከሰማያት መጣ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በኩር ሆኖ ወደሰማይ ገባ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ወንድሞቹን አስከትሎ ኋላ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አንድያ ሆኖ ከአባቱ እቅፍ ወጣ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በኩር ሆኖ ወደአባቱ ገባ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እኛን እኛን አስከትሎ ኋላ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ጠላቴ ከንቱ ነው ልፋቱ ከንቱ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እንደሁ በኢየሱስ ካመለጥሁ ቆየሁ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ጠላቴ ከንቱ ነው እሩጫው ከንቱ ነው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እንደሁ በኢየሱስ ካመለጥሁ ቆየሁ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እንደሁ በጌታ ካመለጥኩ ቆየሁ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እንደሁ በኢየሱስ ካመለጥሁ ቆየሁ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አመለጥቁኝ (6x)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