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Aberie Chemerie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ይህን ጌታ ላክብረው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ላክብረው ከእነርሱ ጋር አብሬ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ምሥጋናን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ዕልልታን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አምልኮን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ጭብጨባን ጨምሬ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አላማሩም ወይ ዛሬ አላማሩም ወይ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የሆናቸው ጌታ አይደለም ወይ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 የሆናቸው ኢየሱስ አይደለም ወይ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አላማሩም ወይ ዛሬ አላማሩም ወይ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በስራና በቃል ብርቱ የሆነው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እጃቸውን ይዞ ሁሌ እያበረታ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ለዚህ ላበቃቸው ስንቱን እየመታ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አደረሳቸው ክፉን እየመታ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የገቡት ቤተሰቦቹ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ከሁሉም ሚበልጥ አግኝቷል እጁ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የገቧት ቤተሰቦቿ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ወሰነች ልትኖር ከባሏ ብቻ 3x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ቤተሰብ ጓደኛ ዘመድ አዝማድ ሁሉ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በሰርጉ ያላችሁ ተጋባዥ በሙሉ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ላጤነት አብቅቶ ብቸኝነታቹህ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 ለቀው ሄዱ ከቀድሞ ቀያቸው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አመስግኑ ኦሆ አጨብጭቡ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ለአምላካችሁ ኦሆ እልል በሉ አሃ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ይህን ጌታ ላክብረው/ላንግሰው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ላክብረው/ላንግሰው ከእነርሱ ጋር አብሬ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ምሥጋናን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ዕልልታን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አምልኮን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ጭብጨባን ጨምሬ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ከመጀመሪያው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አንድን ወንድ ለአንድ ሴት አድርጐ ሰራው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ከመጀመሪያው 3x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አንድን ሴት ለአንድ ወንድ አድርጐ ሰራት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ነው የእግዚአብሔር ፈቃድ ዛሬም ይህ ነው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ነው የእግዚአብሔር ፈቃድ ዛሬም ይህ ነው 4x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አላማሩም ወይ ዛሬ አላማሩም ወይ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በስራና በቃል ብርቱ የሆነው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አሳመረ እጁ አለበት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ይሄው አሳመረው ቃሉ አለበታ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የቃል ኪዳን አምላክ ክንዱ አለበት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አላማሩም ወይ ዛሬ አላማሩም ወይ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ያገናኘውን ሰው አይለየውማ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ማጣመር ለሚችል ከፍ ይበል በዜማ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ማድረግ ለሚችል ምሥጋናን ላሰማ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መባረክ ለሚችል ዕልልታን ላሰማ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የገቡት ቤተሰቦቹ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ከሁሉም ሚበልጥ አግኝቷል እጁ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የገቧት ቤተሰቦቿ 3x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ወሰነች ልትኖር ከባሏ ብቻ 3x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ቤተሰብ ጓደኛ ዘመድ አዝማድ ሁሉ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በሰርጉ ያላችሁ ተጋባዥ በሙሉ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ላጤነት አብቅቶ ብቸኝነታቹህ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 ለቀው ሄዱ ከቀድሞ ቀያቸው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አመስግኑ ኦሆ አጨብጭቡ አሃ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ለአምላካችሁ ኦሆ እልል በሉ አሃ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ይህን ጌታ ላክብረው/ላንግሰው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ላክብረው/ላንግሰው ከእነርሱ ጋር አብሬ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ምሥጋናን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ዕልልታን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አምልኮን ጨምሬ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አብሬ ጭብጨባን ጨምሬ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