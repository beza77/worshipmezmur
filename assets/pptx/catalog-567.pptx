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Teleq Neh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ነህ የእኔ አእምሮ ሊሸከመው ከሚችለው በላይ 4x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ትልቅ ነህ አንተ ትልቅ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ትልቅ ነህ አንተ ትልቅ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ትልቅ ነው አምላኬ ትልቅ ነው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ትልቅነትህን ያላየ ማነው 3x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ትልቅነትህን ያልሰማ ማነው 3x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አይቻለሁ ትልቅነትህን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ከሁኔታ በላይ አንተ መብለጥህን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እንኳን አይቻለሁ ትልቅነትህን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ከነገሮች በላይ አንተ መብለጥህን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አይቻለሁ ትልቅነትህን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ከሁኔታዎች አንተ መብለጥህን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እጅግ ትልቅ ነህ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እጅግ ትልቅ ነህ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በሠማዩ ስፍራ በክብር ላለኸው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ምሥጋናዬ ይኸው , ምሥጋናዬ ይኸው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በሠማዩ ስፍራ በክብር ላለኸው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አምልኮዬ ይኸው , አምልኮዬ ይኸው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አይመረመርም ከፍ ማለቱ የእርሱ ልቀቱ ጌታዬ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አይመረመርም ተወዳዳሪ አቻ ማጣቱ ጌታዬ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አይመረመርም ውበት ቁንጅና ድምቀት ማማሩ ጌታይ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አይመረመርም ግርማ ሞገሱ አስፈሪነቱ ጌታዬ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 ሃ ሃሌሉያ 4x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አይመረመርም የርህራሄው የምህረቱ ብዛቱ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አይመረመርም ቸርነቱ ይቅር ማለቱ ጌታዬ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አይመረመርም ፍቅሩ ጥልቀቱ ወርዱ ስፋቱ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አይመረመርም ሰውን መውደዱ አዳኝነቱ ጌታዬ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 ሃ ሃሌሉያ 4x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ነህ የእኔ አእምሮ ሊሸከመው ከሚችለው በላይ 4x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ትልቅ ነህ አንተ ትልቅ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ትልቅ ነህ አንተ ትልቅ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ትልቅ ነው አምላኬ ትልቅ ነው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ትልቅነትህን ያላየ አለ ወይ?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ትልቅነትህን ያልሰማ አለ ወይ?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እኔኮ አይቻለሁ ትልቅነትህን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ከሁኔታ በላይ አንተ መብለጥህን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አይቻለሁ ትልቅነትህን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ከሁኔታዎች አንተ መብለጥህን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እጅግ ትልቅ ነህ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እጅግ ትልቅ ነህ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የዘለዓለም አምላክ የምድር ፈጣሪ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በዘለዓለም ዙፋን ላይ ለዘለዓለም ነዋሪ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የዘለዓለም አምላክ ነፍሴ ታከብርሃለች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የነገሥታት ንጉሥ ነፍሴ ታከብርሃለች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የዘለዓለም አምላክ ነፍሴ ታከብርሃለች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ታከብርሃለች 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