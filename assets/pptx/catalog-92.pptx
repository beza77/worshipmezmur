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Endewededkegn Aweku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የሚሰዋ ያከብረኛል ያከብረኛል ብለሃል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እሰዋለሁ ምሥጋናዬ ይኸው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እሰዋለሁ አምልኮዬ ይኸው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ምሥጋናን በአፌ የጨመርክ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ምሬትን ከእኔ ያስወገድክ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አንተ ነህና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ይብዛልህ ዛሬም ምሥጋና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ይገባሃልና አሜን ይገባሃልና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እናመልክሃለን እናመልክሃለን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ከዙፋንህ ስርም እንሰግድልሃለን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እናመልክሃለን እናመልክሃለን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በመንፈስ እንሰግድልሃለን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ክብርህን ላውራ ጌታዬ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ያግኝ ምሥጋናዬ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ሳከብርህ ሁሌ ደስ ይለኛል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እረካለሁ ክብርህ ያጠግበኛል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ክብርህ ያጠግበኛል አሜን ክብርህ ያጠግበኛል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እናመልክሃለን እናመልክሃለን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ከዙፋንህ ስርም እንሰግድልሃለን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እናመልክሃለን እናመልክሃለን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በእውነት በመንፈስ እንሰግድልሃለን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ድል በመንሳቱ ለሚያዞረኝ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በጠላቶቼ ዕራስ ላይ ላቆመኝ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ለጌታ እዘምራለሁ አሃ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እዘምራለሁ ለአምላኬ እዘምራለሁ ኦሆ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ያስጨናቂውን ዘንድ ጌታዬ ሰባበርከው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ግዙፉን ቀንበሬን ከላዬ አስወገድከው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ሁሌ እደነቃለሁ ጌታዬ በማዳንህ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ባለህ ምሥጋና ላይ ሌላም ልጨምርልህ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ዝናህን አወራለሁ 3x ማዳንህን እናገራለሁ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ዝናህን አወራለሁ 3x ማዳንህን እናገራለሁ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ጣላቴ ይዞራል የሚውጠው ፈልጐ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ምንም ላይሞላለት ሁሌ መናውን ቀርቶ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ግን ጌታዬ ከድል ድል ያዞረኛል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ጠላቴን ከእግሬ ስር ጌታዬ አስረግጦኛል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ጠላቴ ዕልል አይልብኝምና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እንደወደድከኝ አወቅሁ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እንደመረጥከኝ አወቅሁ 2x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በእኔ ድንኳን ዕልልታ ይሰማዋል ዝማሬ ይሰማዋል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የወደደኝ ጌታ ይህንን አድርጓል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የመረጠኝ እርሱ ይህንን አድርጓል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የማንም ባለዕዳ ያልሆነው እግዚአብሔር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አፈራረሰና የጠላቶቼን ምክር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አዳዲስ ዝማሬ በአፌ ውስጥ ሲጨምር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የነፍሴ ቅኝቷ ሁሌ ክብር ክብር 2x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ዝናህን አወራለሁ 3x ማዳንህን እናገራለሁ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ዝናህን አወራለሁ 3x ማዳንህን እናገራለሁ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ከሚሉህ ጋር ንገሥ ከሚሉህ ጋር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እስማማለሁ እኔም እጨምራለሁ 4x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ክበር ከሚሉህ ጋር ንገሥ ከሚሉህ ጋር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እስማማለሁ እኔም እጨምራለሁ 4x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