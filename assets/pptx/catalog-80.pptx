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Bemisgana Lay Echemiralehu Misgana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ላይ እጨምራለው ምስጋና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ላይ እጨምራለው ምስጋና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ማርኮኛል ም′ረቱ ያዘምረኛል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ማርኮኛል ም'ረቱ ያዘምረኛል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አምላኬ ሆይ ለሃይልህ እቀኛለው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ጠዋት ማታ ሁሌ ላንተ ክብርን እሰጣለው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በምህረትህ ማልዶ ጌታ ደስ ደስ ይለኛል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ስላቆመኝ አመስግኝ ይለኛል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እጨምራለው የኔ ጌታ ክበር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ነገም እጨምራለው የኔ ጌታ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እጨምራለው የኔ ጌታ ክበር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ነገም እጨምራለው የኔ ጌታ ንገስ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ላይ እጨምራለው ምስጋና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ላይ እጨምራለው ምስጋና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ማርኮኛል ም′ረቱ ያዘምረኛል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ማርኮኛል ም'ረቱ ያዘምረኛል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 ጊዜ ክብርህንና ግርማ'ን አወራለው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ምህረትህን ለዘለዓለም እዘምረዋለሁ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በፈቃዱ ሳይገደድ ያመስግንሃል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እግዚያብሔር ሆይ መቼ ዝም ያስብላል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እጨምራለው የኔ ጌታ ክበር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ነገም እጨምራለው የኔ ጌታ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እጨምራለው የኔ ጌታ ክበር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ነገም እጨምራለው የኔ ጌታ ንገስ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ነብሴን ከማጥ አይኔን ከዕንባ ጠብቀሃልና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ስሜንም በህይወት መዝገብ ፅፈ′ልኛልና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ያረግክልኝን እያስብኩ ስለ አንተ አወራለው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ማርኮ ስለያዘኝ ፍቅርህ አዜምልሃለው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እጨምራለው የኔ ጌታ ክበር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ነገም እጨምራለው የኔ ጌታ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እጨምራለው የኔ ጌታ ክበር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ነገም እጨምራለው የኔ ጌታ ንገስ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ላይ እጨምራለው ምስጋና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ላይ እጨምራለው ምስጋና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ማርኮኛል ም′ረቱ ያዘምረኛል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ማርኮኛል ም'ረቱ ያዘምረኛል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