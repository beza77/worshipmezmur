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royien Aldegm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Yezelalem_Fetari/Deroyien_Aldegm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