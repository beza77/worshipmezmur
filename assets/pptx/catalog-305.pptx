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Netsuh Leben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Biruk Gebretsadiq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ጠላቴን መውደድ እንድችል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ለክፉ መልካም እንዳደርግ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ብርሃኔ እንዲበራ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በቅንነት እንድኖር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ንፁህ ልብን ፍጠርልኝ ፍጠርልኝ እና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ባንተ የታየው በኔ እንዲታይ ጌታ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ያለኝን መስጠት እንድችል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በዝቶ እንዲገለጥ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 በኔ እንድትታይ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ለሌሎች ምሳሌ እንድሆን 2x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ንፁህ ልብን ፍጠርልኝ ፍጠርልኝ እና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ባንተ የታየው በኔ እንዲታይ የሱስ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ቅንነት ትግስትን ለብሼ ልገኝ ሁል ጊዜ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ይሁን መታወቂያዬ ጌታ አንተን መምሰሌ 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