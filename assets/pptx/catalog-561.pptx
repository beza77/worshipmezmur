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Sayikefel Bahiru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 ሳይከፈል ባህሩ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ሳይሳካ ነገሩ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እስቲ ላንሳ ከበሮውን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ላመስግነው እግዚአብሔርን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 8x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አልልም አመሰግናለሁ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ለጌታዬ ክብርን እሰጣለሁ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የጠላቴን ንዝነዛ እምቢ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ላመስግነው ላክብረው ጌታዬ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 8x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መጣና ጠየቀኝ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መጡና ጠየቁኝ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አሉኝ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እባርከዋለሁ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ከፍ አደርገዋለሁ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ነገር ሁሉ ለበጎ እንዲደረግ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ሁሉ ለጥሩ እንዲለወጥ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ይህንንም ጨምሬ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ስለዚህም አመሰግናለሁ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አመሰግናለሁ 8x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 መጣና ጠየቀኝ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መጡና ጠየቁኝ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ታመልኪያለሽ ወይ አሉኝ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እባርከዋለሁ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አዎ አመልካለው ከፍ አደርገዋለሁ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