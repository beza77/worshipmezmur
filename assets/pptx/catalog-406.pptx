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Erdagn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የሚረዳ አንተ ፀጋ አለህ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በፀጋህ ዙፋን ስር በዛ የተቀመጠ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በሚያስፈልገኝ ጊዜ ወዳንተ ቀርባለው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ጸጋን እንድትሞላኝ ይህንን አውቃለው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እርዳኝ ጌታ እርዳኝ ኢየሱስ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ወንጌልን ለአለም ይዤ እንድዞር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ቀባኝ በዘይት ህ በቀዱስ ቅባት 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የእሳት ነባልባል ሆኜ አገልጋይህ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ላስጠራ አንተን ላስከብርህ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ቀባኝ ጌታ ቀባኝ ኢየሱስ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እምነት ጀግኖች እንደ አባቶቼ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መታስቢያን ልጣል በሄድኩበት እኔም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በከንቱ አይለፍ የሰጠኸኝ ጊዜ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ማስተዋልን ስጠኝ አትለይ ከጎኔ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እርዳኝ ጌታ እርዳኝ ኢየሱስ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ረዳቱ ያሆንክለት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ምስጉን ነው የተባረክ ነዉ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