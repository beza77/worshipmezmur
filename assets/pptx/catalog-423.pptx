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Asresagn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አስረሳኝ የድሮውን አስረሳኝ የባከነውን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እንባዬን የፈሰውን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አስረሳኝ እንዳልነበረ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አሳቀኝ ህይወቴን ቀየረ/2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አይነት ቸር ነው እኔን የወደደው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 ምን አይነት ፍቅር ነው እኔን የመረጠው/2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ያጠፋሁት ዘመን ስጋዬን ታምኜ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የጠቀመኝ መስሎኝ እጅጉን ታልዬ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ስባክን መሰዊያዬን 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አገኘኝ ባዶዬን ቀርቼ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መጣሁ እጄን ሰጥቼ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አለቀ አበቃ ባልኩበት በሃር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በሃይልህ ተገለጥክ የእኔ ተበቃይ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ህይወትን ልትዘራ በሞተው ነገር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አላስቻለህ ልብህ የእኔን እንባ ስታይ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ወደድክ ልትመጣ ከላይ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አይነት ቸር ነው እኔን የወደደው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 ምን አይነት ፍቅር ነው እኔን የመረጠው/2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የምርጦቹ ምርጦች ቢሰበሰቡለት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እውቀት የተካቡት ቢመሰክሩለት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እንኯን ሊመጥነው ፈፅሞም አይገልፀው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እኔ ምንድን ነኝ ባይኑ የምታየው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ይሄስ እውነት ፍቅር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አስረሳኝ የድሮውን አስረሳኝ የባከነውን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እንባዬን የፈሰውን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አስረሳኝ እንዳልነበረ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አሳቀኝ ህይወቴን ቀየረ/2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አይነት ቸር ነው እኔን የወደደው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 ምን አይነት ፍቅር ነው እኔን የመረጠው/2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