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Ende Egziabhier Yale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Tamerat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እግዚኣብሔር ያለ ማነው እንደ ኣምላኬ ያለ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እግዚኣብሔር ያለ ማነው እንደ ኣምላኬ ያለ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ኣዎ የለም ኤረ ኣይኖርም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ኣዎ የለም ኤረ ኣይኖርም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ዓመታት ዘመናት የማይሽሩት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ቅዱስቅዱስ ተብሎ የሚመለክ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በፊቱ ሚሰግድለት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ነው ጻድቅ ኣምላክ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ነው ጻድቅ ኣምላክ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እግዚኣብሔር ያለ ማነው እንደ ኣምላኬ ያለ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እግዚኣብሔር ያለ ማነው እንደ ኣምላኬ ያለ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ኣዎ የለም ኤረ ኣይኖርም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ኣዎ የለም ኤረ ኣይኖርም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ማይቀየር ፍቅሩ ማይበርድ ማይቀዘቅዝ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ሆኖ ዘለላለም የሚኖር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ማይለወጥ የማይሰለች የማይታክት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ነው እውነተኛ ኣምላክ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ነው እወነተኛ ኣምላክ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