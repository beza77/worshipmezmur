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Gena Saykefel Bahiru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ሁኔታ መጣና ጠየቀኝ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ታመልኪያለሽ ወይ አለኝ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ነገሩ መጣና ጠየቀኝ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ታመልኪያለሽ ወይ አለኝ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ከፍታው መጣና ጠየቀኝ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ታመልኪያለሽ ወይ አለኝ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አመልካለው ከፍ አደርገዋለሁ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አመልካለው እባርከዋለሁ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አመልካለው ከፍ አደርገዋለሁ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አደርገዋለሁ, ገና ሳይከፈል ባህሩ, ሳይሳካ ነገሩ (2), እስቲ ላንሳ ከበሮውን, ላመስግነው እግዚአብሔርን (2), ተመስገን ተመስገንልኝ, ተመስገንልኝ(4), በባዶ እንዳመሰግንህ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/አንተ እኮ/ እድል ሰጥተኸኛል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ላሳይህ እንዴት እንደማምንህ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በባዶ እያመሰገንኩኝ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ተመስገንልኝ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ተመስገንልኝ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ዝም ብዬ አልፈዝም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ነገር ነገሩን አላይም, ገነጣጥዬ እወጣለሁ, አምላኬን በጬኸት አመልከዋለሁ, ተመስገን ተመስገንልኝ, ተመስገንልኝ, ዝም አልልም አመሰግናለሁ, ለጌታዬ ክብርን እሰጣለሁ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የጠላቴን ንዝነዛ እምቢ ብዬ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ላመስግነው ላክብረው ጌታዬ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አመሰግናለሁ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ነገር ሁሉ ለበጎ እንዲደረግ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 ሁሉ ለጥሩ እንዲለወጥ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ይህንንም ጨምሬ አውቃለሁ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ስለዚህም አመሰግናለሁ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አመሰግናለሁ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