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Amalaje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ዛሬም ትኩስ ነው (2X) አማላጄ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ደም ዛሬም ትኩስ ነው (2X) አማላጄ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ዘር ሁሉ ያዳም ስህተት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ይዞት ወደቀ ወደ ጥፋት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እንዳይድን ይሄን ቢረዳ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ሊከፍለው መጣ ለኃጢያት ዕዳ አወይ ለእኔ ዕዳ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የኃጢያት ደሞዝ ነውና ሞት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ሞቴን ሞተልኝ ሰጠኝ ሂወት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ኃጢያት ተሻረ ከእኔ ላይ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በፈሰሰልኝ ጎልጎታ ላይ ቀራኒዮ ላይ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በገዛ ደሙ እርቅ አወረደ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የጠፋሁትን ስለወደደ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ኃጥዕ ተብዬ ስም ለወጣልኝ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በደሙ አንፅቶ ፃድቅ አስባለኝ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ከደጉ አባቴ አሁን ታረኩ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በቅዱስ ደሙ ስለታጠብኩ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አማላጅ ሳያስፈልገኝ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በቀኙ ሆንኩ ደሙ አቀረበኝ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ዛሬም ትኩስ ነው (2X) አማላጄ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ደም ዛሬም ትኩስ ነው (2X) አማላጄ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ሳያስታርቀኝ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 ፀሎት ነው የሚያስታርቀኝ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ያላነፃኝ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 ፀሎት ነው የሚያነፃኝ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ሳያስታርቀኝ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 ምልጃ ነው የሚያስታርቀኝ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ያላጠበኝ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 ምልጃ ነው የሚያጥበኝ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ያስታረቀኝ ከአባቱ አማላጅ የሆነልኝ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ኃጢያቴ ጥብቅና በአብ ፊት የቆመልኝ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ዛሬም ትኩስ ነው (2X) አማላጄ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ደም ዛሬም ትኩስ ነው (2X) አማላጄ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ለሆንኩት ለኔ ለሞት ፍርደኛ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ቀኛ ያለው አንዱ ብቸኛ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ስለበደሌ እሱ ነው ዋሴ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የሚቆምልኝ ልክ እንደ ራሴ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መሰላል ያየው ያዕቆብ በህልሙ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መካከለኛ ነው ክቡር ደሙ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ከእኔ ጋር ዕርቅ ያደረገው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በማንም አይደል በኢየሱስ ደም 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ያስታረቀኝ ከአባቱ አማላጅ የሆነልኝ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ኃጢያቴ ጥብቅና በአብ ፊት የቆመልኝ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ደም ዛሬም ትኩስ ነው (2X) አማላጄ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ደም ዛሬም ትኩስ ነው (2X) አማላጄ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