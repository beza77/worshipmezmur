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Teleq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Kidist Kassa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ሰማያት ያንተን ክብር ያወራሉ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ምድርም ትልቅነቱን ይመሰክራሉ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አእዋፍ በቋንቋቸዉ ይዘምራሉ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ትልቅ ነህ ትልቅ እያሉ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ትልቅ ትልቅ እግዚአብሔር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ትልቅ ትልቅ እግዚአብሔር አንተ ትልቅ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ማስፈራትህ ሞገስህ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ይቆማል በፊትህ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ኃልህ ብዙ ስልጣንህ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ትልቅ ነህ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ትልቅ ነህ ትልቅ ነህ እግዚአብሔር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 ትልቅ እግዚአብሔር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 እግዚአብሔር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 ትልቅ እግዚአብሔር አንተ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የምትገኝ ሁሉ ስፍራ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ሁሉ የእጅህ ስራ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አይመረመር እዉቀትህ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ከአይምሮ በላይ ነህ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ትልቅ ነህ ትልቅ ነህ እግዚአብሔር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 ትልቅ እግዚአብሔር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 እግዚአብሔር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ትልቅ ነህ ትልቅ እግዚአብሔር አንተ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ቅዱስ…ቅዱስ ኃያል….ኃያል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ቅዱስ…ቅዱስ ኃያል…ኃያል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ቅዱስ…ቅዱስ ኃያል…ኃያል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ቅዱስ…ቅዱስ ኃያል…ኃያል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