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Mesgana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Birucktawit Assefa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በማለዳ ምሥጋናዬን አበዛለሁ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በቀትርም ሌላ ክብር እጨምራለሁ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ጊዜው መምሸቱ ውድቅት ሌሊቱ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አያግደኝም ከመቅረብ ፊቱ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ሥሙን ልባርከው ሁሌ ጠራዋለሁ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እያበዛሁ አስደስተዋለሁ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ሥሙን ልባርከው ሁሌ ጠራዋለሁ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ድምጼን እያሰማሁ አስደስተዋለሁ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አፌን በምሥጋና ሞልተኸዋልና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እኔ ልባርክህ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እናገር የምችለውን ይህን ነውና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እኔ ልባርክህ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ያዘነ በፊትህ አይገኝምና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እኔ ልባርክህ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በፊትህ ቃል ደስታ ይጠግባልና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እኔ ልባርክህ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በማለዳ ምሥጋናዬን አበዛለሁ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በቀትርም ሌላ ክብር እጨምራለሁ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ጊዜው መምሸቱ ውድቅት ሌሊቱ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አያግደኝም ከመቅረብ ፊቱ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ሥሙን ልባርከው ሁሌ ጠራዋለሁ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እያበዛሁ አስደስተዋለሁ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ሥሙን ልባርከው ሁሌ ጠራዋለሁ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ድምጼን እያሰማሁ አስደስተዋለሁ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የጐበጠው ሁሉ ቀና ይላልና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እኔ ልባርክህ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ለሰው የማይቻል ይቻልሃልና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እኔ ልባርክህ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ለቃልህ የማይታዘዝ አንድም የለምና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እኔ ልባርክህ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ብቻህን ተዓምራት ታደርጋለህና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እኔ ልባርክህ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በማለዳ ምሥጋናዬን አበዛለሁ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በቀትርም ሌላ ክብር እጨምራለሁ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ጊዜው መምሸቱ ውድቅት ሌሊቱ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አያግደኝም ከመቅረብ ፊቱ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ሥሙን ልባርከው ሁሌ ጠራዋለሁ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እያበዛሁ አስደስተዋለሁ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ሥሙን ልባርከው ሁሌ ጠራዋለሁ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ድምጼን እያሰማሁ አስደስተዋለሁ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ሕዝብህ ወደ እረፍት ይገባልና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እኔ ልባርክህ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እርዳታህም ከላይ ይመጣልና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እኔ ልባርክህ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በሰንበትም ችግር አይገኝምና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እኔ ልባርክህ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በሚያርፍበት ትሰራለህና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እኔ ልባርክህ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በማለዳ ምሥጋናዬን አበዛለሁ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በቀትርም ሌላ ክብር እጨምራለሁ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ጊዜው መምሸቱ ውድቅት ሌሊቱ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አያግደኝም ከመቅረብ ፊቱ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ሥሙን ልባርከው ሁሌ ጠራዋለሁ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እያበዛሁ አስደስተዋለሁ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ሥሙን ልባርከው ሁሌ ጠራዋለሁ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ድምጼን እያሰማሁ አስደስተዋለሁ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