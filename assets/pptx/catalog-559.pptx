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Qedus Qedus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ያለና የነበረ የሚመጣ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የሚገዛ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እያሉ ቀንና ሌሊት አይርፉም 4x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የሠማይ ሰራዊት ያገለግሉሃል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በቀን በሌሊቱ ቅዱስ ነህ ይሉሃል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በአቅሜ ከፍ አደርግሃለሁ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ላረከኝ ጌታ ምሥጋናን እሰዋለሁ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እያሉ ቀንና ሌሊት አይርፉም 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መሆን እወዳለሁ ሁልጊዜ በፊትህ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እንድልህ እንዳገለግልህ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መሆን እወዳለሁ ሁልጊዜ በፊትህ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እንድልህ እንዳገለግልህ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መሆን እወዳለሁ ሁልጊዜ በፊትህ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በል እንድልህ እንዳገለግልህ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 ሃሌሉያ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 4x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አምላኬ ተወደስ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በልጆችህ ተቀደስ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ምሥጋናችን ለእአምላካችን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ያማረ ነው የሁላችን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ክብር ክብር ሃሌሉያ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ሃሌሉያ ክብር ሃሌሉያ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ሞገስ የሌለህ እኩያ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የሌለህ እኩያ የሌለህ እኩያ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3x ሃሌሉያ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2x ሃሌሉያ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3x ሃሌሉያ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 ሃሌሉያ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 4x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በፍቅርህ ዘይት ነፍሴን አረስርሰሃል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ተባረክልኝ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በምህረትህ ዘይት ነፍሴን አረስርሰሃል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ተባረክልኝ ጌታዬ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እንደሚፈስ ዘይት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ደናግሎች አይተው ወደዱህ 5x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እኛም አየንህ ጌታ ወደድንህ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የመዓዛ ሽታ አንተ አለህ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አይቼ ይህን ውዴ ወደድኩህ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የመዓዛ ሽታ አንተ አለህ 3x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በፍቅርህ ዘይት ነፍሴን አረስርሰሃል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ተባረክልኝ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በምህረትህ ዘይት ነፍሴን አረስርሰሃል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ተባረክልኝ ጌታዬ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 በሌሊትም ዝማሬ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አለወጥህ አንተ ነህ እስከዛሬ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 በሌሊትም ዝማሬ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አለወጡህ አንተ ነህ እስከዛሬ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ነህ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ነህ 4x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ስደክም ጉልበቴ ስበረታ ክብሬ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አልተለወጥክም ኢሄው እስከዛሬ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ቀናቶች ሲያልፉ አመታት ሲሆኑ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የነገሥታት ንጉሥ አለ በዙፋኑ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 በሌሊትም ዝማሬ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አለወጥህ አንተ ነህ እስከዛሬ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 በሌሊትም ዝማሬ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አለወጡህ አንተ ነህ እስከዛሬ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እስከዛሬ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