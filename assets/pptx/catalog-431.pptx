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Etebeqalehu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እጠብቅሀለው ባስቀመጥከኝ ቦታ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እጠብቅሀለው አትዘገይምና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እጠብቅሀለው ባስቀመጥከኝ ስፍራ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እጠብቅሀለው አትዘገይምና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በኔ ፈቃድ ባይሆን ባሰብኩት መንገድ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እንደማትጥለኝ አልጠራጠርም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ነህ ተስፋን የሰጠኸኝ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ነህ አኖርሻለው ያልከኝ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ነህ ተስፋን የሰጠኸኝ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ነህ አቆምሻለውአኖርሻለው ያልከኝ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ዘመናት አለፉ አመታት ወራት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የታለ እያሉ አምላክ አባትሽ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ባክሽ እረስቶሻል ተይው ነገሩን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ብታምኚ ይሻላል የእጅ ስራሽን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አምነዋለው ባያድነኝ እንኳን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ብሞትም ይችላል ሊያወጣኝ ከሙታን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ደመናም አላይም ሸለቆ ይሞላል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ንፋስም አላይም ሸለቆ ይሞላል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ዝናብም አላይም ሸለቆ ይሞላል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አዞታል አባቴ አዞታል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