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Betamerat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ቀኑ ጨልሞ መስማት እንጂ ማየት አልችል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ጥዋት ልለምን የወጣሁ መሽቶ በሰው ነው ምገባው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ትንሽ ትልቅ መሪዬ የሰው ፍቃድ ማደሪያዬ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የእድሜዬን ግማሽ ቆጠርኩ ጨለማውን ለመድኩ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መጣ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የአለም ብርሃን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ዓይኖቼን ከፈተ በእውርነቴ ሃገር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ታሪኬ ተለወጠ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የዳዊት ልጅ ማረኝ ብዬ ተከፈተ ብርሃኔ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መልካምነቱን አየሁት በዚህች በአጭሯ ዘመኔ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ተጥዬ የነበርኩ ያምስኪኑ እኔ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መንገደኛ የማያየኝ አሳዛኝ ሰው ነበርኩኝ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በሀጥያቱ ወደቀ በእግዚአብሔር ደቀቀ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ብለው ሰዎች ፈርዱ ስብራቴን ሳይረዱ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ደጉ ጌታ ከሰማይ አየኝ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ከውድቀቴ አነሳኝ ቁስሌን ፈውሶ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አከበረኝ መልሶ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በታምራት የሚያኖረኝ አምላክ አለኝ የሚያስብልኝ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የመቆሜ ምክንያቱ የእግዚአብሔር ምህረቱ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ባልጋዬ ላይ ተኝቼ ለአመታት ሸትቼ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መልዐኩ ሲያናውጠው ማን ሊከተኝ ወደ ውሃው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ዘመድ አዝማድ የለኝ እኔ የምለው ሚረዳኝ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ቀርቦ ችግሬን አየና ተራመድ ሂድ ተነሳና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ያለው ጌታ ለካ ዘመዴ ነው ስለ እኔ የሚሰማው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ሽባነቴን ሽሮ አቆመኝ ቀይሮ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በታምራት የሚያኖረኝ አምላክ አለኝ የሚያስብልኝ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የመቆሜ ምክንያቱ የእግዚአብሔር ምህረቱ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