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Bechegerie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Meseret Tsegie &amp; Endalkachew Kidanewold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በችግር ጓደኛ በመከራ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አብሮኝ የሚሰቃይ ከእኔ ጋራ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በታናሽነቴ የማይንቀኝ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ዘመድ አግኝቻለሁ የሚወደኝ 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የሚባል ድንቅ መካር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የሰላም አለቃ ደግሞም ፍቅር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የሚባል ጓደኛ አግኝቻለሁ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እኔም በእርሱ ሰላም ረክቻለሁ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በችግር ጓደኛ በመከራ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አብሮኝ የሚሰቃይ ከእኔ ጋራ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በታናሽነቴ የማይንቀኝ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ዘመድ አግኝቻለሁ የሚወደኝ 2x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ችግሬን በሙሉ ወስዶት እርሱ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ደስታን ለእኔ ሰጠኝ ከመንፈሱ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ሃዘን ስወርድ አብሮኝ ከእኔ ጋራ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ስደሰትም አብሮኝ በተራራ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በችግር ጓደኛ በመከራ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አብሮኝ የሚሰቃይ ከእኔ ጋራ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በታናሽነቴ የማይንቀኝ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ዘመድ አግኝቻለሁ የሚወደኝ 2x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ለነፍሱ ሳይሳሳ የሞተልኝ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እጅግ በጣም አድርጐ የሚወደኝ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አባት አግኝቻለሁ የማይተወኝ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እስከ ለዘለዓለም የሚመራኝ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በችግር ጓደኛ በመከራ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አብሮኝ የሚሰቃይ ከእኔ ጋራ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በታናሽነቴ የማይንቀኝ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ዘመድ አግኝቻለሁ የሚወደኝ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