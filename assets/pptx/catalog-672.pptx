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Ay Tebeb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Meheret Etefa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የማይታየውንና የሚታየውን በሙሉ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በአንተ ተፈጠረ ይህ ሁሉ በሙሉ በሙሉ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በአንተ ተፈጠረ ሁሉ በሙሉ በሙሉ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ትርጉም አለው ሁሉም አስተውሎ ተመለከተው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በእርሱ ሆነ ያልሆነውስ አንዳች የቱ ነው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ተወሰደ ልቤ በእሱኛው በእሱኛው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በሰራው ሳይሆን እግዚአብሔር በሰራው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ተማረከ ልቤ በእሱኛው በእሱኛው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በምድራዊው ሳይሆን በሠማያዊው ነው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 ጥበብ 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 ጥበብ (4x)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አይሰራ አይ ጥበብ ረቂቅ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በእርግጥ የማመልከው አምላክ ዕውቅታም ነው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የኮረብታውና የወንዙ የወፎች ጫጫታ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በእጁ ብቻ ሳይሆን በቃሉ ብቻ ፈጠረ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በእጁ ሳይነካ በቃሉ ብቻ ፈጠረ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የውቂያኖስና የባሕር የጥልቀቱ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 ነው ያሰኛል የጌታ አቤት ዕውቀቱ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በሥራው በዕውቀቱ የተደነቀው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ፈጣሪውን ጌታ እኔ አመልከዋለሁ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የሁሉ የበላይ የበላይ የሆነው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የማመልከው እግዚአብሔር ጌታ ነው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 ጥበብ 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 ጥበብ (4x)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አይሰራ አይ ጥበብ ረቂቅ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በእርግጥ የማመልከው አምላክ ዕውቅታም ነው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