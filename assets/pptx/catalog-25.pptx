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Yadenal Eyesus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ያድናል ከዘለዓለም ሞት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ብቻውን እውነት መንገድ ህይወት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አምነናል በስሙ ድነናል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ህያዋን ምስክር ሆነናል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አዋጅ ነጋሪ ነኝ ወንጌሉን አብሳሪ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 መንደር ብርሃኑን አብሪ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ወንጌል ሰባኪ ነኝ ኢየሱስ ያድናል ባይ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ከስጋና ከደም ጋር ማይማከር አገልጋይ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ያድናል ከዘለዓለም ሞት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ብቻውን እውነት መንገድ ህይወት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አምነናል በስሙ ድነናል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ህያዋን ምስክር ሆነናል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የዕዳ ፅፈታችንን በመስቀል የደመሰሰው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ሰው ልጆች ሀጢያት እርግማን የሆነው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የድነት መንገድ የለም ከማመን ከሱ ውጪ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ይሄን ለማብሰር ታድያለሁ ስእግዚአብሔር ልጅ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አዋጅ ነጋሪ ነኝ ወንጌሉን አብሳሪ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 መንደር ብርሃኑን አብሪ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ወንጌል ሰባኪ ነኝ ኢየሱስ ያድናል ባይ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ከስጋና ከደም ጋር ማይማከር አገልጋይ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ያድናል ከዘለዓለም ሞት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ብቻውን እውነት መንገድ ህይወት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አምነናል በስሙ ድነናል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ህያዋን ምስክር ሆነናል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ከተስፋው ቃል እጅግ ርቀን የጠፋን ነበርን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በስጋ ሀሳብ እንደልባችን የተመላለስን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ግን በምህረቱ ባለጠጋ ስለሆነ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የዘላለምን ህይወት ሰጠን በፀጋው አዳነን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አዋጅ ነጋሪ ነኝ ወንጌሉን አብሳሪ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 መንደር ብርሃኑን አብሪ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ወንጌል ሰባኪ ነኝ ኢየሱስ ያድናል ባይ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ከስጋና ከደም ጋር ማይማከር አገልጋይ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ያድናል ከዘለዓለም ሞት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ብቻውን እውነት መንገድ ህይወት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አምነናል በስሙ ድነናል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ኢየሱስ ህያዋን ምስክር ሆነናል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