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Kende Bertu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አበቃ አከተመ አይሆንም በተባለበት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 ስም ሲጠራ ሁሉ ይዘራል ህይወት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ያለአንዳች እርዳታ ብቻውን ድንቅን አድርጐ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ያሣርፋል በሀይሉ ተገለጦ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ታላቅነቱ አይወሰን ከ እስከ አይባልም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 እርሱ ይስራ እንጂ ማንም ፊቱ አይቆምም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 ክንደብርቱ ነው (3x) የለም ሚገዳደረው አርሱ ብርቱ ነው ኢየሱስ አሸናፊ ነው (3x) ማነው የሚቋቋመው አሸናፊ ነው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ጽኑ ግንብ በጠላት ፊት የማይደፈር መከታ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ከክፋት ከሰይጣን እጅ የሚከልል ጌታ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እኛ ምናመልከው ሀይለኛና ባለስልጣን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ተጠግተነው አርፈናል መደገፊያ ሆኖልን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ጥበቃው እጅግ ያስደንቃል ልጆቹን ያሳርፋል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ሀይሉም ከቶ አይደክምም በሰልፍ ይበረታል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 ክንደብርቱ ነው (3x) የለም ሚገዳደረው አርሱ ብርቱ ነው ኢየሱስ አሸናፊ ነው (3x) ማነው የሚቋቋመው አሸናፊ ነው 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ከርሱ ጋር የሆነ ኽረ ሌላ ምን ያሻዋል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ከክንፎቹ በታች ሆኖ ተማምኖ ይኖራል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በክፉ ቀን አይሰጋም አምላኩ ይታደገዋል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ከረግረግ ከጭቃ አውጥቶ በአለት ያቆመዋል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ይህ ጌታ ከእኛ ጋራ ካለ ምንደነው የሚያስፈራን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እየተማመንን በድል እንሄዳለን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ጌታችን ክንደብርቱ ነው (3x) የለም ሚገዳደረው አርሱ ብርቱ ነው ኢየሱስ አሸናፊ ነው (3x) ማነው የሚቋቋመው አሸናፊ ነው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ከጌታ የተነሳ በህይወት መኖር ችለናል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ካስጨናቂዎቻችን ሁሉ በእርሱ አርፈናል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የክንዱን ብርታት ባይናችን አሣይቶናል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ስለዚህም ልናከብረው ወደ እርሱ መጥተናል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ለክበሩ እንዘምራለን እናመሰግነዋለን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ስለሚገባው እናመልከዋለን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ለርሱ ይገባዋል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(3x)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ምን ይሰጠዋል ለርሱ ይገባዋል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