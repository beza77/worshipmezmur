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  <p:sldId id="286" r:id="rId37"/>
    <p:sldId id="287" r:id="rId38"/>
    <p:sldId id="288" r:id="rId39"/>
    <p:sldId id="289" r:id="rId40"/>
    <p:sldId id="290" r:id="rId41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Relationship Id="rId37" Type="http://schemas.openxmlformats.org/officeDocument/2006/relationships/slide" Target="slides/slide31.xml"/><Relationship Id="rId38" Type="http://schemas.openxmlformats.org/officeDocument/2006/relationships/slide" Target="slides/slide32.xml"/><Relationship Id="rId39" Type="http://schemas.openxmlformats.org/officeDocument/2006/relationships/slide" Target="slides/slide33.xml"/><Relationship Id="rId40" Type="http://schemas.openxmlformats.org/officeDocument/2006/relationships/slide" Target="slides/slide34.xml"/><Relationship Id="rId41" Type="http://schemas.openxmlformats.org/officeDocument/2006/relationships/slide" Target="slides/slide35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2011680"/>
            <a:ext cx="10881360" cy="1828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5400" b="1">
                <a:solidFill>
                  <a:srgbClr val="FFFFFF"/>
                </a:solidFill>
                <a:latin typeface="Ebrima"/>
                <a:ea typeface="Ebrima"/>
                <a:cs typeface="Ebrima"/>
              </a:rPr>
              <a:t>Yeweha Bereha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4023360"/>
            <a:ext cx="10881360" cy="10972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3000" b="0">
                <a:solidFill>
                  <a:srgbClr val="CCCCCC"/>
                </a:solidFill>
                <a:latin typeface="Ebrima"/>
                <a:ea typeface="Ebrima"/>
                <a:cs typeface="Ebrima"/>
              </a:rPr>
              <a:t>Bereket Tesfaye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ብዙ ፍጥረት ያለው ባህር ውቅያኖሱ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ለየብስ ሩብ ሰጥቶ ቀሪውን መልበሱ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ላጥፋ ካለ አጥፊ ጡንቻ አለው ፈርጣማ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ካንዱ ጌታ በቀር ማንንም አይሰማ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ጥም አርኪ ይመስላል ግን ለጠማው ደሃ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ውስጡ ስለሌለው ለመጠጥ የሚሆን አንድ ብርጭቆ ውሃ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ሰነፍ መርከበኛ ውቅያኖሱ ዳር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ሚጠጣውን ሰይዝ መጓዝ ቢጀምር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ውሃ መሃል ደርሶ ውሃ ይጠማዋል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ውሃ በረሃ ላይ በውሃ ጥም ይሞታል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አንድ ጉድጓድ አለች በጣም ትንሽዬ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ህፃን ነህ አዋቂ ጨዋ ነህ ዱርዬ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ሳትል ሳታዳላ ሁሉን ታጠጣለች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ይህን ንፁህ ውሃ ታመነጨዋለች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ጠቢቡ ገበሬ እሷ ዳር ይዘራል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ዘሩም ምንጯን ነክቶ ማን ደርቆ ይቀራል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ጌታ ኢየሱስን በዕምነቱ የነካ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ከህይወት ውሃ ምንጭ ጠጥቶ እረካ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ስንት ምስኪነ አለ ሳይተኛ ሚያነጋ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ነፍሱ ምትገረፍ በጥማት አለንጋ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እግዚአብሔር ነፍሱን ነይ ላርካሽ ቢላት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የእግዚአብሔርን ሳይሆን ለነፍሱ ሆዱን ሰማላት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ጌታ በሌለበት በዚያ ባዶ ቦታ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ምኑንም ቢከቱ አይሰጥም እርካታ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ሰማይ እና ምድር ባንዴ ተጠቅልሎ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የኢየሱስን ቦታ አይሞላውም ችሎ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የተከበበ በማይጠጣ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በዓለም ያለ ሰው ኢየሱስን ያጣ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በጀልባ እንደጠፋ ውቅያኖስ ላይ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ኢየሱስ የሌለው ሰው እሱ አይደል ወይ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ተበልቶ ተጠጥቶ የለም እርካታ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ኑሮ ማለት ሃሩር ከሌለው ጌታ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ዳግመኛ አልጠማኝም አንዴ ጠጥቼው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ጎዶሎ የለኝም ውስጤ ሙሉ ነው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