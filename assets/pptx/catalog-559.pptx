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Qedus Qedus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ቅዱስ ቅዱስ ያለና የነበረ የሚመጣ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የሚገዛ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እያሉ ቀንና ሌሊት አይርፉም (4x)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የሠማይ ሰራዊት ያገለግሉሃል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በቀን በሌሊቱ ቅዱስ ነህ ይሉሃል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በአቅሜ ከፍ አደርግሃለሁ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ላረከኝ ጌታ ምሥጋናን እሰዋለሁ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እያሉ ቀንና ሌሊት አይርፉም (4x)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መሆን እወዳለሁ ሁልጊዜ በፊትህ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ተመስገን እንድልህ እንዳገለግልህ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መሆን እወዳለሁ ሁልጊዜ በፊትህ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ተባረክ እንድልህ እንዳገለግልህ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መሆን እወዳለሁ ሁልጊዜ በፊትህ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በል እንድልህ እንዳገለግልህ (4x)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ሃሌ ሃሌሉያ (4x)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ሃሌ (4x)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አምላኬ ተወደስ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በልጆችህ ተቀደስ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ምሥጋናችን ለእአምላካችን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ያማረ ነው የሁላችን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ክብር ክብር ሃሌሉያ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ሃሌሉያ ክብር ሃሌሉያ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ሞገስ ሞገስ የሌለህ እኩያ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የሌለህ እኩያ የሌለህ እኩያ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(3x) (ሃሌሉያ)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(2x) ሃሌሉያ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(3x) ሃሌሉያ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ሃሌ ሃሌሉያ (4x)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ሃሌ (4x)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በፍቅርህ ዘይት ነፍሴን አረስርሰሃል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ተባረክልኝ ጌታዬ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በምህረትህ ዘይት ነፍሴን አረስርሰሃል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ተባረክልኝ ጌታዬ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ሥምህ እንደሚፈስ ዘይት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ደናግሎች አይተው ወደዱህ (5x)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እኛም አየንህ ጌታ ወደድንህ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የመዓዛ ሽታ አንተ አለህ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አይቼ ይህን ውዴ ወደድኩህ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የመዓዛ ሽታ አንተ አለህ (3x)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በፍቅርህ ዘይት ነፍሴን አረስርሰሃል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ተባረክልኝ ጌታዬ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በምህረትህ ዘይት ነፍሴን አረስርሰሃል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ተባረክልኝ ጌታዬ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በማለዳ ምሥጋና በሌሊትም ዝማሬ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ሁኔታ አለወጥህ አንተ ነህ እስከዛሬ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በማለዳ ምሥጋና በሌሊትም ዝማሬ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ነገሮች አለወጡህ አንተ ነህ እስከዛሬ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ብቻ ነህ (4x)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ብቻ ነህ (4x)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ስደክም ጉልበቴ ስበረታ ክብሬ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አልተለወጥክም ኢሄው እስከዛሬ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ቀናቶች ሲያልፉ አመታት ሲሆኑ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የነገሥታት ንጉሥ አለ በዙፋኑ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በማለዳ ምሥጋና በሌሊትም ዝማሬ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ሁኔታ አለወጥህ አንተ ነህ እስከዛሬ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በማለዳ ምሥጋና በሌሊትም ዝማሬ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ነገሮች አለወጡህ አንተ ነህ እስከዛሬ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ነህ እስከዛሬ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