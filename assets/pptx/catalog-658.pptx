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Eyesus Gieta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Mamay Worku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ኢየሱስ ጌታ ነው ጌታ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ጌታ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ትላንትናም ዛሬም ለዘለዓለም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ጌታ ነው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ማኅተሙን የፈታ (ጌታ)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በሞት ያልተረታ (ጌታ)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በሰማይ በምድር እርሱ ብቻ አለቃ (ጌታ)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ኢየሱስ ጌታ ነው ጌታ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ጌታ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ትላንትናም ዛሬም ለዘለዓለም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ጌታ ነው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ፍጥረት ሊሰግዱለት (ጌታ)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የወጉትም ሊያዩት (ጌታ)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በክብሩ ይመጣል ደምቆ ከከዋክብት (ጌታ)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ኢየሱስ ጌታ ነው ጌታ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ጌታ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ትላንትናም ዛሬም ለዘለዓለም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ጌታ ነው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መንግሥቱን ሊያሰፋ (ጌታ)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ዙፋኑን ሊያጸና (ጌታ)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በአጀብ ይመለሳል ከመላእክቱ ጋራ (ጌታ)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ኢየሱስ ጌታ ነው ጌታ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ጌታ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ትላንትናም ዛሬም ለዘለዓለም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ጌታ ነው (2x)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አሜን ማራናታ (ጌታ)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አሁን ማራናታ (ጌታ)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የንጋቱ ኮከብ የፍጥረት አለኝታ (ጌታ) (2x)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ኢየሱስ ጌታ ነው ጌታ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ጌታ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ጊዜ የማይሽረው ንጉሥ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ጌታ ነው (4x)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ኢየሱስ ጌታ ነው ጌታ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ጌታ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ዘመን የማይሽረው ንጉሥ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ጌታ ነው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