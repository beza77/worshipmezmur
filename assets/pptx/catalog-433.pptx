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Fetsum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ፍፁም ነህ ፍፁም በአደራረግህ ጻድቅ ነህ ጻድቅ በአሰራርህ መልካም ነህ መልካም በአደራረግህ ልዩ ነህ ልዩ በአሰራርህ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ምድረበዳ አባብላታለሁ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ሚስጥሬን ለመግለጽ እኔ እለያታለሁ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ያረግከው ለካ ለበጐ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ያረግከው ለካ በፍቅርህ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ያረግከው ለካ ወደኽኝ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ያረግከው ለካ መርጠኽኝ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 የለኝም መልስ አንተ ሆነኸኝ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ማማ እ በሉ ምርሃል መኖር አስለመድኸኝ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ቢያይልም ወጀቡ ቢቆጣም ነፋሱ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ይታዘዛል ሁሉም ለአንተ ለንጉሡ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ሆኖልኛል ሃይልህን የማይበት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 ወጥመድ ራሱ ሚያዝበት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አብረኸኝ እስከ ሆንክ በመርከበ ላይ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ለመልካም ይሆናል ክብርህን እማይበት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ፍፁም ነህ ፍፁም በአደራረግህ ጻድቅ ነህ ጻድቅ በአሰራርህ መልካም ነህ መልካም በአደራረግህ ልዩ ነህ ልዩ በአሰራርህ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በዓይኖቸ ማየው በፊቴ ያለው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እያንዳንዱን ነገር ፈቅደህለት ነው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ሆነህ ትመለከታለህ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ይለኛል ለኔ ልጄ ነች ትላለህ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ባይገባኝም ማልፈውን ጐዳና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የምሕረት እጆችህ አቅፈውኛልና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አምንሃለሁ አዎ እንደገና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አረጋግጣለች ታማኝ ነህ ጌታ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አትተወኝም ጌታ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ለሚወዱ በአንተ ለተጠሩ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ለበጐ ይሆናል የሚያልፉበት ሁሉ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አትደክም አትተኛ አትዝል አትረሳ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ታውቀሃል እንደሆንክ መልካሙ እረኛ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በበትህ የኖረ በአንተ የተመካ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አያፍርም ዘለዓለም ለአንድም ደቂቃ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አስቀምጠኸው ከአብ ጋር በከፍታ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ከሞገስህ ጠግቦ ይኖራል በግርማ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ፍፁም ነህ ፍፁም በአደራረግህ ጻድቅ ነህ ጻድቅ በአሰራርህ መልካም ነህ መልካም በአደራረግህ ልዩ ነህ ልዩ በአሰራርህ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