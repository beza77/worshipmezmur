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Aleh Wey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“አለህ ወይ”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 ማሰሪያ የፍቅር መልህቅ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ፈቅጃለሁ ልቤ ላይ ተልቅ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ዙሪያ ገባው እንዳያምረኝ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በፍቅርህ ገመድ ደግመህ ያዘኝ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አለህ ወይ ማሰሪያ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አለህ ወይ ገመድ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ከልብህ ጋር አጣብቆ ሚገምድ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አጣብቆ ሚገምድ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መለኮት ነው አሉ የገባው እቤቴ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ሲደንቀኝ ይኑራእስተ ዕለተ ሞቴ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ከኔ እስክትወጣ ይቺ እስትንፋሴ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ታስራ ትቆየኝ በፍቅርህ ነፍሴ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አስረህ ያዝልኝ በፍቅርህ ነፍሴ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አገር በሞላበት ልብ የሚያሸፍት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አሻፈረኝ ይበል ልቤ መርገጥ ሌላው ቤት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በፍቅርህ ገዳም ውስጥ መንኖ እንዲቀር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አቆራኘው ልቤን በመስቀሉ ፍቅር በጎልጎታ ፍቅር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በቀራንዮ ፍቅር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