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Aybeqam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ኢየሱስ የምለዉ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የጥያቄዬ መልስ የሆነዉ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ልቤ ያረፈበት ምወደው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እፎይ የምልበት እርሱ ነዉ (2x)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አይበቃም እንደዚህ ብለህ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አይበቃም እንደዚያም ብለህ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አይበቃም እኔ ባመልክህ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አይበቃም አይበቃም አይበቃም አይበቃም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አምላክ ሆይ እንደ አንተ ያለ የለም (4x)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የማለዳ ጨረር የጠዋት ብርሃን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በደስታ አሞከው ልቤን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ህልሜን ልተርከው ከእንቅልፌ ስነቃ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አረጋገጥክልኝ ሌሊቱ እንዳበቃ (2x)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ዓይነት አምላክ ነህ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ዓይነት ንጉሥ ነህ (2x)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ኢየሱስ የምለዉ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የጥያቄዬ መልስ የሆነዉ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ልቤ ያረፈበት ምወደው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እፎይ የምልበት እርሱ ነዉ (2x)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አይበቃም እንደዚህ ብለህ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አይበቃም እንደዚያም ብለህ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አይበቃም እኔ ባመልክህ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አይበቃም አይበቃም አይበቃም አይበቃም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አምላክ ሆይ እንደ አንተ ያለ የለም (4x)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ማምለክ አየሬ ነው ሳላመልክ አልኖርም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ከሁኔታ ጋር አላያይዘውም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ተመስገን ሳልልህ ሥምህን ሳልቀድስ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እንዴት እኖራለሁ እኔ ሳልተነፍስ (2x)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ዓይነት አምላክ ነህ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ዓይነት ንጉሥ ነህ (2x)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አምላክ ሆይ እንደ አንተ ያለ የለም (4x)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አይበቃም እንደዚህ ብለህ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አይበቃም እንደዚያም ብለህ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አይበቃም እኔ ባመልክህ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አይበቃም አይበቃም አይበቃም አይበቃም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ሆይ ስለ ሥምህ አመልክሃልሁ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ሆይ ስለ ራስህ አመልክሃልሁ አሃ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ሆይ ስለ ሥምህ አመልክሃልሁ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ሆይ ስለ ራስህ አመልክሃልሁ አሃ (2x)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