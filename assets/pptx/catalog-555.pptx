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Misgana Tewedalehena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አምላክና መድሐኒት ለሆንከው ከእኔ በቀር አዳኝ የለም ላልከው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ለእግዚአብሔር ክብርን ሰጣለሁ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ለአምላኬ ክብርን ሰጣለሁ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 ትወዳለህና (አምላኬ አመሰግናለሁ)2X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ትወዳለህና (አምላኬ እኔ አመልክሀለው)2X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ሞገስን ትወዳለህና (ጌታዬ አሞግስሀለው)2X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መከበር ትወዳለህና (አምላኬ እኔ አከብርሀለው)2X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ለእግዚአብሔር ክብርን ሰጣለሁ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ለአምላኬ ክብርን ሰጣለሁ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አትገመትም በጥቂት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ትልቅ ነህ እንዴት ልናገር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አፌን በአንተ ላይ አላላቅቅም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ፃድቅ ነህ አትሳሳትም2X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 ትወዳለህና (አምላኬ አመሰግናለሁ)2X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ሙገሳን ትወዳለህና (ጌታዬ አሞግስሀለው)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መወደድ ትወዳለህና (ጌታዬ እኔ እወድሃለሁ)2X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መወደስ ትወዳለህና (ጌታዬ እወድስሀለው)2X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ለእግዚአብሔር ክብርን ሰጣለሁ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ለአምላኬ ክብርን ሰጣለሁ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አምላክና መድሐኒት ለሆንከው ከእኔ በቀር አዳኝ የለም ላልከው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ለእግዚአብሔር ክብርን ሰጣለሁ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ለአምላኬ ክብርን ሰጣለሁ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ዝቅ ብዬ አንተ ከፋ በል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ምስጋናን ከእኔ ተቀበል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ብቻህን ሁሉን ሰርተሀል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ስትሰራ ማን አማክሮሀል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 ትወዳለህና (አምላኬ አመሰግናለሁ)2X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ትወዳለህና (አምላኬ እኔ አመልክሀለው)2X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መከበር ትወዳለህና አምላኬ (እኔ አከብርሀለው)2X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መሞገስ ትወዳለህና (ጌታዬ አሞግስሀለው)2X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ለእግዚአብሔር ክብርን ሰጣለሁ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ለአምላኬ ክብርን ሰጣለሁ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ከግብፅ ምድር ከብረት እቶን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አወጣህ ርስትህ እንድሆን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ሳላጉረመርም አመልክሀለው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እንዳንተ ያለ የት አገኛለው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አምላክና መድሐኒት ለሆንከው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ከእኔ በቀር አዳኝ የለም ላልከው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ለእግዚአብሔር ክብርን ሰጣለሁ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ለአምላኬ ክብርን ሰጣለሁ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እልልታን ትወዳለህና አምላኬ እልል 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እልልላለሁኝ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 ትወዳለህና አምላኬ አዜምልሀለው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አዜምልሀለው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እዘምራለው 3X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