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የጭንቁ ጊዜ ሳይመጣ ግዳጅ ሳይሆንብኝ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በውዴታ አየተገዛሁ ለጌታ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ግዴታዬን ለማክበር አይደለም የማመሰግነው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ይልቁንም ፍቅሩ ጨምሮብኝ አጣሁኝ የምለው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ሳይወዱ ጌታ ነህ ቢሉት ቀን አስገድዷቸው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አስቲ ልዘምርለት ምቹ ሳለ ጊዜው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ስንት የምለው ነገር በልቤ የለኝ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ቃላት አቅም አጣ ተቸገርኩ እያነሰብኝ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ከማቀርበው እልፍ የምስጋና 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የአንድ ቀን ምሕረቱ ይመዝንብኛል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የሚያሳስበኝ እሱን አንዴት እንደማከብር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የሚያሳስበኝ እሱን አንዴት እንደማስከብር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የሚያሳስበኝ ጌታን አንዴት እንደማከብር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የሚያሳስበኝ እሱን አንዴት እንደማስከብር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ጐደለ እግዚአብሔር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ኑሮም ጐደለ እግዚአብሔር አለ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አንዳንድ ጊዜ አይደለም የማመሰግነው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ሲጐልም እሰየሁ ሲሞላም እሰየሁ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የማመሰግንበት ምክንያቴ የእግዚአብሔር ነው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ካለ ቤቴ ሙሉ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እጠግባለሁ ፊቱን እያየሁ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ካለ ቤቴ ሙሉ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እጠግባለሁ ፊቱን እያየሁ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የሚያሳስበኝ አንተን አንዴት እንደማከብር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የሚያሳስበኝ አንተን አንዴት እንደማስከብር ነው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አፌን ሞልቼ እንድዘምረው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የሚጋብዘኝ ማንነትህ ነው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ለማንነትህ ክብር ይድረስህ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ለማንነትህ ክብር ይሁንልህ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ለማንነትህ ክብር ይኸውልህ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ለማንነትህ ክብር ይሁንልህ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ጐደለ እግዚአብሔር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ኑሮም ጐደለ እግዚአብሔር አለ (3x)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