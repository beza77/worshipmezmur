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Baleweletayie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ወረቀት ብዕሬን አገናኘሁኝ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ስለጌታ ውለታ መጻፍ አሰኘኝ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የትኛውን ጽፌ የቱን ልተወው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የምለውን ባጣ እንዲህ ልበለው ልበለው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ባለውለታዬ ነው ጌታዬ 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ውለታ አለብኝ የማልመልሰው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የእግዚአብሄር ልጅ ለእኔ የሰራው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ኢየሱስ ሰፊ ጊዜ ያሻኛል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ቀኑ ዘላለም ያንሰኛል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ታሪክ የሌለውን ባለታሪክ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ጠላት የሆንኩት ወዳጅ አረክ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አሳዳጅ የሆንኩትን ነካኽኝና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በቅዱሳኑ ፊት አቆምከኝና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ዘምር አልከኝ 4x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በስንኝ ቋጠሮ ችዪ ላልሰንቅ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ጠልቄ ባስብም አቅሜ እስኪያልቅ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አወይ በትንሿ በዚች ወረቀት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ጭሬ አልጨርሰው የሱን ሰጪነት ለጋስነት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መካኒቱ ሰባት ወለደች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ሳራም በእርጅና ጸነሰች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ሙሴን በጥበብ አሳደገ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ምስኪኑን ዳዊት ንጉሥ አደረገ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እንደዚህ ነው የኢየሱስ ስራ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አይጨረስ ሁሌም ቢወራ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አለኝ የምለው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አግኝቶኛል ውለታው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ባለውለታዬ ነው ጌታዬ 4x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ውለታ አለብኝ የማልመልሰው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የእግዛብሄር ልጅ ለእኔ የሰራው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ኢየሱስ ሰፊ ጊዜ ያሻኛል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ቀኑ ዘላለም ያንሰኛል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ነው የሱ ውለታ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ሳስበው ጥዋት እና ማታ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ግርም ይለኛል ድንቅ ይለኛል ቃላት ያጥረኛል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በምን ቋንቋ ነው በምን አንደበት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የምገልጸው የሱን በጐነት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