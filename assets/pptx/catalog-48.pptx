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Keyet Endemetahu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መነሻ ስፍራዬን አስታውሰዋለሁ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ከየት እንዳነሳኸኝ መች እዘነጋዋለሁ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ፀጋህ በዝቶልኝ ነው ብሩህ ቀን ማየቴ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እጅህ ደግፎኝ ነው ያማረው ሕይወቴ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ያማረው ሕይወቴ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በአንተ ነው የሰመረው ያማረው ሕይወቴ ትርጉም ያገኘሁት ለመኖሬ ስለረዳኸኝ ነው እንዲህ መዘመሬ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ከየት እንደመጣሁ አስታውሰዋለሁ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እራሴን አውቃለሁ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የድሮው አድራሻዬን መች እረሳዋለሁ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ለሚያየኝ በእራሴ ብቁ ሰው እመስላለሁ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እንዲህ መቆሜ ከአንተ የተነሳ ነው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ከየት እንደመጣሁ እራሴን አውቃለሁ ለሚያየኝ በእራሴ ብቁ ሰው እመስላለሁ ግን እንዲህ መቆሜ ከአንተ ይተነሳ ነው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ከየት እንደመጣሁ አስታውሰዋለሁ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እራሴን አውቃለሁ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የድሮው አድራሻዬን መች እረሳዋለሁ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ለሚያየኝ በእራሴ ብቁ ሰው እመስላለሁ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እንዲህ መቆሜ ከአንተ የተነሳ ነው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የተነሳ ነው 2x ለሚያየኝ በእራሴ ብቁ ሰው እመስላለሁ ለሚያየኝ በእራሴ ብቁ ሰው እመስላለሁ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