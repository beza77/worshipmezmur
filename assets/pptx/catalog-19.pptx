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Etebiqehalehu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ሆድ ሲብሰኝ ደግሞ ስትዘገይ የቀረህብኝ ሲመስለኝ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ነብስ ስጋዬ ሲጨነቅ ለመቆም ስዝል ሲደክመኝ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ብርታቴም ሲከዳኝ ስዳከም ጥያቄ ነብሴን ሲከባት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መልስ እንኳን ባይኖረኝ ለነብሴ እንዳንተ ሚሆን ማን አላት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የተማመንኩብህ አለ ያልኩህ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ተማምኜ የባሰ ቢመጣ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ታምንሃለች ነፍሴ እርምጃ ቀርቶኝ ለሞት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እጠብቅሃለሁ እስከመጨረሻ እስትንፍ x2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ይስሀቅ ጠብቆህ የል በጌራራ ምንም በሌለበት ስፍራ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ጋር እሆናለሁ ስትለው አንተን አምኖ እንደዘራ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ቀረ ታድያ በባዶ አንተን ጠብቆ ጠብቆ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አጭዶ የለም ወይ መቶ እጥፍ ምድረበዳ ላይ ዘርቶ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የተማመንኩብህ አለ ያልኩህ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ተማምኜ የባሰ ቢመጣ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ታምንሀለች ዛሬም እርምጃ ቀርቶኝ ለሞት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እጠብቅሃለሁ እስከመጨረሻ እስትንፍሴ x2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አብርሀምም ወጣ ከካራን የተገለጠለትን አምኖ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ድንኳኑን ተከለ ምድረበዳ እንደመፃተኛ ሆኖ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ሙት እንኳን ከሆነው ከስጋው ከ ደከመ ጉልበቱ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አምኖህ የለም ወይ ያለምክኒያት የሚያስክድ ሰበቡን ትቶ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የኔና ያንተ መዋደድ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የኔና ያንተ ቁርኝት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ከምክኒያት ከሰበብ አልፎ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ሆኖ የል ያለ 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ምስክር ያለ ማስረጃ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እንዳመነህ እንደ አብርሐም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የኔም ልብ በአንተ ላይ እንደዛው ፀንቶአል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አመንኩህ ከነጥያቄዬ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አመንኩህ በጎደለኝ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አመንኩህ ቀረኝ ከምለው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አመንኩህ በቃ ወደድኩህ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