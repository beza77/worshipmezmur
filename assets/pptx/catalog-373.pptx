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Getaw Sebebien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ከነገር ጅማሬ ፍጻሜ ይልቃል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ሳለ ጎበዝ ከየት እንደወደቀ ያስባል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የጅማሬው ውበት የዳነበቱ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ደብዝዞ ሳያልቅ በመንገድ ከንቱ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በጸጋ ሽፋን ፋኖ ተማምኖ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ስቆ ለውሃ ብዙ አለና የቀረ ባክኖ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አልፈልገውም ለብታዬን እግሮቼን አድስ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አልሻም መባከን በልማድ መደንዘዝ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ግታው ሰበቤን ያደከመኝን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ሰበብ በኩሬን የሚያስንቀኝን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ግታው ምክኒያቴን የተጫነኝን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ምክኒያት በኩሬን የሚያስጥለኝን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መሀል ሰፋሪ እዚም እዚያም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አይቅርብኝ አገም ጠቀም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የለብታ ወንዝ ከባድ ፈተና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ወይ ያልበረደው ወይ እሳት ያልገባው ገና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አቋም በሌለው ከከልካይ ማዶ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በነጻ ክልል ይነጉዳል ፈቅዶ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ግታው ሰበቤን ያለዘበኝን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አክብጄ እንዳልይዝ ያጠመደኝን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ግታው ምክኒያቴን የታገለኝን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ለሁለት ጌቶች ያሰለፈኝን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ነግቶለት ህይወት ጉዞ ጀምሮ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ባንተው ምህረት በስንት ተምሮ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ከመንከራተት ተርፎ ያልተረፈ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የሚባክን ልቡ ያላረፈ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ዳግም ባርነት ዳግም እስራት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ባልሰከነች ነፍስ ልጓም በሌላት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ይብቃኝ ምክኒያቴ የተጫነኝ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አጥብቄ እንዳልይዝ ያታገለኝ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ግታው ምክኒያቴን ያደከመኝን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ትጥቄን ያላላ ያለዘበኝን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በመንፈስህ አንቃኝ አዚሜን ገፈህ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የታገትኩበትን ገመዴን ፈተህ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ግታው ሰበቤን ያበረደኝን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ለሁለት ጌቶች ያሰለፈኝን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