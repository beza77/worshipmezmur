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Ayechiehalehu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Biruk Gebretsadiq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ያኔ ገና በለጋነት ኑሮ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ደርሰህ ባታወጣኝ ከጨለማው ጉዞ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እሆን ነበረ ያኔ ለብቻዬ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ሁሉን አለፍኩት ካንተ ጋራ ሆኜ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አይቼሃለሁ ከጎኔ ነበርክ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አይቼሃለው ስትረዳኝ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ከጎኔ ሆንህ ስታግዘኝ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ከፊቴ ሆነህ ስትመራኝ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ቀድመህ ስታነሳኝ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የቅርብ ምለው ካጠገቤ ርቆ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ቀኑ ጨሎብኝ ሁኔታውም ከብዶ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አንት ግን በሁሉ ብርታት ሆነኸኛል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እንባዬን አብሰህ እጆቼን ይዘሃል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አይቼሃለሁ ከሆኔ ነበርክ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አይቼሃለው ስትረዳኝ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ከጎኔ ሆንህ ስታግዘኝ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ከፊቴ ሆነህ ስትመራኝ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ቀድመህ ስታነሳኝ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አይቼሃለው አይቼሃለው አይቼሃለው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ስታነሳኝ ከፊት ስትመራኝ አይቼሃለው ጌታ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