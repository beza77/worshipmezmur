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Seleamlakeneteh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ስለ አምላክነትህ ስለ ጌትነትህ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እጆችህ ስራ ባወራው ባወራ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 የአንተ ሥራ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 የአንተ ስራ (4x)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ሰባቱን ከዋክብት ኦርዬንን የሰራ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ጨለማውን ንጋት ብርሀን የሚያበራ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ቀኑን አጨልሞ ሌሊት የሚያደርገው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ስራው እንዲህ ያማረው ስሙ እግዚአብሔር ነዉ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ስለ አምላክነትህ ስለ ጌትነትህ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እጆችህ ስራ ባወራው ባወራ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 የአንተ ሥራ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 የአንተ ስራ (4x)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ውሆችን በእፍኙ የሰፈረ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ሰማይንም ደግም በስንዝር የለካ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ኽረ እግዚአብሔርን የአማከረው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ማስተዋሉ ረቂቅ ኃይሉ እጅግ ብዙ 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ስለ አምላክነትህ ስለ ጌትነትህ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እጆችህ ስራ ባወራው ባወራ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 የአንተ ሥራ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አያልቅ የአንተ ስራ (4x)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በዓመታት መሀል ስራን ትሰራለህ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 አያግድህ ከሁኔታ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ይሄ ጌታ እኔ የማመልከው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ነዋሪ መለወጥ የማያውቁው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ላምልከው በሀሴት ውሰጥ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የማይለወጠውን ስላገኘች ነፍሴ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ከቤቱ በረከት ስለረካች ነፍሴ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ሌላ አልፈልግም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ለእኔ ምኞቴ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ርሀቤም ጥማቴም የሆነው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ሌላ አልፈልግም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ለእኔ መሻቴ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ርሀቤም ጥማቴም የሆነው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ርሀቤም ጥማቴም የሆነው (16x)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