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Ejeg Yemimer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ጻድቅ ነህ ጌታ ስራህ ትክክል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የማታደላ የማትበድል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ለታላቅነትህ ፍጻሜ የለው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ጌታ ሆይ ስራህ ድንቅ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ምላሴ ጽድቅህን ሁልጊዜ ምሥጋናህን ይናገራል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ምላሴ ጽድቅህን ሁልጊዜ ምሥጋናህን ይናገራል 3x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ደግሜ ደጋግሜ እባርክሃለሁ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ዘወትር ዘወትር በአፌ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ማለዳ በምሥጋና አፌን እከፍታለሁ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ከአንደበቴ ፍሬ ለአንተው እነግራለሁ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ምላሴ ጽድቅህን ሁልጊዜ ምሥጋናህን ይናገራል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ምላሴ ጽድቅህን ሁልጊዜ ምሥጋናህን ይናገራል 3x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እጅግ የሚምር የሚራራ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ነውና የእኔ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ይድረሰው ምሥጋና የእኔ ጌታ ይድረሰው ምሥጋና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እንኳንስ ምረሄኝ ቀርቶልኝ አበሳ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ምሥጋናዬን ሁልጊዜው አልረሳ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በእኔ ላይ ጠንክራለችና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ኃይሌ ታድሶልኝ ቆምኩኝ እንደገና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እጅግ የሚምር የሚራራ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ነውና የእኔ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ይድረሰው ምሥጋና የእኔ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ይድረሰው ምሥጋና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ይድረሰው ምሥጋና 4x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ማዳኑን አስታውቆ ጽድቁንም ገለጠ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ከእኛ መተላለፍ ምህረቱ በለጠ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በሞገሱ ጋሻ እየከለለን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ከአዳነን በኋላ ምህረቱ ያዘን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ላይ ተስማሙ እውነትና ምህረት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መግባትም ተቻለን እግዚአብሔር ካለበት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ጻድቅ ፈራጅ ሲሆን እንከን የሌለበት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አልፈረደብኝም ምህረቱ አይሎበት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እጅግ የሚምር የሚራራ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ነውና የእኔ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ይድረሰው ምሥጋና የእኔ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ይድረሰው ምሥጋና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ይድረሰው ምሥጋና 4x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እልሃለሁ አንተን አመልካለሁ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እልሃለሁኝ አንተን አመልካለሁ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አመልካለሁ አንተን አመልካለሁ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 የአንደበቴ 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 የአፌ ምሥጋና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 ልዘምርልህ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 ላገለግልህ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አምላክ እልሃለሁኝ አንተን አመልካለሁ 5x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እስከዛሬ ተመስገን ብያለሁ ተባረክ ብያለሁ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በል ብያለሁ እስከዛሬ ተመስገን ብያለሁ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 ብያለሁ አሃ ከፍ በል ብያለሁ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ዛሬ ዛሬ ምን ልበል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ምን ልበል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አሁን አሁን ምን ልበል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ምን ልበል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ዛሬ ዛሬ ምን ልበል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ምን ልበል ዛሬ ምን ልበል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 የአንደበቴ 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 የአፌ ምሥጋና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 ላገለግልህ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 ልዘምርልህ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ሃሌሉያ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ሃሌሉያ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ሃሌሉያ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