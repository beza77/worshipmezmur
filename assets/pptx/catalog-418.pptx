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Enie Alferam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Henok Addis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በልዑል መጠጊያ ሁሉን በሚችለው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ተማምሬ አድራለሁ ከለላዬ እርሱ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አልፈራም እሱን ይዤው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አልፈራም ተደግፌው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ትናንትናን ደርሶ አድኖኝ ዛሬን እንዴት እፈራለሁ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የክንዱን የሃይሉን ብርታት በአይኖቼ አይቻለሁ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እንዳልፈራ እንዳልሸበር ስሙ ለኔ ዋስ ሆኖኛል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የከበረው የጌታ ስም ጠላቶቼን መቶልኛል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ለምስኪኑ መታመኛ ለደሃ አደግ የሚራራ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ፅኑ አለት ድንቅ ጌታ ኢየሱስ ነው መደገፊያ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በአንዳች እንኳን እንዳልፈራ ድንቅ ታምር እየሰራ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 ሁሉ እርሱ ገዝቶ አኑሮኛል እየመራ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ሸንበቆን አይደለም እኔ የተደገፍኩት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ድንገት የሚሰበር መች ሆነ የያዝኩት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አስተማማኝ ምርኩዝ ተፈትኖ የፀና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የማዕዘኑ ራስ ድጋፌ ነውማ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ተደግፌሃለሁ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ተማምኜሃለሁ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በአስተማማኝ ክንድህ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እኔስ አርፌአለሁ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