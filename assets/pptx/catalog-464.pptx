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Enie Negn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Kaleab Tsegaye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የልቡን በር ያንኳኳዉ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ደርሶ ስሙን ያደሰዉ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ላድርግህ ሰው ሁን 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 ምስኪን ልጅ ሥሙ ማነው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እኔ ነኛ ከመንገድ ላይ ያነሳኛ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ነኝ እኔ ነኝ በምህረቱ የቆምኩኝ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ነኝ እኔ ነኝ በምህረቱ ያገዘኝ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የልቤን በር የአንኳኳዉ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ሰላም ለአንተ ይሁን የአለዉ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ሊያደርገኝ ወደደና ቤቴ ገባና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የልቡን በር የአንኳኳዉ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ደርሶ ስሙን ያደሰዉ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ላድርግህ ሰው ሁን 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 ምስኪን ልጅ ስሙ ማነው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እኔ ነኛ ከመንገድ ላይ ያነሳኛ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ነኝ እኔ ነኝ በምህረቱ የቆምኩኝ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ነኝ እኔ ነኝ በምህረቱ ያገዘኝ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ኀጢአቴን ሁሉ ትቶ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 እድል ሰጥቶ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በምህረቱ ያቆመኝ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 ሰው እኔ ነኝ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የልቡን በር የአንኳኳዉ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ደርሶ ስሙን ያደሰዉ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ላድርግህ ሰው ሁን 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 ምስኪን ልጅ ስሙ ማነው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እኔ ነኛ ከመንገድ ላይ ያነሳኛ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ነኝ እኔ ነኝ በምህረቱ የቆምኩኝ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ነኝ እኔ ነኝ በምህረቱ ያገዘኝ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እድል ሰጪ ለወደቀ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በሰዎች ዘንድ ለተናቀ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ይዘምራል ዛሬ ቆሞ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በእጁ ታክሞ 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የልቡን በር ያንኳኳዉ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ደርሶ ስሙን ያደሰዉ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ላድርግህ ሰው ሁን 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 ምስኪን ልጅ ሥሙ ማነው 2x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እኔ ነኛ ከመንገድ ላይ ያነሳኛ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ነኝ እኔ ነኝ በምህረቱ የቆምኩኝ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ነኝ እኔ ነኝ በምህረቱ ያገዘኝ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ትረዳለህ ታግዛለህ አባት ትሆናለህ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የወደቀውን አንስተኀው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ይዘምራል ያ ትንሽ 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መዝሙር ለአንተ ነው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