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Koterkegn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የዓለምን ጥበብ ልታሳፍር ሞኝን ነገር የመረጥህ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ብርቱውንም ደግሞ ልታሳፍር ደካማውን የፈለግህ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ይደንቀኛል አደራረግህ-የኔን ሕይወት እንዲህ አደረግህ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ይገርመኛል አሰራርህ- የኔን ህይወት እንዲህ ያደረግህ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ቆጠርከኝ ታማኝ አድርገህ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የሾምከኝ ለቤትህ አምነህ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አይነት ፍቅር ነው ያንተስ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ሰውን እንደሚያይ መቼ ታያለህ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የቆጠርከኝ ታማኝ አድርገህ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የሾምከኝ ለቤትህ አምነህ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አይነት አምላክ ነህ አንተስ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አይቸግርህም አንተን የሰው ብዛት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የሚያመልክህ በብዙ ትጋት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ደካማዋን ለየህ ለክብርህ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ልቆም ላጥን በቤትህ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ደካማዋን ለየህ ለክብርህ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ልቆም ላጥን በቤትህ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ቆጠርከኝ ታማኝ አድርገህ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የሾምከኝ ለቤትህ አምነህ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አይነት ፍቅር ነው ያንተስ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ሰውን እንደሚያይ መቼ ታያለህ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የቆጠርከኝ ታማኝ አድርገህ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የሾምከኝ ለቤትህ አምነህ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አይነት አምላክ ነህ አንተስ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በአይኖችህ ታየሁኝ አገኘኝ ሞገስህ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የማልበቃውን ሰው ብቁ አረገኝ ጥበብህ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ዝማሬ ላንተ ምስጋና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ያበጃጀኸኝ አንተ ነህና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ክብር ይሁን ምስጋና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ለክብር ያረግከኝ አንተ ነህና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ቆጠርከኝ ታማኝ አድርገህ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የሾምከኝ ለቤትህ አምነህ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አይነት ፍቅር ነው ያንተስ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ሰውን እንደሚያይ መቼ ታያለህ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የቆጠርከኝ ታማኝ አድርገህ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የሾምከኝ ለቤትህ አምነህ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አይነት አምላክ ነህ አንተስ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የሚጠሩትን ያንተን ክፉ አሳዳጅ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በደማስቆ አግኝተህ አደረግከው ሳውልን ወዳጅ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የተመረጠ የክብር እቃ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አረግከው ለክብር በቃ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የሚሸከም የክብር እቃ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ይኸው አረግከው ለቤትህ በቃ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የዓለምን ጥበብ ልታሳፍር ሞኝን ነገር የመረጥህ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ብርቱውንም ደግሞ ልታሳፍር ደካማውን የፈለግህ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ይደንቀኛል አደራረግህ-የኔን ሕይወት እንዲ አደረግህ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ይገርመኛል አሰራርህ- የኔን ህይወት እንዲህ ያደረግህ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ቆጠርከኝ ታማኝ አድርገህ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የሾምከኝ ለቤትህ አምነህ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አይነት ፍቅር ነው ያንተስ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ሰውን እንደሚያይ መቼ ታያለህ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የቆጠርከኝ ታማኝ አድርገህ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የሾምከኝ ለቤትህ አምነህ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አይነት አምላክ ነህ አንተስ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