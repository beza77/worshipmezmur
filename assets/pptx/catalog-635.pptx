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11680"/>
            <a:ext cx="10881360" cy="1828800"/>
          </a:xfrm>
          <a:prstGeom prst="rect">
            <a:avLst/>
          </a:prstGeom>
          <a:noFill/>
        </p:spPr>
        <p:txBody>
          <a:bodyPr wrap="square" anchor="ctr">
            <a:spAutoFit/>
          </a:bodyPr>
          <a:lstStyle/>
          <a:p>
            <a:pPr algn="ctr">
              <a:lnSpc>
                <a:spcPct val="125000"/>
              </a:lnSpc>
            </a:pPr>
            <a:r>
              <a:rPr sz="5400" b="1">
                <a:solidFill>
                  <a:srgbClr val="FFFFFF"/>
                </a:solidFill>
                <a:latin typeface="Ebrima"/>
                <a:ea typeface="Ebrima"/>
                <a:cs typeface="Ebrima"/>
              </a:rPr>
              <a:t>Yemaytew New</a:t>
            </a:r>
          </a:p>
        </p:txBody>
      </p:sp>
      <p:sp>
        <p:nvSpPr>
          <p:cNvPr id="3" name="TextBox 2"/>
          <p:cNvSpPr txBox="1"/>
          <p:nvPr/>
        </p:nvSpPr>
        <p:spPr>
          <a:xfrm>
            <a:off x="640080" y="4023360"/>
            <a:ext cx="10881360" cy="1097280"/>
          </a:xfrm>
          <a:prstGeom prst="rect">
            <a:avLst/>
          </a:prstGeom>
          <a:noFill/>
        </p:spPr>
        <p:txBody>
          <a:bodyPr wrap="square" anchor="ctr">
            <a:spAutoFit/>
          </a:bodyPr>
          <a:lstStyle/>
          <a:p>
            <a:pPr algn="ctr">
              <a:lnSpc>
                <a:spcPct val="125000"/>
              </a:lnSpc>
            </a:pPr>
            <a:r>
              <a:rPr sz="3000" b="0">
                <a:solidFill>
                  <a:srgbClr val="CCCCCC"/>
                </a:solidFill>
                <a:latin typeface="Ebrima"/>
                <a:ea typeface="Ebrima"/>
                <a:cs typeface="Ebrima"/>
              </a:rPr>
              <a:t>Lidya Tesfaye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2400" b="0">
                <a:solidFill>
                  <a:srgbClr val="FFFFFF"/>
                </a:solidFill>
                <a:latin typeface="Ebrima"/>
                <a:ea typeface="Ebrima"/>
                <a:cs typeface="Ebrima"/>
              </a:rPr>
              <a:t>የማይተው ነው የእኔ ወዳጅ አሳልፉ በክፉ እጅ የማምለጫ ዓለት ሆነኝ በደግ እጁ ከፍ አረገኝ (2x)</a:t>
            </a:r>
          </a:p>
          <a:p>
            <a:pPr algn="ctr">
              <a:lnSpc>
                <a:spcPct val="125000"/>
              </a:lnSpc>
            </a:pPr>
            <a:r>
              <a:rPr sz="2400" b="0">
                <a:solidFill>
                  <a:srgbClr val="FFFFFF"/>
                </a:solidFill>
                <a:latin typeface="Ebrima"/>
                <a:ea typeface="Ebrima"/>
                <a:cs typeface="Ebrima"/>
              </a:rPr>
              <a:t>የእኔስ ጌታ የእኔ ነው</a:t>
            </a:r>
          </a:p>
          <a:p>
            <a:pPr algn="ctr">
              <a:lnSpc>
                <a:spcPct val="125000"/>
              </a:lnSpc>
            </a:pPr>
            <a:r>
              <a:rPr sz="2400" b="0">
                <a:solidFill>
                  <a:srgbClr val="FFFFFF"/>
                </a:solidFill>
                <a:latin typeface="Ebrima"/>
                <a:ea typeface="Ebrima"/>
                <a:cs typeface="Ebrima"/>
              </a:rPr>
              <a:t>የማይጥል ነው የማይተው (2x)</a:t>
            </a:r>
          </a:p>
          <a:p>
            <a:pPr algn="ctr">
              <a:lnSpc>
                <a:spcPct val="125000"/>
              </a:lnSpc>
            </a:pPr>
            <a:r>
              <a:rPr sz="2400" b="0">
                <a:solidFill>
                  <a:srgbClr val="FFFFFF"/>
                </a:solidFill>
                <a:latin typeface="Ebrima"/>
                <a:ea typeface="Ebrima"/>
                <a:cs typeface="Ebrima"/>
              </a:rPr>
              <a:t>ከዘመርኩት በላይ ከአመለኩት በላይ</a:t>
            </a:r>
          </a:p>
          <a:p>
            <a:pPr algn="ctr">
              <a:lnSpc>
                <a:spcPct val="125000"/>
              </a:lnSpc>
            </a:pPr>
            <a:r>
              <a:rPr sz="2400" b="0">
                <a:solidFill>
                  <a:srgbClr val="FFFFFF"/>
                </a:solidFill>
                <a:latin typeface="Ebrima"/>
                <a:ea typeface="Ebrima"/>
                <a:cs typeface="Ebrima"/>
              </a:rPr>
              <a:t>ከወደድክልኝማ ምሥጋናዬን ላሰማ (2x)</a:t>
            </a:r>
          </a:p>
          <a:p>
            <a:pPr algn="ctr">
              <a:lnSpc>
                <a:spcPct val="125000"/>
              </a:lnSpc>
            </a:pPr>
            <a:r>
              <a:rPr sz="2400" b="0">
                <a:solidFill>
                  <a:srgbClr val="FFFFFF"/>
                </a:solidFill>
                <a:latin typeface="Ebrima"/>
                <a:ea typeface="Ebrima"/>
                <a:cs typeface="Ebrima"/>
              </a:rPr>
              <a:t>አለኝ አለኝ ብዙ ምሥጋና የእኔ ጌታ ጌታ ነህ እና አለኝ አለኝ ብዙ ምሥጋና የእኔ ጌታ ጌታ ነህ እና አለኝ አለኝ ብዙ አምልኮ የእኔ ጌታ ጌታ ነህ እኮ አለኝ አለኝ ብዙ ምሥጋና የእኔ ጌታ ጌታ ነህ እና</a:t>
            </a:r>
          </a:p>
          <a:p>
            <a:pPr algn="ctr">
              <a:lnSpc>
                <a:spcPct val="125000"/>
              </a:lnSpc>
            </a:pPr>
            <a:r>
              <a:rPr sz="2400" b="0">
                <a:solidFill>
                  <a:srgbClr val="FFFFFF"/>
                </a:solidFill>
                <a:latin typeface="Ebrima"/>
                <a:ea typeface="Ebrima"/>
                <a:cs typeface="Ebrima"/>
              </a:rPr>
              <a:t>የእኔስ ጌታ የእኔ ነው</a:t>
            </a:r>
          </a:p>
          <a:p>
            <a:pPr algn="ctr">
              <a:lnSpc>
                <a:spcPct val="125000"/>
              </a:lnSpc>
            </a:pPr>
            <a:r>
              <a:rPr sz="2400" b="0">
                <a:solidFill>
                  <a:srgbClr val="FFFFFF"/>
                </a:solidFill>
                <a:latin typeface="Ebrima"/>
                <a:ea typeface="Ebrima"/>
                <a:cs typeface="Ebrima"/>
              </a:rPr>
              <a:t>የማይጥል ነው የማይተው (2x)</a:t>
            </a:r>
          </a:p>
          <a:p>
            <a:pPr algn="ctr">
              <a:lnSpc>
                <a:spcPct val="125000"/>
              </a:lnSpc>
            </a:pPr>
            <a:r>
              <a:rPr sz="2400" b="0">
                <a:solidFill>
                  <a:srgbClr val="FFFFFF"/>
                </a:solidFill>
                <a:latin typeface="Ebrima"/>
                <a:ea typeface="Ebrima"/>
                <a:cs typeface="Ebrima"/>
              </a:rPr>
              <a:t>ከዘመርኩት በላይ ከአመለኩት በላይ</a:t>
            </a:r>
          </a:p>
          <a:p>
            <a:pPr algn="ctr">
              <a:lnSpc>
                <a:spcPct val="125000"/>
              </a:lnSpc>
            </a:pPr>
            <a:r>
              <a:rPr sz="2400" b="0">
                <a:solidFill>
                  <a:srgbClr val="FFFFFF"/>
                </a:solidFill>
                <a:latin typeface="Ebrima"/>
                <a:ea typeface="Ebrima"/>
                <a:cs typeface="Ebrima"/>
              </a:rPr>
              <a:t>ከወደድክልኝማ ምሥጋናዬን ላሰማ (2x)</a:t>
            </a:r>
          </a:p>
          <a:p>
            <a:pPr algn="ctr">
              <a:lnSpc>
                <a:spcPct val="125000"/>
              </a:lnSpc>
            </a:pPr>
            <a:r>
              <a:rPr sz="2400" b="0">
                <a:solidFill>
                  <a:srgbClr val="FFFFFF"/>
                </a:solidFill>
                <a:latin typeface="Ebrima"/>
                <a:ea typeface="Ebrima"/>
                <a:cs typeface="Ebrima"/>
              </a:rPr>
              <a:t>አለኝ አለኝ ብዙ ምሥጋና የእኔ ጌታ ጌታ ነህ እና አለኝ አለኝ ብዙ አምልኮ የእኔ ጌታ ጌታ ነህ እኮ አለኝ አለኝ ብዙ ምሥጋና የእኔ ጌታ ጌታ ነህ እና</a:t>
            </a:r>
          </a:p>
          <a:p>
            <a:pPr algn="ctr">
              <a:lnSpc>
                <a:spcPct val="125000"/>
              </a:lnSpc>
            </a:pPr>
            <a:r>
              <a:rPr sz="2400" b="0">
                <a:solidFill>
                  <a:srgbClr val="FFFFFF"/>
                </a:solidFill>
                <a:latin typeface="Ebrima"/>
                <a:ea typeface="Ebrima"/>
                <a:cs typeface="Ebrima"/>
              </a:rPr>
              <a:t>የእኔስ ጌታ የእኔ ነው</a:t>
            </a:r>
          </a:p>
          <a:p>
            <a:pPr algn="ctr">
              <a:lnSpc>
                <a:spcPct val="125000"/>
              </a:lnSpc>
            </a:pPr>
            <a:r>
              <a:rPr sz="2400" b="0">
                <a:solidFill>
                  <a:srgbClr val="FFFFFF"/>
                </a:solidFill>
                <a:latin typeface="Ebrima"/>
                <a:ea typeface="Ebrima"/>
                <a:cs typeface="Ebrima"/>
              </a:rPr>
              <a:t>የማይጥል ነው የማይተው (4x)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