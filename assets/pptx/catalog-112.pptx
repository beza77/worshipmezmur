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Rartolenal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እራርቶልናል 4x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 ነውና መቼ ይተወናል ቸር ነውና መቼ ይረሳናል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ለረዳን , እንዲህ ላቆመን, 2x, በየዕለቱ , ለሚመራን, 2x, ነፍሳችንን , እያፈሰስን,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ከእግሮቹ ሥር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እንሰግዳለን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እራርቶልናል 4x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 ነውና መቼ ይተወናል ቸር ነውና መቼ ይረሳናል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ባሕሩንም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በሥልጣን አዞ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ፀጥ አረገው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በመሃል ገብቶ, 2x, ስንጨነቅ , የሚራራልን, 2x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አለን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የሚያስብልን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ስለ እኛ/እኔ ያስባልና ያስባልና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ተራራውንም ሜዳ አድርጓልና አድርጓልና 2x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አምነዋለሁ ነገም አምነዋለሁ ዘለዓለም አምነዋለሁ 2x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ያስጨነቀኝ ጠላቴ አላነቃንቅ ያለኝ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እየተከታተለ እረፍትን የሚነሳኝ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የአምላኬ ቃል ሲመጣ ራርቶ ዘንበል ሲልልኝ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ፊቴ የቆመው ተራራ ደልዳላ ሜዳ ሆነልኝ 2x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ስለ እኛ/እኔ ያስባልና ያስባልና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ተራራውንም ሜዳ አድርጓልና አድርጓልና 2x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አምነዋለሁ ነገም አምነዋለሁ ዘለዓለም አምነዋለሁ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