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YeEgziabhier Ej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እጅ የያዘው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እንዳይወድቅ አይፈራ እንዳይጠፋ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ከጥላው ሥር ያረፈው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ዘላለሙ አያሰጋው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አባትዬ የእኔ ወዳጅ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በአንተ እጅ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አባትዬ የእኔ ከለላ ከለላዬ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በጥላህ ሥር ነው ማደሪያዬ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በእናቴ ማህፀን ደም ሳለሁኝ አጥንቶቼም ሳይዋደዱ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ታውቀው ነበር እንዲህ እንዲሆን የሕይወቴ አካሄዱ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ደግሞስ ካሳለፍከኝ በቸርነትህ የትላንቱን ጨለማ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ለነገውስ ቢሆን ለምን አላምንም ሕይወቴ በእጅህ ነውና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ተውኩት ሁሉንም ለአንተ ተውኩት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ነፍሴ እኔ አላውቅም ብዬ እንዳልኩት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ያልከው የፀና ለመሆኑ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ምስክር ነው ሰማይ ያለ ማገር መቆሙ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እጅ የያዘው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እንዳይወድቅ አይፈራ እንዳይጠፋ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ከጥላው ሥር ያረፈው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ዘላለሙ አያሰጋው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አባትዬ የእኔ ወዳጅ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በአንተ እጅ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አባትዬ የእኔ ከለላ ከለላዬ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በጥላህ ሥር ነው ማደሪያዬ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ክብርን የምትገልፅበት ደካማ ሰው ስትፈልግ አገኘኸኝ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እንጂማ በእራሴ እንኳን በአንተ በሰውም ዓይን የማልሞላ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ግና ከወደድከኝ በዓይነህ ከታየሁ እኔስ ምን እልሃለሁ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ደጀኔ ተባረክልኝ ከትከሻህ የሚያወርደኝ ማነው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አልጥልሽ አልተውሽ እያልክ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ስትደግፈኝ እንደዋልክ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አይቼህ መንፈሴ ረካ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አትተወኝም አትረሳኝም ለካ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አዬ አትረሳኝም ለካ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አትተወኝም በቃ አትረሳኝም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አሄ አትረሳኝም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አትተወኝም በቃ አትለቀኝም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አሄ አትለቀኝም በቃ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