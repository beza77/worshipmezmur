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Yaboken Seshager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ሳይቆረቁረኝ ትከሻው ሳይታክት እጄን ሲይዘኝ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ብዙም አልታዘዝኩም ከዓመታት ዓመት ሳልሰማው ኖርኩኝ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ልቤማ ጠጣር ነው ለመርታት እንጂ መሸነፍ መች አውቆ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ከያቦቅ ማዶ ብቻዬን አስቀረኝ ሊያሸንፈኝ ወዶ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ብዙ ባክኛለሁ እርካታን ፍለጋ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ደሞዜን ቀይረው ሲያስከፍሉኝ ዋጋ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ብቻዬን ስሞግት ሊነጋ ሲያቅላላ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አንዴ ንካኝና ጎዶሎዬን ሙላ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ላንተ ተሸንፌ ሌላውን አሸንፌ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በድሌ መዝገብ ላይ ልፃፍህ አድምቄ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አንዴ ነክተኸኝ ስሜን ከለወጥከው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እያነከስኩም ቢሆን ሁሉንም ቀድማለሁ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ቀድሜ ደርሳለሁ .....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ያቦቅን ስሻገር ተሸንፌ ነው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ያልከኝ አሸንፈህ ነው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አርፍጄ ስሻገር ተሸንፌ ነው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ያልከኝ አንተ ቀድመህ ነው *2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አልዋሽህም ስሜን ነግርሃለው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ሰብስቤ ሲበተን ስባክን ኖረያለሁ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ይሻገር ደሞዜም የልፋቴም ዋጋ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ብቻዬን ቀርቼ ልሞግት ካንተ ጋር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ንካው ሹላዳዬን ቀደም ቀደም አልበል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አስቀድሜ ከኋላ ልሻገር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እያነከስኩ ብመጣም ፈጥኜ ባልኸድም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ጋር ዘግይቶ ያረፈደ የለም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የከሰረ የለም..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ያቦቅን ስሻገር ተሸንፌ ነው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ያልከኝ አሸንፈህ ነው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አርፍጄ ስሻገር ተሸንፌ ነው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ያልከኝ አንተ ቀድመህ ነው *2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ያልቀደመኝ የለም ያላለፈኝ እኔን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በምህረት ደጅ ስጠብቅ ዘመዴን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መቀደም ተምሬ መረታት ሰው ከሌለህ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መጠበቂያው ስፍራ ሆኖኝ መኖርያዬ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እድሜዬን ከስሬ ለማላተርፍበት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ተገልዬ ተገናኘኝ ድንገት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ልሸከም ችላለሁ የተሸከመኝን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አንዴ ንካኝና ስሜን ለውጥልኝ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ስፍራ ለውጥልኝ…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የለኝም ስልህ ተቀድሜ ነው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ምትለኝ እኔ እስክመጣ ነው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ምሬቴን ስነግርህ ተሸንፌ ነው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 ግን ምትለኝ እኔ እስክመጣ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