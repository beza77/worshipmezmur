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Leul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አልሰለችም ፍፁም ደግሞም አልታክትም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ከማለት ከቶ ዝም አልልም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ምሕረትህ በእኔ ላይ በዝቶልኝ ስላየሁ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እያልኩኝ ለአንተ እዘምራለሁ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ከአዕምሮዬ በላይ አድርገህልኛል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እጅህን ዘርግተህ ጌታ ባርከኸኛል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የምሰጥህ ምላሽ ስለሌለኝ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እሰዋለሁ ለአንተ ለወደድኸኝ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ታላቁን ሥራህን ማዳንህን ያዩ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ዘወትር ሳይታክቱ ለአንተ ይቀኛሉ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የእጅህን ሥራ በዓይኔ ስላየሁ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ጠዋትና ማታ ለክብርህ እቀኛለሁ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የሚሠዋ እርሱ ያከብረኛል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በማለት በቃልህ ጌታ ተናግረሃል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አንተን ሳከብር (እጅግ)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ፊትህ ቆምኩኝ ልሠዋ ምሥጋና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ምሥጋና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ዘንድሮ ምሥጋና በዛ በዛ አሉ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መዝነው ለክተው መስጠት የለመዱ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ሊበዛ ቀርቶ እንደውም አንሶታል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በእውነትና መንፈስ መቼ ሰጥተውታል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ስሰዋ ምሥጋናን ለአምላኬ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ሳልመዝን ሳልሰፍር ሰጠሁ ተንበርክኬ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በእውነትና መንፈስ ሳመልከው አይደክመኝም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ስሰዋ አይታወቀኝም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ምሥጋና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በጌታዬ ካመንኩኝ ጊዜ ጀምሮ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ቸርነቱ አያልቅም ተነግሮ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ታዲያስ ካላስቆመ የእርሱ በጐነት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እንዴት ላቁም በእርሱ አለኝ ቸርነት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 ወርቅ ወይም አልማዝ ገንዘብ ወይም ዕንቁ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ያረገውን ውለታ ስራ ብቂ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ከምሥጋና ሌላ ክፍያ አይፈልግም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ከማመስገን ወደ ኋላ አልልም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ምሥጋና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ምህረቱን እያበዛላችሁ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ምሥጋናን መስጠት የደካከማችሁ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ያከብረኛል ካለ ምሥጋናን የሚሰው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የምን ቁጠባ ነው ላታገኘው ዋጋ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ተነሳብኝ ምሥጋናን ተሞላሁ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ቁጠባን አላቅም ስለት ካላስገባሁ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ያውም ነፍሱን ሰጥቶኝ አነሳ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ሳመልክ ላሳያችሁ ክብሬን ልጣልና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ምሥጋና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ለሥምህ ክብር ዘምራለሁ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ምሥጋናህም ዘወትር ዘወትር በአፌ ነው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