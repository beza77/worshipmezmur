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Endante Yale Yelem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አሰብኩት ደስም አለኝ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ቸርነቱን አሰብኩት ደስም አለኝ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ፍቅሩንም አሰብኩት ደስም አለኝ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ደግነቱን አሰብኩት ደስም አለኝ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አንዳንተ ያለ የለም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አንዳንተ ያለ የለም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አንዳንተ ያለ የለም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አጥንቶቼ ሁሉ እንደዚህ ይሉሃል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እንዳንተ ያለ ማነው ኦሆሆ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ብለው ያመልኩሃል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እንደው ምናለ ቃላት ባገኘሁኝ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የልቤን የውስጤን ዘርዝሬ መናገር በቻልኩኝ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አሰብኩት ደስም አለኝ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ቸርነቱን አሰብኩት ደስም አለኝ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ፍቅሩንም አሰብኩት ደስም አለኝ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ደግነቱን አሰብኩት ደስም አለኝ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አንዳንተ ያለ የለም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አንዳንተ ያለ የለም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አንዳንተ ያለ የለም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ብዙዎች ኃይል አግኝተው ኦሆሆ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ነገር አሉህ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ግን ትበልጣለህ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እስከዛሬ ካሉህ ኦሆሆ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አንዳንተ ያለ የለም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አንዳንተ ያለ የለም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አንዳንተ ያለ የለም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እንደው ምናለ ቃላት ባገኘሁኝ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የልቤን የውስጤን ዘርዝሬ መናገር በቻልኩኝ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ጌታዬ የእጄን ሰንሰለት በጠሰው 4x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ድንቅ ነው ግርማው ውበቱ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እግዚአብሔር/አምላኬ አቤቱ አቤቱ 2x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ነፍስም አልቀረልኝ አንተን አይቼ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በፊትህ ወደኩኝ ድምጽህን ሰምቼ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ውበትህ ከሰው ልጆች ይልቅ ያምራል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ሞገስ በከንፈርህ ጌታ ይፈሳል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ድንቅ ነው ግርማው ውበቱ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እግዚአብሔር/አምላኬ አቤቱ አቤቱ 2x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ከፀሐይ ሰባት እጅ ያበራል ፊቱ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ከአይምሮ በላይ ነው አንተን ማየቱ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ሊታይ በማይቻል ብርሃን ውስጥ 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ባህሪው ውበቱ አስደናቂ ነው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