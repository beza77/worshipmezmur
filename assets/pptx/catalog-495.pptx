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Tebekanyaleh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 የእኔ ጌታ”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በዘማሪት ቃልኪዳን ጥላሁን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እንታነጽበት ዘንድ አቅራቢ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ወንድም ሶካ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ምንስ ያሻኛል?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 ጌታዬ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ምንስ ያሻኛል?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[እግዚአብሔር አለልኝ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እኔ]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በእረፍት ውኃ ዘንድ ሁሌ የሚመራኝ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በለመለመው መስክ እረፍት የሚሰጠኝ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የሚመልስ እኔን የሚረዳኝ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አምላክ እግዚአብሔር አለልኝ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 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የሱሴ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ሳዝን የሚያጽናናኝ አይዞሽ የሚለኝ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ከጎኔ እየሆነ የሚያበረታኝ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የማይለወጥ ሁሌ ያው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ከራሱ አስበልጦ ሰውን የሚወደው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 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የሱሴ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ትበቃኛለህ……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 …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የሱሴ አለልኝ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ለነፍሴ ጥያቄ ጥሩ መልስ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ከጎና ቸር ሆኖ ልቤን ያሳረፈው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ካለልኝ ምን ያስፈልገኛል?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 ሕልውና ለእኔ ይበቃኛል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ትበቃኛለህ……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የሱሴ 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 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የሱሴ አለልኝ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እኔ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