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Berun Kefetu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ከሥም ሁሉ በላይ ኃያል ሥም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 ሥም አምነን ድነናል ይኸው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ምስክሮቹ ነን ሕይወት ደርሶናል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ሲጎበኘን ለዓለም በርተናል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ተጠቅልለናል በክርስቶስ በኃያሉ 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ከነበርንበት ዓለም የለንም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የሚበልጥ አይተን የሚደንቅ ክብር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ሰውን ኑ እንላለን አልፈን ከምድር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ሥጋ ሆነ ለእኛ ማለደ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ከአብ አስታረቀን ስርየት ወረደ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ሕያው ልጆቹ ነን ዳግም ወልዶናል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ዘላለም ሲያገኘን ከሞት ጠፍተናል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ተጠቅልለናል በክርስቶስ በኃያሉ 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ከነበርንበት ዓለም የለንም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የሚበልጥ አይተን የሚደንቅ ክብር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ሰውን ኑ እንላለን አልፈን ከምድር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እናንት መኳንንቶች በሩን ክፈቱ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የክብር ንጉሥ ይግባ በሩን ክፈቱ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ንጉሥ ማነው እርሱ እግዚአብሔር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የክብር ሁሉ ጌታ እርሱ እግዚአብሔር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እግዚአብሔር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እግዚአብሔር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የክብር ሁሉ ጌታ የክብር ሁሉ ገዢ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ነው ብርቱና ኃያል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የሰማይ የምድሩ የልዑላን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ነው ብርቱና ኃያል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ሆሆ ኃያሉ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እኛን ጎበኘ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እንድንዘምርለት ዙሪያው ሰበሰበን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ሆሆ እግዚአብሔር ረዳን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አሰበን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በየደረስንበት ኃያል መዝሙር ሆነን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የተገባው እርሱ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ውዳሴ የተገባው እርሱ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ለእኛ ታየን መድኃኔዓለም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እንደርሱ የለም 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ለእኛ ተገለጠ መድኃኔዓለም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እንደርሱ የለም ዘላለም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የተገባው እርሱ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ስግደትም የተገባው እርሱ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ለእኛ ታየን መድኃኔዓለም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እንደርሱ የለም 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ለእኛ ተገለጠ መድኃኒዓለም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እንደሱ የለም ዘላለም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