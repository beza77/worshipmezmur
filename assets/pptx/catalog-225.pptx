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Yante Becha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Binyam Wale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አምላክነት ያንተ ብቻ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አቻ የለህ ወደር የለህ ብቻኛ ነህ/4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አንተ እጅግ ትልቅ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ከፈጠርከው ፍጡር ማንስ ለመደህ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ከፍጥረት ጅማሬ እስካሁን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ያውቀህም የለም የሸመደደህ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አምላክነትህን አመልከዋለሁ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ፈጣሪነትህን አመልከዋለሁ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ገናናነትህን አመልከዋለሁ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አመልከዋለሁ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አመልከዋለሁ/8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እግዚአብሔር ማንም ሊቀርበው በማይችል ብርሃን ኗሪ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እግዚአብሔር ከጥንት ሳትጎል የነገ ፍፃሜ መሪ/2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ዘላለማዊ ብቸኛ የሁሉ ፈጣሪ/4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ገናናነት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ፈጣሪነት ያንተ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አምላክነት ያንተ ብቻ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አቻ የለህ ወደር የለህ ብቻኛ ነህ/8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