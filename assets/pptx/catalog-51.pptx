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lemelkam honelegn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ይታለፋል ማይታለፈው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ከልኩ አያልፍም የሰው ፈተናው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ምጠፋ መስሎኝ ፈራች እንጂ ነፍሴ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ያስጨነከኝ ለጥቅሜ ለራሴ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በእሳት እያለፍኩ ስፈተን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ወርቅ አደረገው ህይወቴን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አሁን ተማርኩ ተስተካከልኩ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አመፃን ጥዬ ፅድቅንም ያዝኩ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ልፍስፍሱ ጠነከረ እንጂ ልቤ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አላጠፋኝም የጋለው ከአጠገቤ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ተስማምቶ የኖረ ከአፈር እና ከጭቃ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እሳት ሲያገኘው ሆነ የክብር ዕቃ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ጠንክሬ በርትቼ እንድመላለስ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አጀገነው ቅዱሱ መንፈስ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ቀዝቃዛ ሂወቴ በፈተናው ሞቀ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እሳቱ ሲነካው ነጠረ ደመቀ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 እንዲደምቅ እንዲያበራ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መሰለኝ የምሰራ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 እንደ ድንጋይ ተራ የነበረ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እሳት ሲያገኘው ሆነ የከበረ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ለመልካም ሆነልኝ ሆነልኝ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ለበጎ ሆነልኝ ሆነልኝ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ለመልካም ሆነልኝ ሆነልኝ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ለመልካም ሆነልኝ ያስጨነከኝ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ለበጎ ሆነልኝ ሆነልኝ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ለበጎ ሆነልኝ ያስጨነከኝ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በመከራ ውስጥ መታዘዝን ተማረ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በስጋው ወራት አንተን አከበረ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ዳንን እንጂ በእርሱ መከራ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ህይወታችን ጣፍጧል በጠጣው መራራ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ኃያል ሳለ ምስኪን መሰለ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ከአመፀኞች ጋር ተሰቀለ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በጌታ መከራ ስንቶች ዳኑ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አቀረባቸው ወደ ዙፋኑ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