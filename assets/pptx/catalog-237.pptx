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Ategemetem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አተገመትም በእኔ ቃላት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አትወሰንም በአእምሮ ስፋት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አትገመትም በሺህ ቃላት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አትወሰንም በጠቢባን ጥበብ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 በላይ ነህ በላይ ነህ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የችግር ቋጠሮ ውስብስብ ሲልብኝ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መግቢያ መውጫ ጠፍቶህ ግራ ሲያጋባኝ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ሲፈታታ ችግር ሁሉ ሲተን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የትላንት ጨለማ እንደጉም ሲበተን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 በላይ ነህ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አተገመትም በእኔ ቃላት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አትወሰንም በአእምሮ ስፋት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አትገመትም በሺህ ቃላት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አትወሰንም በጠቢባን ጥበብ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 በላይ ነህ በላይ ነህ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እንዳላመልክ ከፍታው ዝቅታ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አያግደኝም አይጠፋኝ ዕልልታ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 በላይ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ቅኔ ሞልቷል ከገጠመኝ በላይ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እግዚአብሔር ነህና ኤልሻዳይ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 በላይ ነህ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አተገመትም በእኔ ቃላት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አትወሰንም በአእምሮ ስፋት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አትገመትም በሺህ ቃላት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አትወሰንም በጠቢባን ጥበብ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 በላይ ነህ በላይ ነህ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ነገር ጠፍቶ በቤቴ የሚበላ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ያልጠበኩት ነገር ሲሆንብኝ ሌላ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 በላይ ነህ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 በጐጆዬ በረከት ሲሞላ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ነገር ሞልቶ ሲተርፈኝ ለሌላ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ከሁሉም በላይ ነህ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እታመንሃለሁ በምሥጋና ሆኜ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እንደምትሰጠኝ በስምህ አምኜ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ከሁሉም በላይ ነህ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አተገመትም በእኔ ቃላት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አትወሰንም በአእምሮ ስፋት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አትገመትም በሺህ ቃላት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አትወሰንም በጠቢባን ጥበብ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ከሁሉ በላይ ነህ በላይ ነህ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