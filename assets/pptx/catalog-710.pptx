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Semugn Enji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አንተ በጆሮዬ ከሰማሁት ይልቅ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በዓይኔ ያየሁት ለእኔ ሆነብኝ ድንቅ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ተባረክ የእኔ ጌታ 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ለምን እንዲህ አረክ አይባልም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የሚሰራውን ያውቃል ፍፁም አይዘነጋም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ተባረክ የእኔ ጌታ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ምሥጋናዬ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ይድረስ ለአንተ ብቻ ጌታዬ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ህዝቡን መታደግን ያውቃል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ካስፈለገ ደግሞ ፀሐይን ያቆማል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ተባረክ የእኔ ጌታ 4x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አምላኬ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 ሁሉ በሙሉ የእርሱ ነው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ተባረክ የእኔ ጌታ 4x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አምላክን አትጠራጠሩት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ያደርጋል ብላችሁ በእውነት እመኑት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ስሙኝ እንጂ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አምላክን አትጠራጠሩት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ያደርጋል ብላችሁ በእውነት እመኑት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ስሙኝ እንጂ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ላስታውሳችሁ ትውስ አለኝ እኔም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የሰራው ከዚህ ቀደም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ስሙኝ እንጂ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የኤርትራን ባሕር ኧረ ማን ከፈለው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ውኃውን እንደ ግድግዳ ኧረ ማን አቆመው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ስሙኝ እንጂ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የመንፈስ የመንፈስ የመንፈሱን እንጂ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የሥጋውን መስማት ያስጥላል ከደጅ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ስሙኝ እንጂ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በምድረ በዳ ላይ ይህን ያደርጋል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ለምን አልከው አይቻለውም ወይ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ስሙኝ እንጂ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ምሥጋናዬ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ይድረስ ለአንተ ብቻ ጌታዬ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ውበቱ የተዓምራቱ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ለጠበቀው ሰው እስከ ሰዓቱ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ሊመጣ ሲልም አረፋፈዱ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ሊነጋ ሲልም መጨላለሙ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አርፍዶ ይነሳል ሁሉን ይቀድማል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የተዓምራቱን ውበት ያሳያል 2x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ውበቱ የተዓምራቱ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ለጠበቀው ሰው እስከ ሰዓቱ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ሊመጣ ሲልም አረፋፈዱ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ሊነጋ ሲልም መጨላለሙ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አርፍዶ ይነሳል ሁሉን ይቀድማል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የተዓምራቱን ውበት ያሳያል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