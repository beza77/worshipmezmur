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 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 ምን አለ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መጽሃፉ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ይላል ምን ይላል ምን ይላል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መጽሃፉ ምን ይላል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የአንተ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የአንቺ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የእኛ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የእኔ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የአንተ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የራሴ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የእኛ ነው ይላል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ትሸነፋለህ አላለም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ትዋረዳለህ አላለም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ትታመማለህ አላለም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ትደኽያለህ አላለም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 ምን አለ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መጽሃፉ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ይላል ምን ይላል ምን ይላል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መጽሃፉ ምን ይላል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የአንተ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የአንቺ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የእኛ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የእኔ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የአንተ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የራሴ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የእኛ ነው ይላል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ያልተጻፈ ነገር ለምን ታነባለህ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ያላለህን ለምን ነኝ ትላለህ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ድልን ታገኛለህ ኢየሱስ ስላለህ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በአምላክህ ተራራ ትለመልማለህ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ያልተጻፈ ነገር ለምን ታነቢያለሽ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ያላልሽን ለምን ነኝ ትያለሽ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ድልን ታገኛለሽ ኢየሱስ ስላለሽ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በአምላክሽ ተራራ ትለመልሚያለሽ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ትሸነፋለህ አላለም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ትዋረዳለህ አላለም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ትታመማለህ አላለም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ትደኽያለህ አላለም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 ምን አለ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መጽሃፉ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ይላል ምን ይላል ምን ይላል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መጽሃፉ ምን ይላል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የአንተ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የአንቺ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የእኛ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የእኔ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የአንተ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የራሴ ነው ይላል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የእኛ ነው ይላል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ቃል ያው ነው ይሰራል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አፍ ካለው ሰይፍ የተሳለ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አፍ ካለው ሰይፍ ይልቅ የተሳለ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አጥንትን ጅማትን ለይቶ ይወጋል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የውስጥን ስሜትን ይመረምራል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አፍ ካለው ሰይፍ ይልቅ የተሳለ ነው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የተሳለ ነው የተሳለ ነው (4x)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ቃል ያው ነው ይሰራል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አፍ ካለው ሰይፍ የተሳለ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አፍ ካለው ሰይፍ ይልቅ የተሳለ ነው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አጥንትን ጅማትን ለይቶ ይወጋል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የውስጥን ስሜትን ይመረምራል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ሁለት አፍ ካለው ሰይፍ ይልቅ የተሳለ ነው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የተሳለ ነው የተሳለ ነው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