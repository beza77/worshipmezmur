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Qal Becha Tenager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ተናገር 4x የአንተ ቃል ተራሮችን ዘሎ ይመጣል 3x ቃል ብቻ ስትናገር ያልከው ይሆናል 3x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የታመመብኝን ሰው አልጋ ላይ አስተኝቼ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አንተ መጣሁኝ ሁሉን ነገር ትቼ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ዓይን እንዳለው ስለተማመንኩኝ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መቅደስህ ገብቼ ቃልህን ጠበኩኝ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ተነሳ ከአልጋ ላይ ብለህ እዘዝልኝ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ወዲያው እንደሚነሳ በቃል አምናለሁኝ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ተናገር 4x የአንተ ቃል ተራሮችን ዘሎ ይመጣል 3x ቃል ብቻ ስትናገር ያልከው ይሆናል 3x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ለሰው ያልነገርኩት ማንም የማያውቀው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እንድ ጉዳይ አለኝ አንተ የምታውቀው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ይቻልሃል ለአንተ ሁሉ ነገር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ለችግሬ መውጫ ስለአዘጋጀህ በር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እስከመቼ ድረስ ልሸከም ጥያቄ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ተናግረህ ፍታ እንቆቅልሼን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ተናገር 4x የአንተ ቃል ተራሮችን ዘሎ ይመጣል 3x ቃል ብቻ ስትናገር ያልከው ይሆናል 3x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የቀመስኩትን ሕይወት ያልቀመሱ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በምስራች ወንጌል ገና ያልተደረሱ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በቤቴ ሞልተዋል አንተን ያልተረዱ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ሞት ጐዳና ዝምብለው ሚነዱ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ዛሬ ቃል ተነገር እንዲለወጡልኝ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ቤቴ ወንጌል ይግባ አንተን/ጌታን ያግኙልኝ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ተናገር 4x የአንተ ቃል ተራሮችን ዘሎ ይመጣል 3x ቃል ብቻ ስትናገር ያልከው ይሆናል 3x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ሰማይና ምድርን በቃልህ አጽንተሃል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ሁኑ ስትል ሆነው በአንተ ተፈጥረዋል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ቃልህ ኃይለኛ ነው ስልጣን የተሞላ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ሰይጣንን የሚጥል እሳት ነው ሚባላ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ዘመን የሚያስቸግረኝን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ተናግረህ ጠላቴን/ሰይጣንን ጣልልኝ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ቃል ብቻ ተናገር 4x የአንተ ቃል ተራሮችን ዘሎ ይመጣል 3x ቃል ብቻ ስትናገር ያልከው ይሆናል 3x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ደረቁን ምድረበዳ ምን ተስኖት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ይሞላዋል በአበባ ምን ተስኖት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የጐደለንን ሁሉ ምን ተስኖት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ያደርግልናል ሙሉ ምን ተስኖት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ለእርሱ የሚያቅት የለም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ይችላል እርሱ ዘለዓለም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ሁሉንም ቻይ ነውና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እናንግሰው በምሥጋና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ምን ተስኖት 4x ምን ተስኖት 4x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የሞተውን ሬሳ ምን ተስኖት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እናያለን ሲያስነሳ ምን ተስኖት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ለእኛ ያቃተን ሁሉ ምን ተስኖት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ይቻለዋል በእርሱ ምን ተስኖት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ኤልሻዳይ አምላክ ነውና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የሚሳነው የለምና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ተስኖት እንበለው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ድል የሚገኘው ያኔ ነው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2x ምን ተስኖት 4x ምን ተስኖት 4x ምን ተስኖት 4x ምን ተስኖት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