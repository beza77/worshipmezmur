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Techelaleh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ትችላለህ ትችላለህ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ትችላለህ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ትችላለህ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ትችላለህ ሁሉን ትችላለህ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ዓላዛር ሞተ አዝነዉ ቀበሩት ዘገየ የሚጠብቁት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የለዉም ብለዉ ተቀምጠዉ ሸተተ አራት ቀን ሆነዉ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 እየሱስ ሁሉን ቻይ የሞተን ነገር ሚያስነሳ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ዉጣ አለዉ ዓላዛር ወቷል ይችላል ዛሬም ይሰራል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ትችላለህ ትችላለህ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ትችላለህ ሁሉን ትችላለህ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በሰዉ አይምሮ ያለቀ ነገር መፍትሔ ያጣ የነበር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የማይከት እየተዘጋ ቢመስልም ከቶ ማይነጋ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ከሰለሞን የሚልጥ ጌታ እንቆቅልሽ የሚፈታ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ከእኛ ጋር አለ ድንቅ እየሰራ ጨለማን ሁሉ እያበራ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ትችላለህ ትችላለህ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ትችላለህ ትችላለህ ሁሉን ትችላለህ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የደራረቁ አጥንቶች ሁሉ ተበታትነዉ የነበሩ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ትነቢት ሲነገር ቃሉን ሲሰሙ ተነስተዉ በእግራቸዉ ቆሙ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ቃሉን አምኜ በሞተዉ ነገር ይችላል ብዬ ስናገር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ኃይላለዉ ቃሉ ዛሬም ይሰራል ለሞተዉ ሕይወት ይሰጣል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እዉሩ በርቷል ዲዳዉ ተናግሯል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የሞተዉ ነገር ዛሬም ይነሳል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እዉሩ በርቷል ዲዳዉ ተናግሯል ሁሉን ትችላለህ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የሞተዉ ነገር ዛሬም ይነሳል ሁሉን ትችላለህ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