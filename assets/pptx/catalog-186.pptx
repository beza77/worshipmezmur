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Yemirebagnen Yemiyawqelegn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የሚረባኝን የሚያውቅልኝ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በላይ ማንም የለኝ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ለራሴ ደካማ ነኝ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በላይ ማንም የለኝ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ለራሴ አቅምም የለኝ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አፈርኩበት : እኔ አውቃለው ባልኩበት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አውቃለው ባልኩበት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አፈርኩበት አስቢያለው ባልኩበት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አውቂያለው ባልኩበት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አሁንማ ከአንተ ጋር ልስማማ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እንግዲማ ከአንተ ጋር ልስማማ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ልጅ አባቱን ዳቦ ቢለው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ድንጋይ ወስዶ እንዳይሰጠው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መልካምን ማድረግ ካወቀ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ፍቅር ከሰው የላቅ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አሁንማ ከአንተ ጋር ልስማማ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እንግዲማ ከአንተ ጋር ልስማማ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አፈርኩበት : እኔ አውቃለው ባልኩበት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አፈርኩበት አስቢያለው ባልኩበት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አውቂያለው ባልኩበት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ለቀኑ ክፋቱ ይበቃዋል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ነገም ስለ እራሱ ይጨነቃል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ያለው ነው የሚሆነው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ብሎ የእርሱን ማዳን ማየት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አታውኪኝ አታስጨንቂኝ ተይ ተይኝ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ያለው ይሁንልኝ ይሁንልኝ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ልምከርሽ ቁም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ስለሚወደው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ፍቃዴ ይሁን ብለሽ አትደምድሚ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ይላል ጌታሽን ተስማሚ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ተይ ነፍሴ ተይ ተይኝ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አታስጨንቂኝ ተይኝ 3x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ተይ ነፍሴ ተይ ተይኝ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አታስጨንቂኝ ተይኝ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ተይ ኧረ ተይ ተይኝ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አታስጨንቂኝ ተይኝ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ተይ ነፍሴ ተይ ተይኝ በምህረቱ : ቸርነቱ : የሚከልልሽ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አታስጨንቂኝ ተይኝ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አታስጨንቂኝ ተይኝ እንደ ንስር የሚያድስ ቃል ዋስ አለብሽ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ተይ ነፍሴ ተይ ተይኝ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አታስጨንቂኝ ተይኝ ኧረ እግዚአብሔር ነዉ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አታስጨንቂኝ ተይኝ ታመኝዉ ታመኝዉ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ተይ ታመኝዉ ነፍሴ ተይ ተይኝ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አታስጨንቂኝ ተይኝ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ተይ ታመኝዉ ነፍሴ ተይ ተይኝ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አታስጨንቂኝ ተይኝ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