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Maregn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Haileyesuse Taddesse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እጅህ አላጠረም ከመስራት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ድምጽህ አልደከምም ከመጥራት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ይልቅ በበደሌ ያሳዘንኩህ 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ማስተዋል ያቃተኝ በቃልህ ስትነግረኝ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አምልኮዬ ሆነ አንካሳ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አንዳች ጠብ አይልም በስምህ ብወቅድ ብነሳ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ማረኝ ማረኝ ጌታ ማረኝ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ማረኝ ማረኝ ኢየሱስ ማረኝ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ነው ጠብና ክርክር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ይልቅ መፈለግ የራስ ክብር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የተጋረደ ነው በእኔ ያለው ብርሀን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እንቅፋት ሆኛለሁ ስለ ሌሎች መዳን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ኑሮዬ ምልክት የለውም የአንተነት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ሥጋዬ በርትቶአል መንፈሴ ግን ደክሟል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ማረኝ ማረኝ ጌታ ማረኝ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ማረኝ ማረኝ ኢየሱስ ማረኝ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አይታዘዝ ልቤ ጠማማ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ምላሴ አይደንግጥ ሲያማ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ወገኑን የማይወድ ቂመኛ ልብ ያለው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ትዕቢት የተሞላ ከኔ ሌላ ማነው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የቀደሙወን ፍቅር ከጣልኩት በጣም ቆይቻለሁ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ሲያየኝ የቆምኩኝ ብመስልም እኔስ ወድቂያለሁ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ማረኝ ማረኝ ጌታ ማረኝ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ማረኝ ማረኝ ኢየሱስ ማረኝ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ሁለንተናዬ ግልጽ በፊትህ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አንዳች እንኳን የለ ማልነግርህ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ከእግርህ ስር ወድቃለሁ እስከነህ ኃጢያቴ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በደምህ ታመኜ ዳግም ለመንፃቴ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እባህክ ስለ ስምህ ብለህ ራራልኝ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በቀራንዮ መስቀል በከፈልከው ዋጋ አስበኝ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ማረኝ ማረኝ ጌታ ማረኝ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ማረኝ ማረኝ ኢየሱስ ማረኝ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አንደገና እንደ አዲስ ሃይልን እሞላለሁ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አዝ- በንስሀ ፍሬያማ ህይወት እኖራለሁ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ፀጋህ ይበዛለኛል ቃልህ እበላለሁ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መንፈስህን ጠጥቼ የልብህ ሰው እሆናለሁ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