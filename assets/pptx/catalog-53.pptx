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Maranata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የመምጣትህ ነገር የመጨረሻው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የነገርከን ትንቢት እየሆነ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ናፍቆቱ አስባለኝ አሜን ማራናታ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ላይህ ጓጉቻለሁ ኢየሱስ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አትመጣም ወይ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የደማልኝን ጎንህን ልይ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ለማየት አይኖቼ ሻቱ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ናልኝ ኢየሱስ የናዝሬቱ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ጋር ልዋል ካንተ ጋር ልደር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ዮሐንስ በደረትህ ሥር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የምለው ትልቁ እርካታዬ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ያለህበት ስኖር ነው ጌታዬ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በሌለህበት ከማገኝ ድሎት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ምድረበዳ ላይ ካንተ ጋር ልሰንብት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የማየት ናፍቆት ገባብኝ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ጓጓሁኝ መች እቀራለሁኝ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ከአመፃ ብዛት ፍቅር ቀዘቀዘ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ወንድሙን ገሎ መች ተወቀሰ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አመፀኞች በዙ ክፋቱ ጨምሮ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ተላልፈው ተሰጡ ለማይረባ አዕምሮ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የድሆች ዳኛ የሁሉ አለቃ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እና ከልክለው ለቅሶአችን ይብቃ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የእናቶች እምባ ይላል ዋይ 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ሩህሩህ ጌታ አትመጣም ወይ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ቤተ ክርስቲያን ተነሺ እና አብሪ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ለጣሉ እንዳትዘምሪ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የገሃነም ደጅ ለካ ጥላቻ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ማይቋቋምሽ ሰይፍሽ ፍቅር ሲሆን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ጦር መሳሪያውን ፍቅር ያደረገ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ጠላቱን ረቶ ወንድም አደረገ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ጠባብ አፍ የሚጎርስ እህል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አንደበት አክሳል ሲዖል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አትመጣም ወይ ማራናታ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አናርፍም ወይ ማራናታ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ና ና ና ና ማራናታ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ሃሳዊ መምህራን ነብያቶች በዙ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ተናገረኝ ባዮች ለገንዘብ የተገዙ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ለታመመው ምስኪን እንግዳ ማረፊያ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በሽታው ሳያንሰው በፀሎት ሰበብ ዝርፊያ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ደምህ ተረግጦ ገንዘብ ገነነ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ያወቀ ሰው ክፉ ሆነ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ነዋይ ሚያፈቅር ትውልድ ተነሳ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ያረክለትን ምህረት የረሳ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ፈውሱ ለታይታ ለንግድ ቀረበ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በአዳኙ ስም ገንዘብ ተሰበሰበ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ገበያው ደርቶ በወንጌል ሰበብ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ስንቱን ታዘብነው አወይ ጉድ አጀብ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በሰጠው ፀጋ የሆነ ነጋዴ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በፍርድ ቀን የሚል ነው ወይኔ ጉዴ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መምጣቱ አይቀርም የእረኞች አለቃ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ስለበጎቹ የሚራራ ጠንቃቃ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አትመጣም ወይ...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ና...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ዓለም ሂዱ ወንጌልን ስበኩ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ነበር የተባልነው መስክሩ ታደጉ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ግን ካስማ ሰርቶ ወንበሯን ወደደ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መምህር እና ጌታ መባልን ለመደ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እንስራ አንቱታው ቀርቶ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ይሸለም የለ ወይ የሰራ ተግቶ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ከታበይንበት ዙፋናችን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እንውረድ ለጌታችን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አላወጣንም አጋንንቶችን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አልፈወስንም ወይ በሽተኞችን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በስምህ ብዙ አድርገን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አላውቃችሁም ስለምን አልከን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ከሚሉት ወገን እንዳይሆን ሂወቴ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መብራቴን ላብራ ሳይጎድል ዘይቴ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እስክተመጣልኝ ወይ እስክትወስደኝ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እየጠበኩህ እፀናለሁኝ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ና...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