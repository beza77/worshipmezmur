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Ante Yenie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የኔ የራሴ የግሌ የኔ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ባስጨናቂው ለት ለኔ ደርሰህ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በጨለማዬ ላይ ብርሃን ይብራ ብለህ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ታሪኬን ለውጠህ ታዲያ ልበልህ እንጂ አንተ የኔ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ኧረ ማን ማን ይወስድብኛል አንተን ከኔ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ኧረ ማን ማን ይወስድብኛል አንተን ከኔ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ተማመለህ እኮ ነው የኔ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በጭንቅ የወለድከኝ በጎልጎታ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እድሜዬን በሙሉ ሰጥሃለሁ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ዘላለም ለቃልህ እገዛለሁ እገዛለሁ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ልዘምር እንጂ ልቀኝ እንጂ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ለባለውለታዬ ልኑር እንጂ አሃሃሃ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ታዲያ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እንደመሸ አይቀርም ለሊቱ ይነጋል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ማንጋት ልማድህ ነውና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ማንሳት ልማድህ ነወና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ማክበር ልማድህ ነወና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ማስዋብ ልማድህ ነውና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ውዴ የኔ ነው እኔም ደግሞ የእርሱ ነኝ የየሱስ ነኝ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አይገባም በመሀላችን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ጉድለት የሌለበት ነው ፍቅራችን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ጊዜም ሁኔታም አይሽረዉም ለኔስ ኢየሱሴ ልዩ ነዉ ልዩ ነዉ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ልዘምር እንጂ ልቀኝ እንጂ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ለባለውለታዬ ልኑር እንጂ አሃሃሃ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ታዲያ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የኔ የራሴ የግሌ የኔ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ባስጨናቂው ለት ለኔ ደርሰህ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በጨለዬ እኔ ላይ ብርሃን ይብራ ብለህ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ታሪኬን ለውጠህ ታዲያ ልበልህ እንጂ አንተ የኔ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ትምክህቴ ኩራቴ የማምለጫ አለቴ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አይደለህም ወይ እውነተኛ ወዳጄ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ትምክህቴ ኩራቴ የማምለጫ አለቴ አንተ አይደለህም ወይ እውነተኛ አባቴ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