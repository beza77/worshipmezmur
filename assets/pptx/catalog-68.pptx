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Zemeralehu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የፈሰሰው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መስቀል የታዘዘው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ይወደኛል የዉነት ሰጠኝ ነፍሱን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ኦኦኦ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ዘምራለው ዘምራለው ለመድኃኒቴ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የተገባኝ እኔ ነበርኩኝ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በበደሌ ምክንያት ከአምላክ የራቅኩኝ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ሞተልኝ ሞቴን ሸለመኝ የእርሱን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ኑሮውን አኖረኝ የእኔን ሞት ሞተልኝ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ነው ለእኔ ነው (2x) ኦ ለእኔ ነው (2x) ኢየሱስ የሞተው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 ሞት ተዋረደልኝ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እንደጠቦት የታረደልኝ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መርገሜን የወሰደው ኢየሱስ ነው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ዘምራለው ዘምራለው ለመድኃኒቴ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