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Yihen Eyesusen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“ይህን ኢየሱሴን”, እስካጥንቴ ድረስ ዘልቆ, አካላቴን አጥለቅልቆ ኦሆ, የፍቅርህ ነበልባል, እኔነቴን, የመውደድህ ነበልባል, እኔነቴን ወርሶታል, የህይወት ሽታ ባለበት, በህልውናህ መሰንበት, የሰማይ ሽታ ባለበት, በህልውናህ መሰንበት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ኑሮ ማለት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ህይወት ማለት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ኢየሱሴን እኔ እስኪ ከቶ ምን ላርገው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ቃሌ ብቻ እኮ አይደለም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ልቤም በጣም ወደደው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በጨው ቀምሞት ህ ይወቴን አጣፈጠው ማንነቴን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ወደር በሌለው ሞገሱ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በጠረኑ ሞልቶት ቤቴን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ዘላለማዊ ክብር ውስጥ ገብቶ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በመገኘትህ ጉልበት ተነክቶ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በህልውናህ ማለት ጥፍት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ከዚህ ሌላ አለ ወይ በረከት!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