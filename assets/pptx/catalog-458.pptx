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Yihew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የአባቶቼ አምላክ አላረጀህ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በፊቴ ገበታን አዘጋጀህ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ጠላቶቼ እያዩ በአይናቸው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በዘይጥ ቀባህ በፊታቸው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ምስጋናዬ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አምልኮዬ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ዝማሬዬ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ሙገሳዬ ለአንተ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ይገባሃልና ከእኔ ተቀበል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እግዚአብሔር ከፍ ከፍ 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አምላኬ ሆይ እኔ ማነኝ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እስከዚህ ያደረስከኝ ያከበርከኝ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ተገርሜ በፍቅርህ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ቀርቤያለሁ ላከብርህ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ለውለታህ ምላሽ አጥቻለሁ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ያለኝን ልሰጥህ መጥቻለሁ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እቀኛለሁ እዘምራለሁ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አሸበሽባለሁ እዘምራለሁ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ሽብሸባዬ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ጭብጨባዬ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እልልታዬ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ጭፈራዬ ለአንተ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ውዳሴዬ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አክብሮቴ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ስግደቴ ለአንተ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መገዛቴ ለአንተ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ይገባሃልና ከእኔ ተቀበል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እግዚኣብሔር ከፍ ከፍ በል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