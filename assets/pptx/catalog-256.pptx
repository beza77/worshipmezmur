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Ewnet Hiwot Menged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Birucktawit Assefa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እውነት ሕይወት መንገድ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ነው 3x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እውነት ሕይወት መንገድ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ነው 3x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ከእርሱ በቀር እውነት የለም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ከእርሱ በቀር ሕይወት የለም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ከእርሱ በቀር መንገድ የለም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ከእርሱ በቀር አዳኝ የለም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ከእርሱ በቀር አምላክ የለም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ከእርሱ በቀር ጌታ የለም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ከእርሱ በቀር ንጉሥ የለም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ከእርሱ በቀር ገዢ የለም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እውነት ሕይወት መንገድ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ነው 3x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እውነት ሕይወት መንገድ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ነው 3x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እውነት ሕይወት መንገድ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ነው 3x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እውነት ሕይወት መንገድ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ነው 3x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ከእርሱ በቀር አባት የለም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ከእርሱ በቀር እናት የለም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ከእርሱ በቀር ረዳት የለም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ከእርሱ በቀር አጋዥ የለም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ከእርሱ በቀር ፈዋሽ የለም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ከእርሱ በቀር አጽናኝ የለም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ከእርሱ በቀር ወዳጅ የለም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ከእርሱ በቀር ለእኔ የለም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እውነት ሕይወት መንገድ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ነው 3x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እውነት ሕይወት መንገድ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ነው 3x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