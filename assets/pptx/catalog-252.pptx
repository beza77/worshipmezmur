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Eruhruh Neh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ዓይኖችህ አይጨክኑም ፊትህን አታዞር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ዘወትር እሩህሩህ ነህ ተመስገን እግዚአብሔር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ዓይኔ ማዳንህን አይቷል ምህረትህን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ልቤም ይሄ ገብቶት ያከብራል ስምህን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ሃሌሉያ አሜን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ሃሌሉያ አሜን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ሃሌሉያ (3x) ሃሌሉያ ኦ ሃሌሉያ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ሃሌሉያ (3x) ሃሌሉያ ኦ ሃሌሉያ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የኃጢአቴ ድንቀት እንዳለላ እንደደም ብትቀላ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ኃጢአቴን እንጂ እኔን መቼም ቢሆን ከቶ አጥጠላ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በምህረትህ በከበረው ደምህ ታጥበኝና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ልጅ ታደርገኛለህ በይቅርታ ጠርተህ እንደገና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ክስ ቢበዛብኝ በአይምሮዬ ቢቆሽሽብኝ ህሊናዬ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ነገር ግን ደምህን ተማምኜ ምህረትህ ነው ቤቴ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ሃሌሉያ አሜን (4x)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ዓይኖችህ አይጨክኑም ፊትህን አታዞር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ዘወትር እሩህሩህ ነህ ተመስገን እግዚአብሔር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ዓይኔ ማዳንህን አይቷል ምህረትህን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ልቤም ይሄ ገብቶት ያከብራል ስምህን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ሃሌሉያ አሜን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ሃሌሉያ (3x) ሃሌሉያ ኦ ሃሌሉያ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ርህራሄህ አላለቀም እስከዛሬ ድረስ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ውሎ የገባው ስለዚህ ነው በአንተ በመታገዝ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ለእኔም ይሄ እድል ቢደርሰኝም ግን ተጨመረልኝ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በልጅህ አምኜ በዳንኩኝ ለት ምህረትህ በዛልኝ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ሳስበው ለእኔ ያለህን ፍቅር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ቀላል አይደለም የሚነገር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እርሱን ተማምኜ እኖራለሁ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አገለግላለሁ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ሃሌሉያ አሜን (4x)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ዓይኖችህ አይጨክኑም ፊትህን አታዞር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ዘወትር እሩህሩህ ነህ ተመስገን እግዚአብሔር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ዓይኔ ማዳንህን አይቷል ምህረትህን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ልቤም ይሄ ገብቶት ያከብራል ስምህን (2x)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ሃሌሉያ አሜን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ሃሌሉያ አሜን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ሃሌሉያ (3x) ሃሌሉያ ኦ ሃሌሉያ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ሃሌሉያ (3x) ሃሌሉያ ኦ ሃሌሉያ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