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 Esetalew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ጌታዬ ክብር እሰጥሃለው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አምላኬ ክብር እሰጥሃለው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ላረገው የሚገባኝ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ውለታ ብዙ አለብኝ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በምን አቅሜ እመልሳለሁ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የምችለውን ክብርን እሰጣለሁ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ጌታዬ ክብር እሰጥሃለው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አምላኬ ክብር እሰጥሃለው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እንዴት አስችሎኝ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ሳላመልክህ እውላለሁኝ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እንዴት አስችሎኝ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ሳላመልክህ እኖራለሁኝ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ጌታዬ ክብር እሰጥሃለው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እሰጥሃለው አምላኬ ክብር እሰጥሃለው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እጥፍ ድርብ ምሥጋና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እጥፍ ድርብ ክብር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 እግዚአብሔር ሆሆ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 እግዚአብሔር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ይገባዋል እግዚአብሔር ሃሃ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ሥራህ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ነው ሥራህ ታላቅ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ሠማያትን የሞላህ ሆሆ የሞላህ ሃሃ የሞላህ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ምድርንም የሞላህ ሃሃ የሞላህ ሆሆ የሞላህ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የቅርብ እንጂ የሩቅ አምላክ አይደለህ ሃሃ አይደለህ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ሥራህ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ነው ሥራህ ታላቅ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 ብል አሻቅቤ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አጠገቤ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እነሆኝ የሚለኝ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በምድርም እርሱ አለኝ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የቅርብ አምላክ ነህ እንጂ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የሩቅ አምላክ አይደለህ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ሠማይና ምድርን የሞላህ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እራሴ የምለው ምንም ነገር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አንተ ግን የምለው ፈጽሞ አላጣሁኝም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ሥራህ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በኃይል ታላቅ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 ታላቅ ነው ሥራህ ታላቅ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