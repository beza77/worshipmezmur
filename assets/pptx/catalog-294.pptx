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Yosef Behiwot 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በእርጅና የወለድኩት ልጄ ሞቶብኛል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አጥንቱን ሳያስቀር አውሬ በልቶብኛል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ሙታን ስፍራ እያዘንኩ እወርዳለሁ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ዮሴፍ ልጄ ዝምብዬ አለቅሳለሁ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ከልጆቼ ሁሉ ይልቅ እወደው ነበር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ቀሚስ ገዝቼለት ያጌጠች በህብል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አስተዋዩ ልጄ ዮሴፍ ዛሬ ጠፍቷል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ከልብሱ በስተቀር ሥጋው ተቦጫጭቋል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እነዛ ሁለት ህልሞቹን ስጠብቅ ነበር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ልጄን ትልቅ ቦታ እንዳየው ሲከብር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ዛሬ የልጄን መርዶ ሰምቼ አዝኛለሁ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ቢያጽናኑኝስ እንዴት አጽናናለሁ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ይልጆቼን ወሬ አምጣልኝ ብዬ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እኔው ነኝ ያዘዝኩት በበረሃ ልጄ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እራሴው ነኝ እኔው አውሬ ያስበላሁት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የሕይወቱን ጽዋ በአንዴ ያስጨለጥኩት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ምነው ቢቀርብኝ ባይላክስ ኖሮ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አየው ነበረ ዮሴፍ በእድሜው ከብሮ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እናቱም ወንድሙን ስታምጥ ሞታለች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ይህንንማ ብታይ ምንስ ትለኛለች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እያለ ሲናገር ያዕቆብ በጣም አዝኖ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በልጁ ዮሴፍ ሞት እጅግ ተጸጽቶ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ልጁን የሚታደግ እግዚአብሔር አለና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ዮሴፍ በሕይወት አለ ምስራች ተሰማ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ታድጐታልና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ዮሴፍ በሕይወት አለ እንደገና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ሞተ ብለው አረዱት የምስራች አሉ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 ተፈጸመ ለዮሴፍ ሰገዱ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የዮሴፍ ወንድሞች ዮሴፍን ሸጠዋል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 አክብሮት ሻጩን ያሰግዳል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ዮሴፍን ወዶታል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በወንድሞቹ ላይ አክብሮታል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ያዕቆብ የእንባው ዘመን ዛሬ አበቃለት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የዕድሜውም ፍጻሜ እልልታ ሆነለት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የሃያ ብር ባሪያ ዛሬ ጌታ ሆኗል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በምድረ ግብጽ ውስጥ ንጉሥ አክብሮታል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ዮሴፍን ወዶታል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ሁሉ ዙሪያ አክብሮታል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ታድጐታልና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ዮሴፍ በሕይወት አለ እንደገና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ታድጐኛልና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በሕይወት አለሁ እንደገና 2x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ታድጐሃልና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አንተም በሕይወት አለህ እንደገና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ታድጐሻልና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አንቺም በሕይወት አለሽ እንደገና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ታድጐናልና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እኛም በሕይወት አለን እንደገና2x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