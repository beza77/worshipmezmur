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Yemayhonew Layhon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የማይሆነው ላይሆን የሚሆነው ላይቀር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ምንድነው መጨነቅ ምንድነው መሸበር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እያለ ሁሉን የሚችለው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ሆይ ማዘነሽ ከቶ ለምንድን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ነፍሴ አታስጨንቂኝ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በእግዚአብሔር ታመኚ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ያለፍሽበትን ጐዳና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ኣንቺ መለስ ብልሽ እይና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ከምን ከምን አዳንሽ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እንዴት አርጐስ ታደገሽ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አታስጨንቂኝ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በእግዚአብሔር ታመኚ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ምህረቱን ዘጋ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ስንፈናዬ አይደል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ቢዘገየም ይመጣል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አዲስ አዲስ ያደርጋል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ወደኔ ከመለስክልኝ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ደስ ካለህ ካልተቆጣኸኝ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ዓይኖችህ ካዩኝ ጆሮህን ከሰማኝ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ይበቃኛል እረካለሁኝ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ይምለው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ማደርገው የምመካበት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መገኘትህ ብቻ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ብቻ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መገኘትህ ብቻ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ፍቅርህን ብቻ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ይምለው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ማደርገው የምመካበት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ፍቅርህን ብቻ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ህልውናህ ብቻ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መገኘትህ ብቻ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