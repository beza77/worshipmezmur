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Andegna Neh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አንደኛ ነህ በህይወቴ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ቀዳሚ ነህ በህይወቴ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መጀመርያ ነህ በህይወቴ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ቀዳሚ ነህ በህይወቴ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በህይወቴ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እረ ማን ነው ያንተን ስፍራ የሚወስደው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እረ ማን ነው ያንተን ቦታ የሚይዘው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አንደኛ ነህ በህይወቴ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ቀዳሚ ነህ በህይወቴ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መጀመርያ ነህ በህይወቴ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ቀዳሚ ነህ በህይወቴ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በህይወቴ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 ከንቱ ከንቱ የከንቱ ከንቱ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በዓለም ያለው ንፋስ እንደመከተል ነው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አንደኛ ነህ በህይወቴ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ቀዳሚ ነህ በህይወቴ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መጀመርያ ነህ በህይወቴ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ቀዳሚ ነህ በህይወቴ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በህይወቴ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ህይወት አላውቅም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ህይወት ማለት 2 አንተ ነህ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ገብቶኝ እኮ ነው ይሄ ህይወት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ገባኝ ኢየሱስ/መዳን ማለት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ገብቶኝ እኮ ነው ኢየሱስ/መዳን ህይወት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ገባኝ ይሄ ህይወት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ብርቄ ድንቄ ነህ ወይ×6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ታንሰፈስፈኛለህ ወይ×6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ልዩ ነህ ልዩ ነህ ለኔ 2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ልዩ ነህ ልዩ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ልዩ ነህ ልዩ ነህ ለኔ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ገብቶኝ እኮ ነው ይሄ ህይወት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ገባኝ ኢየሱስ/መዳን ማለት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ገብቶኝ እኮ ነው ኢየሱስ/መዳን ህይወት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ገባኝ ይሄ ህይወት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ብርቄ ድንቄ ነህ ወይ×6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ታንሰፈስፈኛለህ ወይ×6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ልዩ ነህ ልዩ ነህ ለኔ 2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ልዩ ነህ ልዩ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ልዩ ነህ ልዩ ነህ ለኔ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ልዩ ነህ ለኔ 2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ብርቅ ነህ ለኔ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ድንቅ ነህ ለኔ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ልዩ ነህ ለኔ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