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Endihem 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Kaleab Tsegaye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አምላክ ከሆነ ለእኛ ከሞተ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ከሰማይ ወርዶ እኛን ከአዳነ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እንዲህም አለ አምልኮ ኧረ እንዲህም አለ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እንዲህም አለ ዕልልታ ኧረ እንዲህም አለ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ኢየሱስን ያድናል ብለው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ኢየሱስን አምላክ ነው ብለው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ኢየሱስን ጌታዬ ብለው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ኢየሱስን አባት ነው ብለው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ሰይጣን ምን አቃጠለው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ሰይጣን ስሙ አቃጠለው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ይሁን ሽብሸባ ኧረ ይሁን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ሌላ ሌላ ሌላ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አናውቅም ሌላ ሌላ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ሌላ ሌላ ሌላ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አማላጅ አናውቅም ሌላ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አምላክ ከሆነ ለእኛ ከሞተ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ከሰማይ ወርዶ እኛን ከአዳነ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እንዲህም አለ አምልኮ ኧረ እንዲህም አለ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እንዲህም አለ ዕልልታ ኧረ እንዲህም አለ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ጥያቄ አለኝ ሲኦል ለሚሉት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እነማን ናቸው አንተን የረቱት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ይዘመር ይነገር ይሰማ ይህ ወሬ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ሞቶ የተነሳ የለም እስከዛሬ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ይባል በዘሬ ይመለክ ዛሬ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ይሁን ሽብሸባ ኧረ ይሁን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ሌላ ሌላ ሌላ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አናውቅም ሌላ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ሌላ ሌላ ሌላ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አማላጅ አናውቅም ሌላ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አምላክ ከሆነ ለእኛ ከሞተ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ከሰማይ ወርዶ እኛን ከአዳነ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እንዲህም አለ አምልኮ ኧረ እንዲህም አለ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እንዲህም አለ ዕልልታ ኧረ እንዲህም አለ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እንዲህም አለ አምልኮ ኧረ እንዲህም አለ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እንዲህም አለ ዕልልታ ኧረ እንዲህም አለ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