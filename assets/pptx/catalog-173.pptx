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11680"/>
            <a:ext cx="10881360" cy="1828800"/>
          </a:xfrm>
          <a:prstGeom prst="rect">
            <a:avLst/>
          </a:prstGeom>
          <a:noFill/>
        </p:spPr>
        <p:txBody>
          <a:bodyPr wrap="square" anchor="ctr">
            <a:spAutoFit/>
          </a:bodyPr>
          <a:lstStyle/>
          <a:p>
            <a:pPr algn="ctr">
              <a:lnSpc>
                <a:spcPct val="125000"/>
              </a:lnSpc>
            </a:pPr>
            <a:r>
              <a:rPr sz="5400" b="1">
                <a:solidFill>
                  <a:srgbClr val="FFFFFF"/>
                </a:solidFill>
                <a:latin typeface="Ebrima"/>
                <a:ea typeface="Ebrima"/>
                <a:cs typeface="Ebrima"/>
              </a:rPr>
              <a:t>Tefetseme</a:t>
            </a:r>
          </a:p>
        </p:txBody>
      </p:sp>
      <p:sp>
        <p:nvSpPr>
          <p:cNvPr id="3" name="TextBox 2"/>
          <p:cNvSpPr txBox="1"/>
          <p:nvPr/>
        </p:nvSpPr>
        <p:spPr>
          <a:xfrm>
            <a:off x="640080" y="4023360"/>
            <a:ext cx="10881360" cy="1097280"/>
          </a:xfrm>
          <a:prstGeom prst="rect">
            <a:avLst/>
          </a:prstGeom>
          <a:noFill/>
        </p:spPr>
        <p:txBody>
          <a:bodyPr wrap="square" anchor="ctr">
            <a:spAutoFit/>
          </a:bodyPr>
          <a:lstStyle/>
          <a:p>
            <a:pPr algn="ctr">
              <a:lnSpc>
                <a:spcPct val="125000"/>
              </a:lnSpc>
            </a:pPr>
            <a:r>
              <a:rPr sz="3000" b="0">
                <a:solidFill>
                  <a:srgbClr val="CCCCCC"/>
                </a:solidFill>
                <a:latin typeface="Ebrima"/>
                <a:ea typeface="Ebrima"/>
                <a:cs typeface="Ebrima"/>
              </a:rPr>
              <a:t>Bethlehem Tezera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ጥንቅቅ አድርጐ ስራዬን ሰራልኝ (ተፈፀመ) እዳዬን በደሙ አወራረደልኝ (ተፈፀመ) እውነትና ምሕረቱም ተስማሙልኝ (ተፈፀመ) ዘላለመ በርሱ ቀን ተወሰነልኝ (ተፈፀመ) የማረፊያ አረገው ዘላለሜን የማረፍያ አረገው (3x) የደም ላብ እያላበው ፍቅር ግድ ስላለው (2x) እንወደው ዘንድ እንኳ ደምግባት እስኪያጣ (ተፈፀመ) የህማም ሰው ሆነ በደዌ ተመታ (ተፈፀመ) እንዲህ ባለመውደድ እንዲህ ባለፍቅር (ተፈፀመ) እራሱን አሳየኝ አምኜው እንድኖር (ተፈፀመ) የማረፊያ አረገው ዘላለሜን የማረፍያ አረገው (3x) የደም ላብ እያላበው ፍቅር ግድ ስላለው (2x) አብ አስቀድሞ በልጁ ወሰነኝ (ተፈፀመ) ወስኖም መረጠኝ ሊያፀድቀኝ (ተፈፀመ) የቃሉን ብርሃን በልቤ አበራው (ተፈፀመ) አድራሻዬን ሊያደርግ በሰማዩ ስፍራ (ተፈፀመ) የደስታ አረገው ዘላለሜን የደስታ አረገው (2x) የእፎይታ አረገው ዘላለሜን የእፎይታ አረገው (2x) የደም ላብ እያላበው ፍቅር ግድ ስላለው (2x) ተፈፀመ ተፈፀመ ተፈፀመ ተፈፀመ (2x) ጥንቅቅ አድርጐ ስራዬን ሰራልኝ (ተፈፀመ) እዳዬን በደሙ አወራረደልኝ (ተፈፀመ) እውነትና ምሕረቱም ተስማሙልኝ (ተፈፀመ) ዘላለመ በርሱ ቀን ተወሰነልኝ (ተፈፀመ) የማረፊያ አረገው ዘላለሜን የማረፍያ አረገው (3x) የደም ላብ እያላበው ፍቅር ግድ ስላለው (2x) እንወደው ዘንድ እንኳ ደምግባት እስኪያጣ (ተፈፀመ) የህማም ሰው ሆነ በደዌ ተመታ (ተፈፀመ) እንዲህ ባለመውደድ እንዲህ ባለፍቅር (ተፈፀመ) እራሱን አሳየኝ አምኜው እንድኖር (ተፈፀመ) የማረፊያ አረገው ዘላለሜን የማረፍያ አረገው (3x) የደም ላብ እያላበው ፍቅር ግድ ስላለው (2x) አብ አስቀድሞ በልጁ ወሰነኝ (ተፈፀመ) ወስኖም መረጠኝ ሊያፀድቀኝ (ተፈፀመ) የቃሉን ብርሃን በልቤ አበራው (ተፈፀመ) አድራሻዬን ሊያደርግ በሰማዩ ስፍራ (ተፈፀመ) የደስታ አረገው ዘላለሜን የደስታ አረገው (2x) የእፎይታ አረገው ዘላለሜን የእፎይታ አረገው (2x) የደም ላብ እያላበው ፍቅር ግድ ስላለው (2x) ተፈፀመ ተፈፀመ ተፈፀመ ተፈፀመ (2x)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