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Mot Meshageriyayie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Fekadu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መሻገሪያዬ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ዘላለም ቤት ማለፊያዬ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የናፈቁትን የምወርስበት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አምላኬን የማገኝበት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ቤት መግቢያዬ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መሻገሪያዬ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ኑሮ በዚህ ምድር ላይ አያበቃም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ቆይታዬ መጨረሺያዬ በዚህ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ይቀጥላል ከሞት ወዲያ በአዲስ ሕይወት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በዘለዓለም ቤት በደስታዬ ቤት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ምኞቴን አይደለም የምናገረው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በእርግጥ የሚሆን የሚታይ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በቃሉ እንደገባልኝ ቃል ኪዳን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ወዲያ ከእርሱ ጋር እንደምሆን 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ሞትን ድል ነስቶልኛል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ውጦ ያስቀረኛል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ተሻግሯል አልፏል ኑሮዬ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አልቀርም በሞት ተይዤ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ለእኔ ጥቅሜ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ለእኔ ክብሬ ነው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