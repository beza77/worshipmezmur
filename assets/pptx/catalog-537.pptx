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Kidus Kidus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ሃያል 7x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ላንተ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ላንተ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ሃያል እያሉህ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ጳውሎስ እና ሲላስ ሲያመልኩህ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የወኅኒው መሰረት ተናወጠ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ጆሮዬ ክብርህን አደመጠ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ሃያል 7x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ላንተ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ላንተ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እያሉህ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ሱራፌል ኪሩቤል ሲያመልኩህ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የመድረክ መሰረት ተናወጠ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ጆሮዬ ክብርህን አደመጠ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ሃያል 7x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ላንተ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ላንተ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