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Weqt Endatabelash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ክረምት አልጠብቅም ክረምት ላይ ሆኜ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በጋን እኔ አልሻም በጋ ላይ ቁጭ ብዬ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እሰራለሁ አሁን ስራዬን አለቅም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ዘመኔ ላይ ቆሜ ዘመን አልጠብቅም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ጊዜዬ ነው ወቅቴ ነው ዘመኑ ነው ተራዬ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እሰራለሁ እሮጣለሁ በወቅቱ ዘርቼ ከእርሱ እጠብቃለሁ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ይረዳኛል አምናለሁ የተሰጠኝ ጊዜዬ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እሰራለሁ እሮጣለሁ በወቅቱ ዘርቼ ከእርሱ እጠብቃለሁ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በጊዜ (4x)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ትናንት ላልሆነለት ዛሬን አትንፈገው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ከንፈርህን መጠህ ሁድህን አታስብሰው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 ለቆረጠው ምክር ካስፈለገ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ዐይኑን ግለጥና አድርሰው ለነገ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ትናንት ዛሬ አይደለም ዛሬ ሌላ ቀን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በትላንቱ ዛሬ ዛሬን ያረሰ ማነው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የመጠውለግ ጸባይ አይሆንም ወዳጄ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ወቅት እንዳታበላሽ ልንገርህ ማልጄ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በጊዜ (4x)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 የዋልንበት ነው ለነገ ተስፋ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የዘራነው ዘር ነው ሚጠብቀን ኋላ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ከሰራነው ዛሬን ከተጋን በበርቱ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እንደርሳለን ካልነው አይቀርም መድረሱ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በጊዜ (4x)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ክረምት አልጠብቅም ክረምት ላይ ሆኜ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በጋን እኔ አልሻም በጋ ላይ ቁጭ ብዬ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እሰራለሁ አሁን ስራዬን አለቅም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ዘመኔ ላይ ቆሜ ዘመን አልጠብቅም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ጊዜዬ ነው ወቅቴ ነው ዘመኑ ነው ተራዬ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እሰራለሁ እሮጣለሁ በወቅቱ ዘርቼ ከእርሱ እጠብቃለሁ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ይረዳኛል አምናለሁ የተሰጠኝ ጊዜዬ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እሰራለሁ እሮጣለሁ በወቅቱ ዘርቼ ከእርሱ እጠብቃለሁ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በጊዜ (4x)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