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Anten Anten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Mekashaw Kassa &amp; Tsebaot Engeda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አንተን አንተን ይላል ልቤ 4x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ብር ወርቅም አይደለም ረሃቤ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ክብርህን ሳየው ነው ጥጋቤ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ከሁሉ የምትበልጥ ምርጫዬ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የነፍሴ እርካታ ጌታዬ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አንተን ይላል ልቤ 4x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በልቶ ጠጥቶ ለብሶ ተሽሞንሙኖ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በየአደባባዩ ሚዛን ደፍቶ ቀኑ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ነፍሱ ግን ተራቁታ ከስታና መንምና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ነገሮች ቢሟሉም እርካታ ቢስ ሆና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ግን የውጪው አይደለም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ግን ቀዳሚው ናፍቆቴ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ግን የፊትህ ብርሃን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ግን ክብሬ ነው ድምቀቴ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ግን ቁስ አይተካልኝም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ግን አይሆነኝ እርካታ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ግን ሁሌም አብርሆትህ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ግን የዘመኔ ደስታ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አንተን አንተን ይላል ልቤ 4x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ብር ወርቅም አይደለም ረሃቤ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ክብርህን ሳየው ነው ጥጋቤ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ከሁሉ የምትበልጥ ምርጫዬ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የነፍሴ እርካታ ጌታዬ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አንተን ይላል ልቤ 4x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አልናፍቀውም የዚን ዓለም ክብር ዝና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አልናፍቀውም ጠፊ ነው አውቃለሁ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አልናፍቀውም አንተን ትቶ መኖር ለአፍታ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አልናፍቀውም ዝርግፍ ጌጤ እኮ ነህ ጌታ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በየትኛውም ስፍራ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ልኑር ከአንተ ጋራ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የሕይወቴ ቁም ነገር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ለአንተ ብቻ መኖር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ፊትህ ይብራልኝ በሕይወት ዘመኔ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ከምንም በላይ ክብሬ ነው ለእኔ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በሌለህበት አይሁን ኑሮዬ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መገኘትህ ውስጥ መሰማሪያዬ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ነፍስን ሊያስደስቷት ቢበሉ ቢጠጡ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በሹመኞች ወንበር ደግሞም ቢቀመጡ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የሰው ልጅ ፍላጐት መች በዚህ ይረካል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የያዘውን ጠግቦት ኋላ ሌላ ያምረዋል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ግን የዚች ዓለም መልኳ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ግን ጠፊ ነው ገብቶኛል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ግን ውስጤም አይሳሳለት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ግን ፍቅርህ በልጦብኛል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ግን መኖር ከአንተ ጋራ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ግን ከምንም ይበልጣል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ግን የማያልፍ ምርጫ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ግን አንተ ውለህልኛል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አንተን አንተን ይላል ልቤ 4x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ብር ወርቅም አይደለም ረሃቤ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ክብርህን ሳየው ነው ጥጋቤ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ከሁሉ የምትበልጥ ምርጫዬ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የነፍሴ እርካታ ጌታዬ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አንተን ይላል ልቤ 4x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