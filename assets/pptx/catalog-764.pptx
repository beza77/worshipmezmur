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Mederena Molawa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እሩህሩህና መሃሪ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ከቁጣ የራቀ ምህረቱ ብዙ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ለሚታገሱት ሁሉ ቸር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ምህረቱም በስራው ሁሉ ላይ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ምድርና ሞላዋን በኃይሉ ለገዛው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ሊታይ በማይቻል ብርሃን ውስጥ ላለው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ለርሱ እቀኛለሁ አዜማለሁ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ነገሠ ክብር ይገባዋል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ስላለ ክብር ይገባዋል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ግርማው ስለሚያስፈራ ክብር ይገባዋል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ታላቅ ስለሆነ ክብር ይገባዋል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ምድርና ሞላዋን በኃይሉ ለገዛው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ሊታይ በማይቻል ብርሃን ውስጥ ላለው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ለርሱ እቀኛለሁ አዜማለሁ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ጉልበት ሁሉ ለእርሱ ይንበረከካሉ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አፍም ሁሉ ለእርሱ ምሥጋና ያቀርባሉ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መላእክት በሰማይ ለክብሩ ያዜማሉ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ቅዱሳን በናፍቆት በምድር ይቀኛሉ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ምድርና ሞላዋን በኃይሉ ለገዛው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ሊታይ በማይቻል ብርሃን ውስጥ ላለው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ለርሱ እቀኛለሁ አዜማለሁ (3x)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