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Cher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በቀራንዮ መስቀል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ስራዬን አንተ ሰርተሃል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ቀንበሬን አንተ ሰበርከው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እዳዬን ከኔ አስወገድከው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ነህ ለኔ ቸር ነህ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ነህ ጌታዬ ቸር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ነህ ለኔ ቸር ነህ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 እንዳንተ ማን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የውስጤ ልቤን የሚረዳልኝ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ስለኔ ሁሌ ታስባለህ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በአብ ቀኝ ትማልዳለህ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ነው ቸርነትህ ብዙ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ነው በጐነትህ ብዙ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ነው ምህረትህ ብዙ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ነው ይቅርታህ ብዙ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በደሙ አጥቦ አንጽቶ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ሕይወቴንም ለውጦ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አደረገኝ ረድኤቴ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ላክብረው ከልቤ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ነህ ለኔ ቸር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ነህ ለኔ ቸር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ነህ ጌታዬ ቸር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ነህ ለኔ ቸር ነህ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ነው ቸርነትህ ብዙ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ነው በጐነትህ ብዙ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ነው ምህረትህ ብዙ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ነው ይቅርታህም ብዙ ነው2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