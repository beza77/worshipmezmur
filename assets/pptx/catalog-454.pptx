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Temesgen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Hirut Moges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ያደረግኸውን ሁሉ ሥራህን እያየሁ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እንዴት ዝም እላለሁ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ላመስግን እንጂ አንተን ጌታ ሆይ ከልቤ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ቅኔ እየተቀኘሁ 2x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ተመስገን ልበልህ ጌታ ኢየሱስ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ተባረክ ልበልህ ጌታ ኢየሱስ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ተወደስ ልበልህ ጌታ ኢየሱስ 2x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ዛሬም ልበልህ ተመስገን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ነገም ልበልህ ተመስገን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ሁሌም ልበልህ አምላኬ ተመስገን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ሆይ እድሜን መቁጠር በአንተ ነው አውቃለሁ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በዚህ እደነቃለሁ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ምህረትህ ለኔም በዝቶ ዛሬን አይቻለሁ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ላመልክህ ችያለሁ ላከብርህ ችያለሁ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 አንተን ይዤ ትልቅ ሰው ተባልኩኝ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ባንተ ተከበርኩኝ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ያልነበረኝን ሹመት ማዕረግ አግኝቻለሁ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እኔም ወግ አየሁኝ 2x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ጥሩ ስም ሰጥተኸኛል መልካም ሰው አርገኸኛል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እግዚኣብሔር ውለታ ውለህልኛል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 ምስጋናዬን ላብዛብህ 3x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አሜን ምስጋናዬ ይብዛልህ 3x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ጥጋቤነህ ኩራቴ ነህ ትምክህቴ ነህ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ልጠግብም ባመልክህ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ኢየሱሴ ሌላ ምን ልበልህ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ተባረክ ተወደስ ክበር ከፍ በል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