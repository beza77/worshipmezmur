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Abiet Endiet Wub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አቤት እንዴት ውብ ነው እንዴትስ ድንቅ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እንዴት ውብ ነው እንዴትስ ድንቅ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ጊዜውን ጠብቀህ ይሁን ብለህ ያልከው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ጊዜውን ጠብቀህ ይሁን ብለህ ያልከው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እንዴት እንዴት : ውብ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ውብ ነው ግሩም ነዉ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መጨረሻው እጅግ ያምራል እግዚአብሔር የሰራዉ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አላየሁም በዘመኔ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አስደናቂ ነው ሥራ ለእኔ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አቤት እንዴት ውብ ነው እንዴትስ ድንቅ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እንዴት ውብ ነው እንዴትስ ድንቅ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ጊዜውን ጠብቀህ ይሁን ብለህ ያልከው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ጊዜውን ጠብቀህ ይሁን ብለህ ያልከው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አስደናቂ ነገር አንተ አድርገሃል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አውቃለሁ ጌታዬ ሥራው ያስታውቃል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በሙሉ: ይሁን ያልከው ፀንቶ ቀረ ያዘዝከው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ይኼ ሁሉ በአንተ ነው ይኼ ሁሉ በአንተ ነው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አላየሁም በዘመኔ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አስደናቂ ነው ሥራ ለእኔ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አቤት እንዴት ውብ ነው እንዴትስ ድንቅ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እንዴት ውብ ነው እንዴትስ ድንቅ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ጊዜውን ጠብቀህ ይሁን ብለህ ያልከው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ጊዜውን ጠብቀህ ይሁን ብለህ ያልከው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እንዴት እንዴት ውብ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ውብ ነው ግሩም ነዉ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መጨረሻው እጅግ ያምራል እግዚአብሔር የሰራዉ 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በሙሉ: ይሁን ያልከው ፀንቶ ቀረ ያዘዝከው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ይኼ ሁሉ በአንተ ነው ይኼ ሁሉ በአንተ ነው 5x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