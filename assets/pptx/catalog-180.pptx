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Weloyie Bemehereteh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ጣል አደረኩት ሁሉን በአንተ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የሚያምረው በአንተ ሆኖ ሳይ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ጭንቀቴን ወዴያ ጥያለሁ ተጨንቄ ምን እጨምራለሁ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ሀሳቤን ወዲያ ጥያለሁ አስቤ ምን እጨምራለሁ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በልቡ ብዙ ሀሳብ አለው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የሚሆነው ግን አንተ ያልከው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በልቡ ብዙ ሀሳብ አለው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የሚፀናው ግን አንተ ያልከው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ነገን ስለማላውቀው ለምን እጨነቃለሁ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ሲመሽ ሲነጋ እያየሁ አንተን አከብርሃለሁ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ነገን ስለማላውቀው ለምን እጨነቃለሁ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መሽቶ ሲነጋልኝ ማመስገን ነው ያለብኝ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በልቡ ብዙ ሃሳብ አለው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የሚሆነው ግን አንተ ያልከው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በልቡ ብዙ ሃሳብ አለው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የሚፀናው ግን አንተ ያልከው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ነገን ስለማላውቀው ለምን እጨነቃለሁ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ሲመሽ ሲነጋ እያየሁ አንተን አከብርሃለሁ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ነገን ስለማላውቀው ለምን እጨነቃለሁ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መሽቶ ሲነጋልኝ ማመስገን ነው ያለብኝ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በሬን እኔ ጠብቄው ከምን አመልጣለሁ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 ጥበቃ ነው ከክፉ የሚያስጥለው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ውሎዬ በምህረትህ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አዳሬ በቸርነትህ ነው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የኔ የምለው እስኪ ምን አለ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ነገም አንተ አስተማማኝ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ውሎዬ በምህረትህ ነው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አዳሬ በቸርነትህ ነው ኦሆሆ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