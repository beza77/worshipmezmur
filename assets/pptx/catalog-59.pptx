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Sendeke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መዝሙሬ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መልዕክቴ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ሰንደቄ ጌታ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አንተ ነህ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ታይልኝ ታይልኝ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በመዝሙሬ ላይ ግነንልኝ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ዓይኖረኝ በቃ ሌላ እርዕስ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ደምቀህ ታይልኝ ጌታ ኢየሱስ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አርማዬ አንተ ነህ መታወቂያዬ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ዘምርሃለው ዘወትር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ክርስቶስ ኢየሱስ የለህም አቻ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እቀኛለሁኝ ስለአንተ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መዝሙር ዓይኖረኝ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ታይልኝ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ወሰንኩኝ ላልገኝ ለሌላዉ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መዝሙሬ የተገባዉ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መዝሙሬ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መልክቴ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ሰንደቄ ጌታ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አንተ ነህ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ታይልኝ ታይልኝ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በመዝሙሬ ላይ ግነንልኝ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ዓይኖረኝ በቃ ሌላ እርዕስ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ደምቀህ ታይልኝ ጌታ ኢየሱስ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