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Teru Gizie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ጥሩ ጊዜ ጥሩ ቦታ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ላምልክህ እጄን ላንሳ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ላይ ንጉሥ ነህ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የማትረታ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ከልቤ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እንደሆንኩ አምኜ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ቅዱስ አንተ ፍፁም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ተወዳዳሪ መሳይ የለህ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ኡ መሳይ የለህ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ያስችላል እንዴትስ አድሮ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አመልክህ እንዴት ሰው ኖሮ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ከምድር በላይ ከምድር በታች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አለሁኝ እኔም . 1 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እኔ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በውቂያኖስ መሃል አልፌ ብሄድ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አያግድ ረጅም መንገድ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ተራሮችን ባቋርጥ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በዚያ ለመኖር አትታ. 2 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አመልክሃለሁ ከልቤ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እንደሆንክ አምኜ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ቅዱስ አንተ ፍፁም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ተወዳዳሪ መሳይ የለህ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በሠማይ ብሄድ ወደጥፍር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ብሄድ ከአድማሱ ባሻገር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 3 . እግዚአብሔር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ካለሁበት ከየትም ስፍራ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ትሰማኛለህ ኢየሱስ ስጣራ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እንደገና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