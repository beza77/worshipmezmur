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Selantema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ስላንተማ ብዙ ምናገረው አለኝ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ምናገረው አለኝ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የትኛውን አንስቼ የትኛውን እተዋለሁ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ስራህ እኮ ከአይምሮዬ በላይ ነው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ኃያል ነህ ማንንም አትንቅም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ደካማን በመጣል አንተ አትታወቅም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ከጥንት የሰማነው በዓይናችን ያየነው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ጽድቅነትና ሰውን መውደድህ ነው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ስላንተማ ብዙ ምናገረው አለኝ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ምናገረው አለኝ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የትኛውን አንስቼ የትኛውን እተዋለሁ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ስራህ እኮ ከአይምሮዬ በላይ ነው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 አባቶቻችን ስራህን አወሩ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ታምራትህን እየመሰከሩ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እግዚአብሄር ሆይ ከአይምሮ በላይ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ምስክር ነኝ በዓይኔ አይቻለሁ 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ስላንተማ ብዙ ምናገረው አለኝ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ምናገረው አለኝ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የትኛውን አንስቼ የትኛውን እተዋለሁ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ስራህ እኮ ከአይምሮዬ በላይ ነው (2x)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የማወራው አለኝ የምመሰክረው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ስለአንተ ምህረት ፍቅር የምናገረው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ሥለ ሰው ልጅ ሃጢአት ልጅህን ሰጥተሃል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በእውነተኛ ፍቅርህ እኛን አድነሃል (2x)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ነው ፍቅርህ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እኛን መውደድህ (4x)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እንጂ ሌላማ ምን እንላለን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በላይ ምስጋና እንጨምራለን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በላይ ክብርን እንጨምራለን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ንገስ እንጂ ሌላማ ምን እንላለን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በላይ ምስጋና እንጨምራለን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በላይ ዝማሬ እንጨምራለን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ልነሳና ልነሳና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ላክብርህ ምክንያት አለኝ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ምክንያት አለኝ ክበር (3x)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ላንተ ነው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ክብርም ላንተ ነው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ላንተ ነው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ስግደትም ላንተ ነው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ያረክልን ብዙ ነው ጌታ (2x)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ያረክልን ብዙ ነው አሃሃሃ (2x)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ውዳሴም ላንተ ነው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ቅዳሴም ላንተ ነው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ጭብጨባም ላንተ ነው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እልልታም ላንተ ነው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ያረክልን ብዙ ነው ጌታ (2x)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ያረክልን ብዙ ነው አሃሃሃ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