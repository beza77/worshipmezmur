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Manm Yelegn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ሊፈታው አይችልም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ነገሬን ጉዳዬን ጌታ ሆይ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ጋር መጣለው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ይዜው ነገሬን ጉዳዬን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ፈቺ ነህ ጌታ ፈቺ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ፈቺ ነህ አንተ ፈቺ ነህ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ተፈትኖ ወርቅ ሆኖ ተገኝቶአል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 አልፎ ነፍሱን ለእኔ ሰጥቶአል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እራሱን አዋርዶ ፍቅሩን አሳይቷል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ከፍቅሮችም በላይ የእርሱ ፍቅር በልጧል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የለኝ ከኢየሱስ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ስመላለስ በዚች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ለእኔ ቤዛ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ወዳጄ እርሱ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ለህይወቴ ፍቺ ትርጉምን የሰጠው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ኑሮዬን አጣፍጦ እንዲህ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በእውነተኛ ፍቅሩ ያዳነኝ የመራኝ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የሚበልጥ ለእኔ ማንም የለኝ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የለኝ ከኢየሱስ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ስመላለስ በዚች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ለእኔ ቤዛ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ወዳጄ እርሱ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ለክፉዎችም ቸር የሀጢያተኛ 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ከጥፋት ሚመልስ ለሰዎች የሚበጅ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የሚነካ ንግግሩ vጣፋጭ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መሲሕ ቅዱስ የእግዚአብሔር ልጅ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የለኝ ከኢየሱስ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ስመላለስ በዚች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ለእኔ ቤዛ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ወዳጄ እርሱ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መኖር አልችል ስምህን ሳልጠራ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በህይወቴ አለህ ትልቅ ስፍራ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መዋል አልችል ስምህን ሳልጠራ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በህይወቴ አለህ ትልቅ ስፍራ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ማደር አልችል ስምህን ሳልጠራ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በህይወቴ አለህ ትልቅ ስፍራ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መዋል አልችል ስምህን ሳልጠራ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በህይወቴ አለህ ትልቅ ስፍራ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ያለምንም መኖር እችላለው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አይደልቀኝም ኖሬ አይቼዋለው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ያላንተ ጌታ እንዴት እኖራለው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ያላንተ ኢየሱስ እንዴት እኖራለው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