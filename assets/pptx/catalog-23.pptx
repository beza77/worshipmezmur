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Tsega Chemerelgn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Lemma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ጸጋ ጨመረልኝ ምህረቱን አበዛልኝ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በፈተናዬ መሀል ፍቅሩን አየሁኝ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ጸጋ ጨመረልኝ ምህረቱን አበዛልኝ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በችግሬ መሃል ትዕግስቱን አየሁኝ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አየሁኝ አሻቅቤ አየሁት ይሄንን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አየሁኝ ኢየሱስን ከእልፍ ጥያቄ መሃል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እታመናለሁ ልቤም አይፈራ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ስሙ አጥሬ ቅጥሬ ሆኖኛል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እንዳመጣጡ እንደ ላባ ልብ ቢሆን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ባትታደገኝ አትንካው ባዬ ባትሆን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አቅም አልነበረኝም ለመሸሽ ሚሆን ብርታት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ደርሰህ ባታስጥለኝ ባታድናት ይህችን ነፊሴን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እታመናለሁ ልቤም አይፈራ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ስሙ አጥሬ ቅጥሬ ሆኖኛል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ባለፉት ቀናቶች ለልቤ ተስፋ ሳጣ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ተጨንቃ በተከበበ ከተማ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አይኖቼ ቀና አድርጌ አየውህና ረካው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መከራዬ መሀል ጥበቃህን ተረዳው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እታመናለሁ ልቤም አይፈራ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ስሙ አጥሬ ቅጥሬ ሆኖኛል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ጸጋ ጨመረልኝ ምህረቱን አበዛልኝ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በፈተናዬ መሀል ፍቅሩን አየሁኝ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ጸጋ ጨመረልኝ ምህረቱን አበዛልኝ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በችግሬ መሃል ትዕግስቱን አየሁኝ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አየሁኝ አሻቅቤ አየሁት ይሄንን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አየሁኝ ኢየሱስን ከእልፍ ጥያቄ መሃል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እታመናለሁ ልቤም አይፈራ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ስሙ አጥሬ ቅጥሬ ሆኖኛል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እንዳመጣጡ እንደ ላባ ልብ ቢሆን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ባትታደገኝ አትንካው ባዬ ባትሆን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አቅም አልነበረኝም ለመሸሽ ሚሆን ብርታት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ደርሰህ ባታስጥለኝ ባታድናት ይህችን ነፊሴን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እታመናለሁ ልቤም አይፈራ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ስሙ አጥሬ ቅጥሬ ሆኖኛል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ባለፉት ቀናቶች ለልቤ ተስፋ ሳጣ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ተጨንቃ በተከበበ ከተማ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አይኖቼ ቀና አድርጌ አየውህና ረካው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መከራዬ መሀል ጥበቃህን ተረዳው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እታመናለሁ ልቤም አይፈራ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ስሙ አጥሬ ቅጥሬ ሆኖኛል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ጸጋ ጨመረልኝ ምህረቱን አበዛልኝ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በፈተናዬ መሀል ፍቅሩን አየሁኝ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ጸጋ ጨመረልኝ ምህረቱን አበዛልኝ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በችግሬ መሃል ትዕግስቱን አየሁኝ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አየሁኝ አሻቅቤ አየሁት ይሄንን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አየሁኝ ኢየሱስን ከእልፍ ጥያቄ መሃል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እታመናለሁ ልቤም አይፈራ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ይለኛል ስሙ አጥሬ ቅጥሬ ሆኖኛል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