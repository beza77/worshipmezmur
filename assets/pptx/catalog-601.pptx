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Tebeltebegnaleh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ለእኔስ ከአንተ ሚበልጥ ወዳጅ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ዛሬም ትኩስ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ከቶ አይበርድም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 ቅዱስ በልቤ የፈሰሰው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ፍቅርህ መተኪያ የለው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ውሆች እንኩዋን ሊያጠፉት አልቻሉም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ነው ግሩም ነው ፍቅርህ አይነገርም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ለእኔስ ከአንተ ሚበልጥ ወዳጅ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ዛሬም ትኩስ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ከቶ አይበርድም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የብርሃን አባት የእኔ መመኪያ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ሁሌ አዲስ ነው ከልቤ ማይጠፋ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እንጂ ማንንም አልልም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ጌታዬ እኔስ አልጠግብህም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ለእኔስ ከአንተ ሚበልጥ ወዳጅ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ዛሬም ትኩስ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ከቶ አይበርድም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ጥጋብ የሕይወቴ አለኝታ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መጠጊያዬ ነህ ብሩኩ ጌታ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በምሕረትህ አድነሃልና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የመድህንቴ አምላክ ይድረስህ ምስጋና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ለእኔስ ከአንተ ሚበልጥ ወዳጅ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ዛሬም ትኩስ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ከቶ አይበርድም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