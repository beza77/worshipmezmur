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Atasaferegnem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Legesse Taddese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የልቤ ተስፋ የማደርግህ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የቅርቤ ሁሌ የምመካብህ2x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እወራረዳለሁ አታሳፍረኝም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አምኜ ከቶ አትጥለኝም2x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የልቤ ተስፋ የማደርግህ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የቅርቤ ሁሌ የምመካብህ2x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ስንቱን አለፍኩት አንተን ተደግፌ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ስንቱን ተሻገርኩ አንተ ላይ አርፌ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ይደንቀኛል በህይወት መኖሬ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ይደንቀኛል ከሞትም መትረፌ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እወራረዳለሁ አታሳፍረኝም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በስምህ አምኜ ከቶ አትጥለኝም2x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የሩቅ አይደለህም ቅርቤ ነህ ከስትንፋስ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ስጠራህ ምትሰማ ሰምተህ የምትመልስ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አተወኝም አንተ ክንድህ ደግፎኛል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አምላክ ከወዴት ይገኛል2x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የልቤ ተስፋ የማደርግህ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የኔነህ የቅርቤ ሁሌ የምመካብህ2x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አልጣልከኝም አለኸኝ መድህኔ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የኤልያስ አምላክ አትርቅም አትጠፋም ከጎኔ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አልሰጋም ተደላድያለው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ጋራ ያለው የሚያስተማምን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