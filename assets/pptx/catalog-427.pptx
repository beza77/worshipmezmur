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Yalew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ያስፈልገኛል ያልኩትን ዞር ብዬ ተመልክቼ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ሚለዩኝን ነገሮች ዞር ብዬ ተመልክቼ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ምንኛ ታልዬ ነበር ህይወትን የፈለኩት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በሙታን መንደር በሌለህበት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በሙታን መንደር ባልነገስክበት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በሙታን መንደር በሌለህበት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በሙታን መንደር ባልከበርክበት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አሁንማ ውስጤ የለም ባዶ ቦታ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አሁንማ ከብረህበት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አሁንማ ውስጤ የለም ባዶ ስፍራ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አሁንማ ነግሰህበት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 የለኝም ምኞቴን አንድ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እንድታልፍ ፊትህን እያየው ክብርህን እያየው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ግርማህን እያየው ውበትህን እያየሁ/2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እግዚአብሔች ያለው ሁሉም አለው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እግዚአብሔች ያለው ምንም አልቀረው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ሰማያትን የዘረጋው ያከበረው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ቀረው ኧረ ምን ቀረው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ያለው ሁሉም አለው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ያለው ምንም አልቀረው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ሰማያትን የፈጠረው የወደደው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ቀረው ኧረ ምን ቀረው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በፈቀድከው መንገድ መሄድን ተስማምቼ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በወደድከው መንገድ መሄድን ተስማምቼ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ምንኛ ሰላም አገኘው ለነፍሴም እረፍት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ከክብር ወደ ክብር አሻግረኸኝ/2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ክግርማ ወድ ግርማ አሻግረኸኝ/2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አሁንማ ለኔ የለም ሌላ ምርጫ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አሁንማ አሁንማ መንገዴ ነህ አንተ ብቻ/2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 የለኝም ምኞቴን …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እግዚአብሔች ያለው …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ከተመስገን ሌላ ቃል አለ ውይ ላንተ ሚሆን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ከተባረክ ሌላ ቃል አለ ውይ ላንተ ምሰጥህ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ህይወቴን በፍቅርህ ሞልተኸዋልና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ዙፋንህን ዛሬም ይክበበው ምስጋና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ዘመኔን በቃልህ አስውበሃልና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ዙፋንህን ዛሬም ይክበበው ምስጋና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