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Alaqomem Mesgana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Tamerat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ኣላረግክም ብየ ኣላማርርህም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በሁኔታ ምስጋና ኣላቆምም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'ዘምርልሃለው ሁሌ ጠዋት ማታ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እቀኝልሃለው የሂወቴ ጌታ (2)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ቢሞላ ደግሞ ባይሞላ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ቢሳካ ደግሞ ባይሳካ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 እኔ ኣላቆምም ምስጋና (2)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ደመና ቢታይ ባይታይ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ሸለቆ ቢሞላ ባይሞላ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 እኔ ኣላቆምም እልልታ(2)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ለምስጋናየ ምክንያት የሱስ የማወድስበት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የተደረገልኝ በቂ ነው ኣግንቸ ኣለው ሂወት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 ሁል ግዜ ኣላቆም መዘመር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ያልተደረገልኝ ኣይዘኝም እኔን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ቢሞላ ደግሞ ባይሞላ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ቢሳካ ደግሞ ባይሳካ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 እኔ ኣላቆምም ምስጋና (2)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ደመና ቢታይ ባይታይ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ሸለቆ ቢሞላ ባይሞላ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 እኔ ኣላቆምም እልልታ(2)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መንፈሳዊ ቅኔን ዝማሬ ኣምልኮየን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ጌታየ በፊትህ ላቅርበው መስዋእቴን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መንፈሴ'ኮ ነቅቷል በኣንተ ትንሳኤ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የማትቀየር ነህ ሁሌ ምስጋናየ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ቢሞላ ደግሞ ባይሞላ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ቢሳካ ደግሞ ባይሳካ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 እኔ ኣላቆምም ምስጋና (2)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ደመና ቢታይ ባይታይ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ሸለቆ ቢሞላ ባይሞላ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 እኔ ኣላቆምም እልልታ(2)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ምስጋናን ዝማሬን ኣላቆምም እልልታ (8)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