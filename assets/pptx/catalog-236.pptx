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Asdesetewalehu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ቤትህ በምን ላይ ነው የተመሠረተው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ቤትህ በምን ላይ ነው የተመሠረተው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በአለት ነው በአሸዋ ቤትህ በምን ላይ ነው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ቤቴ አሸዋ ላይ ነው የተመሠረተው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እስከአሁን ሰላም ነው ችግርም አላየሁ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በጋው ተስማምቶኛል ምን ችግር ይመጣል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ውኃ እኮ በአሸዋ ወዲያው ይመጠጣል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"መስሎሃል"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ይልቅ ወጪ አታውጡ አለት አትቧጥጡ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ወጪን ይቀንሳል አሸዋ እኮ ሞልቷል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የእኔስ ቤት አምራለች በጣም ዘንጣለች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ላለሁበት ጊዜ ተመችታኛለች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"ተው ይቅርብህ"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አሸዋ ከሆነ የቤትህ መሠረት (2x) አቤት ጉድ ፈላበት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አሸዋ ከሆነ የቤትህ መሠረት (2x) አቤት ጉድ ፈላበት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ክረምት የመጣ ቀን ዝናብ የመጣ ቀን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ጐርፉ የመጣ ቀን ንፋስ የመጣ ቀን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ጠራርጐ ይወስደዋል አንዱንም ሳያስቀር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ገንዘብህ ከሆነ የሕይወትህ መሠረት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ዕውቀትህ ከሆነ የሕይወትህ መሠረት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ጉድ ፈላበት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ሥልጣንህ ከሆነ የሕይወትህ መሠረት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ጥበብህ ከሆነ የሕይወትህ መሠረት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ጉድ ፈላበት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ችግር የመጣ ቀን ሃዘን የመጣ ቀን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መከራ የመጣ ቀን ማጣት የመጣ ቀን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ጠራርጐ ይወስደዋል አንዱንም ሳያስቀር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ቤትህ በምን ላይ ነው የተመሠረተው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ቤትህ በምን ላይ ነው የተመሠረተው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ባለት ነው በአሸዋ ቤትህ በምን ላይ ነው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ቤቴ በዓለት ላይ ነው የተመሠረተው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ችግሩም በሽበሽ ነው መከራብ ብዙ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ጐርፉ ሲወርድብኝ ነፋስ ሲነፍስብኝ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አለት ላይ ስላለሁ ቤቴ አልፈረሰብኝ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"ኧረ ምንም አትሆን"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አለት በቀላሉ አይገኝም ሲሉ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የምደክም መስሎኝ ድሮ ተሞኘሁኝ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የአሸዋ ነጋዴው ነበርና ወሬው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ቤቴን በዓለት ብቻ ሰራሁ ከነአካቴው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"ደግ አድርገሃል"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አለቱ ከሆነ የቤትህ መሠረት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አለቱ ከሆነ የቤትህ መሠረት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 አለፈለት (2x)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ክረምቱ ቢመጣ ዝናቡም ቢወርድ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ጐርፉ ቢንደረደር ንፋሱም ቢነፍስ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 ቤት እንደሆን ፈጽሞ አይላወስ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ከሆነ የሕይወትህ መሠረት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ቃሉ ከሆነልህ የሕይወትህ መሠረት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 አለፈለት (2x)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መከራ ቢመጣ ችግር ቢደርስብህ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ሃዘን ቢያጋጥምህ ማጣት ቢያስቸግርህ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አትነቃነቅም አለት ላይ ስላለህ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አለቱ ነው መሠረቴ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መሠረቴ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አለቱ ነው መሠረቴ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መሠረቴ (4x)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ያየሁት በስጋ ዓይን አይደለም ግን እርግጠኛ 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በሕይወቴ አይቼዋለሁ ፍቅሩ ሲዳስሰኝ (4x)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አለቱ ነው መሠረቴ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መሠረቴ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አለቱ ነው መሠረቴ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መሠረቴ (4x)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ያየሁት በስጋ ዓይን አይደለም ግን እርግጠኛ 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በሕይወቴ አይቼዋለሁ ፍቅሩ ሲዳስሰኝ (4x)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አለቱ ነው መሠረቴ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መሠረቴ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አለቱ ነው መሠረቴ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መሠረቴ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