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Helm Alegn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ውዳሴም ይብዛ ይብዛ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ይሂድ ወደ ላይ ወደ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ወዳለበት እላይ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 ጌታ አምላክ 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በል በምድር በሠማይ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ይሰበር ይውደቅ ያልባስጥሮስ ሽቶ ጠርሙስ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ክብሬን ልጣለው እንጂ ሥምህን ላክብረው ልወድስ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ክብሬን ልጣለው እንጂ ሥምህን ላክብረው ልወድስ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ስትከብር ስትነግስ ማየት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ሰውም በማዳንህ በሥራህ ሲደሰት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ከዚህም የሚበልጥ ምን አለኝ ደስታ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የቱ ምን አለኝ ደስታ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ክብሬ ማዕረጌም ስትከብር የእኔ ጌታ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ውዳሴም ይብዛ ይብዛ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ይሂድ ወደ ላይ ወደ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ወዳለህበት እላይ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 ጌታ አምላክ 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በል በምድር በሠማይ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ሕልም አለኝ እኔ የምጠብቀው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በቅርብ ይሆናል አየዋለሁ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አለኝ እኔ የምጠብቀው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በቅርብ ይሆናል አየዋለሁ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ምልስ አለኝ እኔ የምጠብቀው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በቅርብ ይሆናል አየዋለሁ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የማምነው እርሱ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የማደርገው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አይታማም በምንም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ጠርቶት ያፈረ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ጠርቶት ያፈረ የለም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የአብርሃም ተስፋው ቢዘገይበት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መጣ ቤቱን አደሰለት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ቀን አሸዋዉን ማታም ከዋክብትን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እያሳየ አረገው ሊያድስ ተስፋውን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ያም ሆነ ይህ ሆነ እንደው አይቀሬ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ይስሃቅ መዘግየቱ ለደስታና ለሳቅ ነው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ሕልም አለኝ እኔ የምጠብቀው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በቅርብ ይሆናል አየዋለሁ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አለኝ እኔ የምጠብቀው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በቅርብ ይሆናል አየዋለሁ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መልስ አለኝ እኔ የምጠብቀው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በቅርብ ይሆናል አየዋለሁ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የማምነው እርሱ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የማደርገው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አይታማም በምንም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ጠርቶት ያፈረ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ጠርቶት ያፈረ የለም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የነሙሴ ጉዞ ወደ ከነዓን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ግባቸው ሕልማቸው እርሷን መውረስን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አንተ ዮርዳኖስ ከፊት ያለው ለምን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ተዓምር ሊሰራብህ ጌታም ሊከብርብህ ነው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ክብርም ይብዛ ይብዛ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ውዳሴም ይብዛ ይብዛ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ይሂድ ወደ ላይ ወደ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ወዳለበት እላይ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 ጌታ አምላክ 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በል በምድር በሠማይ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