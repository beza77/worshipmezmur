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Sankwakwa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ሳንኳኳ ሰማይን ስጠብቅ 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በድንገት ደረሰልኝ ጸሎቴን መለሰልኝ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ባንድ ቃል በሁለት ፊደል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በቃ ብሏል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1.ገላገለኝ ከመከራው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ገላገለኘ ከሚያስጨንቀኝ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ገላገለኝ ወደፊት እንዳልሄድ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ገላገለኝ ከሚጎትተኝ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ችግሬን ጣልክልኝ ወደኋላ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 እንዳይደክም እንዳይላላ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እከፍልሃለሁ መዳኒቴ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እና ዝማሬ ገባ ቤቴ *4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ባንድ ቃል በሁለት ፊደል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በቃ ብሏል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2.ገላገለኝ በመገላገያው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ገላገለኝ እስከመጨረሻው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ገላገለኝ ዛሬ የማየውን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ገላገለኝ ደግሜ እንዳላየው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ሃጠየያቴን ጣልክልኝ ወደ ኋላ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ጉልበቴ እንዳይደክም እንዳይላላ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እሰጥሃለሁ መዳኒቴ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እና ዝማሬ ገባ ቤቴ *4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ደስታዬ ሙሉ ነው ሌላ አያሻኝም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በብር እና በወርቅ ከቶ አይለካም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 እና ሰላምን አብዝቶ በህይወቴ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ደስ ይለኛል የሱስ ገብቶ 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ደስ ብሎኛል የሱስ ገብቶ 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ደስ ብሎኛል ገብቶልኝ ከቤቴ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እና ዝማሬ ገባ ቤቴ *4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