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Endih Yarekelegn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Lealem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ግዑዝ እንኳን ያመልክሃል የማያውቅህ የአንተን ፍቅር እንኳን ቀምሶ ያጣጣመህ እንደ እኔ አይነት ፍጡር 3x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የሚያውቅህ ነው የሚያውቀው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የአንተ ፍቅር የገባው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እህል ውሃ ማያሰኘው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በቀር ሌላ አያምረው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ግዑዝ እንኳን ያመልክሃል የማያውቅህ የአንተን ፍቅር እንኳን ቀምሶ ያጣጣመህ እንደ እኔ አይነት ፍጡር 3x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ያየሁትን አይቼ ነው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እንዲህ አፌን ሞልቼ ምዘምረው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ሊካድ የማይቻል እውነትህ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ማርኮ አስቀርቶኛል ያ ፍቅርህ 2x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ግዑዝ እንኳን ያመልክሃል የማያውቅህ የአንተን ፍቅር እንኳን ቀምሶ ያጣጣመህ እንደ እኔ አይነት ፍጡር 3x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 ማለት እንዴት ያስችለኛል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ፍቅር ግድ ይለኛል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ለቀየረው ለርሱ የኔን ሕይወት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ከዚህ በላይ ምነው በሆንኩለት 2x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ግዑዝ እንኳን ያመልክሃል የማያውቅህ የአንተን ፍቅር እንኳን ቀምሶ ያጣጣመህ እንደ እኔ አይነት ፍጡር 3x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