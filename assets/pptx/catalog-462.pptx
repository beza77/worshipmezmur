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Edelegna Negn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Kaleab Tsegaye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እድለኛ ነኝ እኔ (2x) እድለኛ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እድሜ ከሰማይ የሰጠኛ ነኝ እኔ እድለኛ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እኔ አዲስ እድሜ ከሰማይ የሰጠኛ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ለአምልኮ ማን ይቀድመኛል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መስቀሉ ለእኔ ነው የተሰራልኝ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ስሞት ህዝብ ሊያየኝ ሊሳለቅብኝ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 ተዐምራት በጣም የሚያምረው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ከሰማይ ሲያረፋፍድ ነዉ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ባልጠፋ ሰዓት በሌሊት ተነስቶ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ያገላብጥ ጀመር መዝገቤን ጐትቶ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የፋርስና ሜዶን ህግ ተገልብጧል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ሃማ መሞቻዉን አሳምሮ ሰርቷል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የሚሞተውን ሰው አትሞትም ብሎታል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የመኖሪያ ፈቃድ ኢየሱስ ሰጥቶታል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እድሜ አይቀለድም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በራዕዩ ምክንያት ጉድጓድ ውስጥ ቢጣልም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አላለም መንገድ ላይ አይቀርም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መቼ ጓዳ ቀረ በጉድጓድ ተውጦ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አደባባይ ወጥቷል ነገር ተገልብጦ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በግብጽ በአካባቢው በአገር ሰው እያለ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ተሸጦ የመጣው ዙፋን ላይ ቁጭ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ፈርኦን በቤቱ ቢኖርም ባይኖርም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ንጉሥ ካለህ መሾምህ አይቀርም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እድለኛ ነኝ እኔ (2x) እድለኛ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እድሜ ከሰማይ የሰጠኛ ነኝ እኔ እድለኛ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እኔ አዲስ እድሜ ከሰማይ የሰጠኛ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ለአምልኮ ማን ይቀድመኛል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እድለኛ ነኝ እኔ አዲስ እድሜ ከሰማይ የሰጠኛ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ለአምልኮ ማን ይቀድመኛል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