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Ametat Aylewetuhem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አመታት አመታት አንተን አይለውጡህም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ዘመናት ዘመናት አንተን አይለውጡህም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ጥንትም ያለህ ዛሬም ለዘላለም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አምረህ ደምቀህ አሸብርቀህ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በዙፋንህ ላይ ጌታ ትኖራለህ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አምረህ ደምቀህ አሸብርቀህ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የአብርሃም አምላክ ዛሬም አላረጀህ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አምረህ ደምቀህ አሸብርቀህ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የይስሃቅ አምላክ ዛሬም አላረጀህ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የያዕቆብ አምላክ ዛሬም አላረጀህ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ስንቶቹ ነገሥታቶች ሲያልፉ ሲሻሩ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የእኛ አምላክ ብቻውን አለ በክብሩ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የነገሥታቶች ንጉሥ የጌቶች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አይደክመው አይታክተው ሁሉን ሊረታ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አመታት አመታት አንተን አይለውጡህም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ዘመናት ዘመናት አንተን አይለውጡህም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ጥንትም ያለህ ዛሬም ለዘላለም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አምረህ ደምቀህ አሸብርቀህ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በዙፋንህ ላይ ጌታ ትኖራለህ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አምረህ ደምቀህ አሸብርቀህ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የአብርሃም አምላክ ዛሬም አላረጀህ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አምረህ ደምቀህ አሸብርቀህ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የይስሃቅ አምላክ ዛሬም አላረጀህ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የያዕቆብ አምላክ ዛሬም አላረጀህ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በእነ አብርሃም ዘመን የነበረው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ሕዝቡን በምድረ በዳ የሚመራው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የዳዊት የሙሴ አምላክ መች ደከመው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የቀን የወሩ ብዛት አልለወጠው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አመታት አመታት አንተን አይለውጡህም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ዘመናት ዘመናት አንተን አይለውጡህም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ጥንትም ያለህ ዛሬም ለዘላለም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አምረህ ደምቀህ አሸብርቀህ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በዙፋንህ ላይ ጌታ ትኖራለህ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አምረህ ደምቀህ አሸብርቀህ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የአብርሃም አምላክ ዛሬም አላረጀህ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አምረህ ደምቀህ አሸብርቀህ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የይስሃቅ አምላክ ዛሬም አላረጀህ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የያዕቆብ አምላክ ዛሬም አላረጀህ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በሐዋርያት ነብያት ድንቅ የሰራው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መስራት አያቅተውም ዛሬም ያው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የአጋንንትን ምሽግ ያፈራርሳል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ከጥንቱ የበለጠ ዛሬም ይሰራል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አመታት አመታት አንተን አይለውጡህም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ዘመናት ዘመናት አንተን አይለውጡህም 2x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ጥንትም ያለህ ዛሬም ለዘላለም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አምረህ ደምቀህ አሸብርቀህ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በዙፋንህ ላይ ጌታ ትኖራለህ 4x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የአብርሃም አምላክ ዛሬም አላረጀህ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የይስሃቅ አምላክ ዛሬም አላረጀህ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የያዕቆብ አምላክ ዛሬም አላረጀህ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የያዕቆብ አምላክ ዛሬም አላረጀህ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