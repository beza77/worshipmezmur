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Medanie Sigermegn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Lealem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መዳኔ ሲገርመኝ አይኔ መከፈቱ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ታምራትህ በዛ በየእለቱ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አመስግኜ ማቋረጥ አልችልም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ውስጤ የገባው ፍቅርህ ዝም አያሰኘኝም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አያሰኘኝም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ዓይኖቼንም እያበራህ ጉልበቴንም እያጸናህ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ፊት እያራመድከኝ በድል ላይ ድልን ሰጠኅኝ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አንተ ጌታ ነህ ምስጋናዬም ይድረስህ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አንተ ንጉስ ነህ አምልኮዬም ይድረስህ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አንተ ጌታ ነህ ምስጋናዬም ይድረስህ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አንተ ንጉስ ነህ አምልኮዬም ይድረስህ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መዘመር ለአንተ ነው ማምለክም አንተን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ድንቅን እየሰራህ ለምታኖረን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እንዲያው ክበር እንጂ ሌላ ምን ይባላል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ያንተ ፍቅር ክመታወቅ ያልፋል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ክመታወቅ ያልፋል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ዓይኖቼንም እያበራህ ጉልበቴንም እያጸናህ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ፊት እያራመድከኝ በድል ላይ ድልን ሰጠኅኝ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አንተ ጌታ ነህ ምስጋናዬም ይድረስህ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አንተ ንጉስ ነህ አምልኮዬም ይድረስህ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አንተ ጌታ ነህ ምስጋናዬም ይድረስህ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አንተ ንጉስ ነህ አምልኮዬም ይድረስህ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አንተው በሰጠህኝ በዚች አንደበቴ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እባርክሃለሁ ክበር መድኃኒቴ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ከልብ የፈለቀ የምስጋና ዜማ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ይሄው አምጥቻለሁ በፊትህ ላሰማ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በፊትህ ላሰማ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ዓይኖቼንም እያበራህ ጉልበቴንም እያጸናህ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ፊት እያራመድከኝ በድል ላይ ድልን ሰጠኅኝ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አንተ ጌታ ነህ ምስጋናዬም ይድረስህ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አንተ ንጉስ ነህ አምልኮዬም ይድረስህ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አንተ ጌታ ነህ ምስጋናዬም ይድረስህ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አንተ ንጉስ ነህ አምልኮዬም ይድረስህ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መዳኔ ሲገርመኝ አይኔ መከፈቱ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ታምራትህ በዛ በየእለቱ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አመስግኜ ማቋረጥ አልችልም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ውስጤ የገባው ፍቅርህ ዝም አያሰኘኝም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መዘመር ለአንተ ነው ማምለክም አንተን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ድንቅን እየሰራህ ለምታኖረን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እንዲያው ክበር እንጂ ሌላ ምን ይባላል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ያንተ ፍቅር ክመታወቅ ያልፋል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ዓይኖቼንም እያበራህ ጉልበቴንም እያጸናህ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ፊት እያራመድከኝ በድል ላይ ድልን ሰጠኅኝ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አንተ ጌታ ነህ ምስጋናዬም ይድረስህ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አንተ ንጉስ ነህ አምልኮዬም ይድረስህ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