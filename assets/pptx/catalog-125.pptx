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Yibzalih Enji Misgana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ምስጋና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አምልኮዬ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ክብር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ማብዛት ለኔ ጥማቴ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ያለኝ የምሰጠው ይህን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የማልመልሰው ውለታ አለብኝ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ጌታ ኢየሱስ ለኔ ያደረገልኝ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ብዘረዝረው ደግሞም ባወራው ከቁጥር ሁሉ በዛ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በአለኝ ሀይሌ ምስጋና ለእሱ ላብዛ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ምስጋና...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አምላኬ ሆይ አንተ እጅግ ታላቅ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ክብርና ግርማ ብርሃንን እንደ ልብስ ለብሰህ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በሰማይ ተውበህ በዙፋንህ ተቀምጠህ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በፈጠርካቸው ፍጥረታት ሁሌ ትወደሳለህ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ምስጋና...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በሰማይ የሚስተካከለው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በዙሪያው ካሉት ሁሉ ላይ ታላቅና ግሩም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በምስጋና ከፍ በል በእልልታ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እጥፍ ድርብ ይሁንልህ ተመስገንልን ጌታ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እንጂ ምስጋና...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