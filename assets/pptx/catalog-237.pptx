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Ategemetem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Birucktawit Assefa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አተገመትም በእኔ ቃላት ብዛት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አትወሰንም በአእምሮ ስፋት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አትገመትም በሺህ ቃላት ብዛት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አትወሰንም በጠቢባን ጥበብ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ከሁሉ በላይ ነህ በላይ ነህ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የችግር ቋጠሮ ውስብስብ ሲልብኝ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መግቢያ መውጫ ጠፍቶህ ግራ ሲያጋባኝ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ከሁሉ በላይ ነህ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ደግሞ ሲፈታታ ችግር ሁሉ ሲተን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የትላንት ጨለማ እንደጉም ሲበተን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ከሁሉ በላይ ነህ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አተገመትም በእኔ ቃላት ብዛት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አትወሰንም በአእምሮ ስፋት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አትገመትም በሺህ ቃላት ብዛት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አትወሰንም በጠቢባን ጥበብ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ከሁሉ በላይ ነህ በላይ ነህ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እንዳላመልክ ከፍታው ዝቅታ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ከቶ አያግደኝም አይጠፋኝ ዕልልታ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ከሁሉ በላይ ነህ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ውስጤ ቅኔ ሞልቷል ከገጠመኝ በላይ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እግዚአብሔር ነህና ኤልሻዳይ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ከሁሉ በላይ ነህ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አተገመትም በእኔ ቃላት ብዛት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አትወሰንም በአእምሮ ስፋት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አትገመትም በሺህ ቃላት ብዛት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አትወሰንም በጠቢባን ጥበብ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ከሁሉ በላይ ነህ በላይ ነህ (2x)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ሁሉም ነገር ጠፍቶ በቤቴ የሚበላ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ያልጠበኩት ነገር ሲሆንብኝ ሌላ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ከሁሉ በላይ ነህ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ደግሞ በጐጆዬ በረከት ሲሞላ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ሁሉም ነገር ሞልቶ ሲተርፈኝ ለሌላ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ከሁሉም በላይ ነህ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እታመንሃለሁ በምሥጋና ሆኜ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ድል እንደምትሰጠኝ በስምህ አምኜ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ከሁሉም በላይ ነህ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አተገመትም በእኔ ቃላት ብዛት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አትወሰንም በአእምሮ ስፋት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አትገመትም በሺህ ቃላት ብዛት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አትወሰንም በጠቢባን ጥበብ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ከሁሉ በላይ ነህ በላይ ነህ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