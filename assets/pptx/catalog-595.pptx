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Leqrebeh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Kidist Kassa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ልቅረብህ አብዝቼ ልወቅህ አብዝቼ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ልቅረብህ አብዝቼ ልወቅህ አብዝቼ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ያወኩ ለታ ወድሀለሁ ፈራሀለሁ እመስልኃለሁ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ያወኩ ለታ ወድሀለሁ ፈራሀለሁ እመስልኃለሁ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ዋላ ወደ ዉሃ ምንጭ እንደምትናፍቅ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አንተን ተጠማች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ትናፍቅሐለች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አቅሜ ነህና ብርታቴ ነህና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ሁሌም ልቅረብህ ጌታ ፊትህ ልምጣና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ልቅረብህ አብዝቼ ልወቅህ አብዝቼ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ልቅረብህ አብዝቼ ልወቅህ አብዝቼ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ያወኩ ለታ ወድሀለሁ ፈራሀለሁ እመስልኃለሁ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ያወኩ ለታ ወድሀለሁ ፈራሀለሁ እመስልኃለሁ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ጋር የዋለ ክብርሕንም ያየ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መች ሌላ ነገር ያሰኘዋል ሁልጊዜ ይናፊቅኃል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አለዉ ፊትህ ግርማ ሞገስህ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ይፈሩኃል ያከብሩኃል አንተን ሚወዱ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ልቅረብህ አብዝቼ ልወቅህ አብዝቼ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ልቅረብህ አብዝቼ ልወቅህ አብዝቼ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ያወኩ ለታ ወድሀለሁ ፈራሀለሁ እመስልኃለሁ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ያወኩ ለታ ወድሀለሁ ፈራሀለሁ እመስልኃለሁ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የእምነት አባቶቼ ለጽድቅ የጨከኑ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ለመኖር ብቻ የወሰኑ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ወንጌሉን የእዉነት ያመኑ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ምድርን የናቁ ከኃጥያት የራቁ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ምሳሌ ሆነዉ አልፈዋል አንተን ያወቁ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ልምጣ ልፈልግህ ሰላሜ ያለዉ እግር ስር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ልምጣ ልፈልግህ ደስታዬ ያለዉ እግር ስር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ልምጣ ልፈልግህ ሰላሜ ያለዉ እግር ስር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ልምጣ ልፈልግህ ደስታዬ ያለዉ እግር ስር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