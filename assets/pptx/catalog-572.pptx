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Tichilaleh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ኧረ ተዉ ሰዉ ምንድነው የሚያወራው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ይፈፅመዋል አምላኬ የጀመረውን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ይጨርሰዋል እግዚአብሄር የጀረውን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ማድረግ ሊችላል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መስራት ሊችላል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ማድረግ ሊችላል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መስራት ሊችላል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ሁሉን ማድረግ ትችላለህ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ሁሉን መስራት ትችላለህ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ይቻልሃል ሁሉን ማድረግ ይቻልሃል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ይቻልሃል ሁሉን መስራት ይቻልሃል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ባህሩን እንደሆን ከፍለኧዋል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ድንጋዩን እንደሆን ሰንጥቀሃል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ተራራውን እንደሆን ሜዳ አድርገሃል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 አለ ያላረከው ምን ይሳንሃል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ሁሉን ማድረግ ትችላለህ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ሁሉን መስራት ትችላለህ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ይቻልሃል ሁሉን ማድረግ ይቻልሃል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ይቻልሃል ሁሉን መስራት ይቻልሃል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ሳስብ ሳለሁ ተስፋ እንደሌለኝ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የእግዚአብሄር መኖር ትዝ አለኝ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 ተዉኝ እግዚአብሄር አለ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ካለ ምን ችግር አለ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ማድረግ ሊችላል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መስራት ሊችላል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ማድረግ ሊችላል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ሊችላል ሁሉን መስራት ሊችላል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ሁሉን ማድረግ ትችላለህ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ትችላለህ ሁሉን መስራት ትችላለህ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ይቻልሃል ሁሉን ማድረግ ይቻልሃል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ይቻልሃል ሁሉን መስራት ይቻልሃል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ከዙፋናት በላይ ዙፋኑ ላይ ያለው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ነው ስሙም እግዚአብሄር ነው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ከእርሱ በላይ ሆኖ የበላይ የሌለው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ነው ስሙም እግዚአብሄር ነው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አርግ እንዲህ አታድርግ የሚለው የሌለው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እግዚአብሄር ነው ስሙም እግዚአብሄር ነው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ማለት አንተ ብቻ ነህ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ጌታ አላውቅም (2x)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አምላክ ማለት አንተ ብቻ ነህ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አምላክ አላውቅም (2x)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ንጉስ ማለት አንተ ብቻ ነህ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ሌላ ንጉስ አላውቅም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