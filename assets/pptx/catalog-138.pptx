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Abet Wubetu Yelielitu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Bethlehem Tezera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ውበቱ አቤት ውበቱ የለሊቱ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ሲገለጥ እውነቱ ውበት አለው ለሊቱ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ውበቱ አቤት ውበቱ የለሊቱ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ሲታይ እውነቱ ውበት አለው ለሊቱ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የኑሮዬ ለሊት እንዲነጋ የማውቅበት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የሕይወቴ ለሊት ማዳኑን የማይበት (2x)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ዝም ባለው በድቅድቅ ለሊት አጋዥ በሚያሻበት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ግራ ቀኝ እያየሁ ስጣራ ፈልጌ እረዳት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መንፈሴን አንቅቶ አበራልኝ እውነቱን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በከበበኝ ጨለማ መሃል አሳየኝ ምሕረቱን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በሰማይ ያሉ ከዋክብት ሲመሽ እንደሚደምቁት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ዙሪያዬ ሲጨልምብኝ የአምላኬን ማዳን አየሁት (2x)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ውበቱ አቤት ውበቱ የለሊቱ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ሲገለጥ እውነቱ ውበት አለው ለሊቱ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ውበቱ አቤት ውበቱ የለሊቱ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ሲታይ እውነቱ ውበት አለው ለሊቱ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የኑሮዬ ለሊት እንዲነጋ የማውቅበት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የሕይወቴ ለሊት ማዳኑን የማይበት (2x)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ሊያባብለኝ በምድረበዳ ወሰደኝ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አስተምሮ አስተካክሎ ሊቀርፀኝ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በውዴ ላይ በርሱ ብቻ ተደግፌ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ይህች ማን ናት የሚሉኝን እንዳይ አልፌ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ያለኝን በሙሉ ወዲያ ማዶ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አሻገረው ብቻዬን ሊያይ ወዶ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ሲታገለኝ ቆየ በጨለማው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አስቸጋሪው ልቤን እስክረታው (2x)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ሥሜን ሊቀይር አድኖም ሊያስቀረኝ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የሁለት ክፍል ሰራዊት ሊያረገኝ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ሥርዓቱን እማር ዘንድ አስጨነቀኝ (4x)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