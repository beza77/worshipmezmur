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Serah Gerum Ena Denq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በወጀብ በአውሎ ንፋስ በማዕበል ስንናወጥ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ወጀቡን የሚገስጽ ማዕበሉን የሚያሰኝ ጸጥ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ሥራህ ግሩምና ድንቅ ነው (3x) ጌታ ሆይ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ሥራህ ግሩምና ድንቅ ነው (3x) ጌታ ሆይ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እኛን ያስጨነቀውን ማዕበሉን የሚረግጥ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በውኃ ላይ የሚራመድ እኛንም የሚያራምድ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ሥራህ ግሩምና ድንቅ ነው (3x) ጌታ ሆይ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ሥራህ ግሩምና ድንቅ ነው (3x) ጌታ ሆይ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በእጥፍ የነደደውን እቶኑን የሚያበርድ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በእሳት ውስጥ የሚራመድ እኛንም የሚያራምድ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ሥራህ ግሩምና ድንቅ ነው (3x) ጌታ ሆይ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ሥራህ ግሩምና ድንቅ ነው (3x) ጌታ ሆይ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(4x)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አምነንህ አላፈርንም ጠብቀን አልከሰርንም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የእኛ ጌታ ሁሉንም የረታህ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