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Gieta Amlakie Beyie Seteraw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ጌታዬ አምላኬ ብዬ ስጠራው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ከቅዱስ ማደሪያው ተነሳልኝ ክንዱ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አምላኬ ብዬ ስጠራው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ከቅዱስ ማደሪያው ተነሳ ያ ክንዱ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 ሲከሰኝ አሃሃ ድካሜን ሲያሳየኝ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ኃይል ሆነልኝ ለእኔ እግዚአብሔር አገዘኝ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እራሴን ቀብቶ ኦሆሆ በመቅደሱ አቆመኝ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መልካም እርሻ ውብ መዓዛ ሰጠኝ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ጌታዬ አምላኬ ብዬ ስጠራው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ከቅዱስ ማደሪያው ተነሳልኝ ክንዱ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አምላኬ ብዬ ስጠራው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ከቅዱስ ማደሪያው ተነሳ ያ ክንዱ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በደሌን ኀጢአቴን አሃሃ በደሙ አጠበና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ለእኔም አንደ ያዕቆብ ሥሜን ለወጠና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ታሪክ ቃየረና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የራሱ አደረገኝ ኦሆሆ በሥሙ ተጠራሁ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በቀረው ዘመኔ ልኖር አስከብሬው እንድኖር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ጌታዬ አምላኬ ብዬ ስጠራው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ከቅዱስ ማደሪያው ተነሳልኝ ክንዱ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አምላኬ ብዬ ስጠራው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ከቅዱስ ማደሪያው ተነሳ ያ ክንዱ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 የሰማ አሃሃ በባዕድ አገር ላይ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ሊያስጥለኝ ተነሳ ውዴን ከእጄ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ከእርሱ ሊለይ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ግን ተስፋዬን አሃሃ ላልረሳ ምያለሁ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ደስታዬ በጌታ እንደሆነ አውቃለሁ ተደላድያለሁ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ጌታዬ አምላኬ ብዡ️ ስጠራው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ከቅዱስ ማደሪያው ተነሳልኝ ክንዱ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አምላኬ ብዡ️ ስጠራው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ከቅዱስ ማደሪያው ተነሳ ያ ክንዱ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የአባቶቼ አምላክ አሃሃ ዛሬም ከእኔ ጋር ነው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የተማመንኩበት ሥሙ እግዚአብሔር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ኤልሻዳይ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እግሮቼን ጠብቆ ኦሆሆ ኃይልን አስታጥቆኛል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በከፍታዎቹ በክብሩ አራምዶኛል በድል አቁሞኛል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ጌታዬ አምላኬ ብዡ️ ስጠራው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ከቅዱስ ማደሪያው ተነሳልኝ ክንዱ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አምላኬ ብዡ️ ስጠራው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ከቅዱስ ማደሪያው ተነሳ ያ ክንዱ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