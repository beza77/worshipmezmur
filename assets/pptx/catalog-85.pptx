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Derebie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'Betty' Wolde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ደርቤ ደርቤ ላብዛው ምሥጋናዬን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ለምወደውና ለቸሩ ጌታዬ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ምሥጋና ይብዛልህ አሃሃ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አምልኮና ክብር ኦሆሆ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ይሄ ነው መሻቴ አሃሃ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እንዳስከብር ኦሆሆ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የልቤ ናፍቆት ስትከብር ማየት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አቤቱ አመሰግንሃለሁ (4x)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በሕይወቴ ብርሃን ብርሃን ይሁን ያልከው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ተባረክ በሰማይ ያለኸው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ከክብር ጋር ጌታ አሃሃ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ተቀብለኸኛል ኦሆሆ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ከፊትህ ጋር ደስታን ኣሃሃ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አጥግበኸኛል ኦሆሆ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የልቤ ናፍቆት ስትከብር ማየት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አቤቱ አመሰግንሃለሁ (4x)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ከጠላት መንጋጋ ያወጣኝ ፈልቅቆ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የምኖርበትን አይቶታል አርቆ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የክብሩ ፀዳል አሃሃ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በእኔ ላይ በራልኝ ኦሆሆ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ያስጨነቀኝ ሁሉ አሃሃ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በረከት ሆነልኝ ኦሆሆ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የልቤ ናፍቆት ስትከብር ማየት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አቤቱ አመሰግንሃለሁ (4x)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የልቤ ናፍቆት ስትከብር ማየት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አቤቱ አመሰግንሃለሁ (4x)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