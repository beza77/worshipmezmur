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Qedus Egziabhier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ንጹህ ፍፁም ነውር የሌለህ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ነውር የለህም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እድፈት የለህም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ጉድለት የለህም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እንከን የለህም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ራስህ እውነት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ውሸት የለብህ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የለብህ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ንጹህ ፍፁም ነውር የሌለህ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ነውር የለህም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እድፈት የለህም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ጉድለት የለህም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እንከን የለህም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ታድያ እኔ ተስፋዬ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አይደለም ዎይ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አሁንስ ተስፋዬ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አይደለም ዎይ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ጠቢብ በጥበቡ አይመካ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ኃያልም በኃይሉ አይመካ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ፍርድንና ጽድቅን በምድር ላይ የሚያደርግ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መሆኑን በማወቁ ብቻ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በዚያ ይመካ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አውቄያለሁና ጠንቅቄ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ያላንተ ተስፋ እንደሌለኝ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ያላንተ ተስፋ እንደሌለኝ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የታመነ ሰው ሌላ ሌላ ሳይደምር/ሳይጨምር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የተረጋገጠ ነው ፍጻሜው እንደሚያምር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ታድያ እኔ ተስፋዬ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አይደለም ዎይ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አሁንስ ተስፋዬ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አይደለም ዎይ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አዋቂው በዕውቀቱ አይመካ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ጻድቁም በጽድቁ አይመካ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ፀላይም በፀሎቱ አይመካ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ጿሚዉም በመጾሙ አይመካ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ፍርድንና ጽድቅን በምድር ላይ የሚያደርግ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መሆኑን በማወቁ ብቻ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ይመካ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ንጹህ ፍፁም ነውር የሌለህ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ነውር የለህም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እድፈት የለህም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ጉድለት የለህም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እንከን የለህም 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ራስህ እውነት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ውሸት የለብህ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የለብህ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