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Yewedegnal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በግ ይወደኛል (3X)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በእኔ ቦታ ታርዶልኛል ይወደኛል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ከፍ ከፍ ያለ ነው (3X)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ከፍ ልሸከመው ከፍ ከፍ የማልችለው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ከፍ ከፍ ያለ ነው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 በላዬ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ጌታዬ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በግ...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ወደደኝ ከእሱ የራኩትን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በክፉ በደል ተዘፈኩትን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ምኔ ደስ አለው የሚወደኝ ጌታ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እሱ ሞተልኝ የመሞቴ ለታ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ከራሱ ይልቅ እኔን ያፈቅረኛል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ይወደኛል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አይሏል ጨምሯል በላዬ (3X)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መልካም ሰርቼ የማላሻሽለው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ጥሩ ሰርቼ ከፍ የማላደርገው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መልካም ሰርቼ የማላሻሽለው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ጥሩ ሰርቼ ከፍ የማላደርገው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የኢየሱስ ፍቅር ከፍ ከፍ ያለነዉ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ከኔ በጎነት ያልተጀመረ ነዉ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የጌታ ፍቅር ከፍ ከፍ ያለነዉ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ከኔ በጎነት ያልተጀመረ ነዉ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ይወደኛል (4X), ከፍ..., ፍቅርህ..., ከፍ..., ፍቅርህ...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