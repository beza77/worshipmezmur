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LeAmlaknetih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ላምላክነትህ እንሰግዳለን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ለጌትነትህ እንዘምራለን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 ነህና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ነህና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ለኛስ ውለታህ ስለበዛብን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የማይገባንን ከፍ ክፍ ካረከን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በልጅህ ምክንያት ወዳንተ ቀርበናል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ነህ እግዚአብሔር ተመስገን ብለንሀል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ላምላክነትህ እንሰግዳለን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ለጌትነትህ እንዘምራለን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 ነህና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ነህና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በሰማይ ተቀምጠህ ላለህው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ብርሃንን እንደልብስ ለተጎናጸፍከው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በመንፈስ እንሰግድልሃለን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በዝማሬ እንወድሰዋለን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የፈጠርካቸውም አንተን ይጠሩሀል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ጠዋትና ማታ ክብርን ይሰጡሀል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ተባረክ ስምህ ይባረክ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በእጆችህ ስራ ዛሬም ተወደስ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ላምላክነትህ እንሰግዳለን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ለጌትነትህ እንዘምራለን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 ነህና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ነህና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