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Yedesta Zeyt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Alemu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መከራን ባየሁበት ዘመን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ክፉንም ባየሁበት ፈንታ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 ደስታን ዘይት ከላዬ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አፈሰሰልኝ በላዬ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ጌታዬ(2) (2)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ለቅሶዬን በ ደስታ ቀየረልኝ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ቀየረልኝ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እምባዬን ካይኔ ላይ አበሰልኝ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አበሰልኝ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 ሃ ሃ ጠላቶች በኔ ላይ በተነሱ ጊዜ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 ሃ ሃ በ ፍርሃት ውስጥ ስባኝ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ሆኜ በ ትካዜ (2)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ላንተ ብሎ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ሃዘን ተከልክሎ (2)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አሳዳጆቼ ወድቀው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 ዙሪያዬ አየሁ አሄ ሄ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ባምላኬ ተመተው (2)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መከራን ባየሁበት ዘመን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ክፉንም ባየሁበት ፈንታ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 ደስታን ዘይት ከላዬ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አፈሰሰልኝ በላዬ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ጌታዬ(2) (2)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ለቅሶዬን በ ደስታ ቀየረልኝ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ቀየረልኝ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እምባዬን ካይኔ ላይ አበሰልኝ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አበሰልኝ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አብሮነቱ ከኔ ጋር ሆነና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አብሮኝ ሆነና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ለዋውጦ ቀያይሮ አስዋበኛ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አቆመኝ እንደገና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አዝማቼ !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አዝማቸ ነው ከፊተ ሚወጣው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 ጦርነቴ ላይ ድልን የሚያመጣ (2)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አስጨናቂዎቼን ባንድ ቃል በትኖ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ተራመድ ብሎኛል ተራራውን ደልድሎ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 እንግዲማ ኖራለሁኝ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ያምላኬ ስም እየተጠራ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ኩራት ወጌ ማረጌ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ደራሽ ለ ነፍሴ (4)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