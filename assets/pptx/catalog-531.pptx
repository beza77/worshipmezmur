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Kante Yemibelt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ከአንተ የሚበልጥ ለእኔ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አምላኬ/አንደኛ ዘለዓለም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ተባረክልኝ ዘለዓለም ተወደስልኝ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ተባረክልኝ ዘለዓለም ተወደስልኝ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ዘመን አመሰግናለሁ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ሥም እጆቼን የእኔ ጌታ አምላኬ አነሳለሁ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በቅበና በስብ እንደሚጠግቡት የእኔ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ትጠግባለች አምላኬ ያልኩትን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ከአንተ የሚበልጥ ለእኔ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አንደኛ ዘለዓለም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ተባረክልኝ ዘለዓለም ተወደስልኝ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ተባረክልኝ ዘለዓለም ተወደስልኝ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ቅዱሳኑ ሁሉ እርሱን ወደዱት የእኔን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ፊተኛ ቀዳሚ ሆሆ አንደኛ አድርጉት 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ስትወደድ እጅግ ደስ ይለኛል የእኔ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የወዳጄ ወዳጅ ልቤን ያረካኛል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ከአንተ የሚበልጥ ለእኔ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አንደኛ ዘለዓለም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ተባረክልኝ ዘለዓለም ተወደስልኝ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ተባረክልኝ ዘለዓለም ተወደስልኝ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ክብር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ምሥጋና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በጽድቅ የተሞላህ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አምላክ ነህና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ክብር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አምልኮ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በጽድቅ የተሞላህ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አምላክ ነህኮ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እወዳለሁ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እወዳለሁ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እወዳለሁ ላመልክህ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ላከብርህ እወዳለሁ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ላከብርህ እወዳለሁ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ላከብርህ እወዳለሁ ላከብርህ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እስትንፋስ ያላቸው ፍጥረታት ሁሉ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አንተን አይተው እንዴት ዝም ይላሉ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በቋንቋቸው ሁሉም ያመሰግናሉ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ለአንተ ይሁን ተመሥገን ይላሉ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ክብር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ምሥጋና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በጽድቅ የተሞላህ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አምላክ ነህና 4x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ከክብርም በላይ በላይ ይሁንልህ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ከምሥጋና በላይ በላይ ይሁንልህ ይሁንልህ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ይሁንልህ ይሁንልህ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