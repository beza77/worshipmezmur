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Tadiya Lemen Metahu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ታዲያ ለምን መጣሁe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ላመልክህ ነው እንጂ4x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ብዬ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ተከትዬህ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ይኸው መጣሁኝ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ሁሉን ጥዬ 2x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ግን ሰማይና ምድርን የሰራውን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እግዚአብሔርን አገለግላለሁ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እቤቱ እየመጣሁ እባርከዋለሁ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እግዚአብሔርን አገለግላለሁ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እኔማ ግን ሰማይና ምድርን የሰራውን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እግዚአብሔርን አገለግላለሁ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እቤቱ እየመጣሁ እባርከዋለሁ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እግዚአብሔርን አገለግላለሁ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እግዚአብሔርን አገለግላለሁ እግዚአብሔርን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እግዚአብሔርን አገለግላለሁ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ዓላማዬ ነህ ዋና ሀሳቤ ካንተ ጋር መሆን ነው የኔ ግቤ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ዓላማዬ ነህ ዋና ሀሳቤ አንተ ጋር መሆን ነው የኔ ግቤ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