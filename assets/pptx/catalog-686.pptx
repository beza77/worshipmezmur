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Enie Ersun Yemawqew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አፉ እንደተናገረው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ያደርጋል ጌታዬ ታማኝ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አፉ እንደተናገረው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ታማኝ ነው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በመልካምነቱ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በኃያልነቱ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በፈዋሽነቱ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በመሃሪነቱ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በእውነተኛነቱ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በታማኝነቱ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በሰፌው ትዕግስቱ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በረዳትነቱ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 ከውጭ ሆነው እንዲህ አሉኝ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አምላኳ ያርግ አሉ ዛቱብኝ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አምላኬም ከሠማይ ይህንን አየ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በሚያሳይበት ሰርቶ አሳየ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ጌታዬም ከሠማይ ይህን አየ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በሚያሳይበት ሰርቶ አሳየ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በመልካምነቱ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በኃያልነቱ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በፈዋሽነቱ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በመሃሪነቱ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በእውነተኛነቱ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በታማኝነቱ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በሰፌው ትዕግስቱ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በረዳትነቱ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እንደዚህ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እስራቴን ፈትቶ ሲለቀኝ ነው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ይሄን ስማ እነግርሃለው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አንተ አይደለም ጌታ ታማኝ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ታማኝ ነው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በመልካምነቱ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በኃያልነቱ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በፈዋሽነቱ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በመሃሪነቱ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በእውነተኛነቱ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በታማኝነቱ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በሰፌው ትዕግስቱ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እርሱን የማውቀው በረዳትነቱ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