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Esu Sew Kebere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በለሷን ፍሬዋን የጠበቀ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ይበላል ትግስቱ ያላለቀ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ጌታውን የጠበቀ ሰው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ስፍራዬን አለቅም ያለው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 ሰው ከበረ አሄሄ ጌታን ያከበረ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ስምዖን ትጉህ እና ፃድቅ ሰው ነበረ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አያለው ቅዱሱን እያለ የኖረ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ሲጠብቅ ቆይቶ ህፃኑን ሲያየው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እጆቹን አንስቶ እንደዚህ አለዉ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ለህዝቦች ሁሉ መድኃኒት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የሆነውን እሱን ስላየሁት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መኖር አልሻም ውሰደኝ በቃ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በፅድቄ የኖርኩት እሱን ጥበቃ ልጁን ጥበቃ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 ስኬት 3X ጌታን ማየት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 ከፍታ 3X ፊትህ ነው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ያርስ የለ ወይ በበጋ ልቡን ጥሎ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ገበሬው አምኖ ይዘንባል ብሎ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በደረቅ መሬት አምኖ ያረሰ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በክረምት እርሻው እረሰረሰ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እጠብቅሃለው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መውደዴን በዚ አሳይሃለው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ቀን ዓለም እያየህ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ልትወስደኝ ትመጣልኛለህ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 ስኬት...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 ከፍታ....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በለሷን.....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ፍፃሜው ክብር ነው አንተን መጠበቄ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መብራቴን አብርቼ ወገቤን ታጥቄ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እጠብቅሃለሁ እስክትመለስ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ሙሽራው አዳኜ ጌታዬ ኢሱስ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ፊትህን እንዳይ ተርቤ የለ ወይ እርቦኝ የለ ወይ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ለጥቂቶች ማዳን ብትዘገይ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ጨመረብኝ ፍቅርህ በየለቱ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ተናፍቀኃል ኢየሱስ የናዝሬቱ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እስክትመጣ እስክትመለስ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ጠብቅሃለው ውዴ ኢየሱስ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ጠነከተብኝ ፍቅርህ በረታ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በቶሎ ናልኝ የህይወቴ ጌታ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