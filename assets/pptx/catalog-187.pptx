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011680"/>
            <a:ext cx="10881360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5400" b="1">
                <a:solidFill>
                  <a:srgbClr val="FFFFFF"/>
                </a:solidFill>
                <a:latin typeface="Ebrima"/>
                <a:ea typeface="Ebrima"/>
                <a:cs typeface="Ebrima"/>
              </a:rPr>
              <a:t>Yenie Gieta New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4023360"/>
            <a:ext cx="1088136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3000" b="0">
                <a:solidFill>
                  <a:srgbClr val="CCCCCC"/>
                </a:solidFill>
                <a:latin typeface="Ebrima"/>
                <a:ea typeface="Ebrima"/>
                <a:cs typeface="Ebrima"/>
              </a:rPr>
              <a:t>Bethlehem Tezera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ሞገስ የጠገበ ክብር የተረፈው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ምሥጋና አምልኮ ገንዘቡ የሆነው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እርሱማ የእኔ ጌታ ነው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እርሱማ የእኔ ጌታ ነው 2x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ሰማይ ምድሩ የተገረመበት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ለውበቱ የተነገረለት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እርሱማ የእኔ ጌታ ነው 2x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ክብሩ ሰማያትን የከደነ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ምሥጋናው በምድር የተመመ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እርሱማ የእኔ ጌታ ነው 2x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የጌታዎች ጌታ የነገሥታት ጌታ የኃያላን ጌታ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የአለቆች ጌታ የመሪዎች ጌታ የብርቱዎች ጌታ 2x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እግዚአብሔር እግዚአብሔር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የእኔ አምላክ ነው እርሱማ እግዚአብሔር 2x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የእኔ አምላክ ነው እርሱማ እግዚአብሔር 2x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አዶናይ ፀባዖት ኤልካዶሽ የሆነው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ራሱን ተማምኖ አውቆ እኔ ነኝ ያለው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እርሱማ የእኔ ጌታ ነው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እርሱማ የእኔ ጌታ ነው 2x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ሰማያትን በስንዝር የለካ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ዓለማትን በእጆቹ የያዘው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እርሱማ የእኔ ጌታ ነው 2x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ከዋክብትን በሥም የሚጠራ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በቀን በሌት ሁሉን የሚያሰማራ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እርሱማ የእኔ ጌታ ነው 2x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የጌታዎች ጌታ የነገሥታት ጌታ የኃያላን ጌታ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የአለቆች ጌታ የመሪዎች ጌታ የብርቱዎች ጌታ 2x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እግዚአብሔር እግዚአብሔር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የእኔ አምላክ ነው እርሱማ እግዚአብሔር 2x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የእኔ አምላክ ነው እርሱማ እግዚአብሔር 2x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