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Ene Yamenkuh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ያመንኩህ የተደገፍኩህ አንተማ ጀግና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ያመንኩህ የተደገፍኩህ አንተም ጅግና ነህ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አንተማ ጅግና ነህ/8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ምድር መሰከሩ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ካንተ በላይ የለም አሉ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ተናገሩ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ካንተ በላይ የለም አሉ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ጀግና ነህ/2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ሃያል ነህ/2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ያመንኩህ የተደገፍኩህ አንተማ ጀግና ነህ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ያመንኩህ የተደገፍኩህ አንተም ጅግና ነህ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አንተማ ጅግና ነህ/8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ተስማማው ከፍጥረት ጋራ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ክብር ሁሌ እንዳወራ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 ላውጅ በሰማይ በምድር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አላየሁ እንደ እግዚአብሔር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ጀግና ነህ/2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ሃያል ነህ/2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ያመንኩህ የተደገፍኩህ አንተማ ጀግና ነህ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ያመንኩህ የተደገፍኩህ አንተም ጅግና ነህ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አንተማ ጅግና ነህ/8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