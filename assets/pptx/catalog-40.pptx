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Egziabhier Melkam New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Bereket Tesfaye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በሕይወቴ ያለፈውን ዞር ብይ ሳየው ስመለከተው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የእኔ ጉልበት ሳይሆን እዚህ ያደረሰኝ መልካምነቱ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የእኔ ብርታት ሳይሆን እዚህ ያደረሰኝ ኧረ እርሱ ጌታ ነው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መልካም ነው 2x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የሚመስለው ማነው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በመልካምነቱ በመልካምነቱ ታጋሽ ርህሩህነቱ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ነገሬ የሰመረው 3x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ከኢየሱስ የተነሳ ነው 2x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ከኢየሱስ የተነሳ ነው 4x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የእራሴ አስተዋፅዖ አንድም የሌለበት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ያልደከምኩበት እዚህ ለመድረሴ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ምክንያቱ አንድ ነው እግዚአብሄር መልካም ነው 2x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መልካም ነው 2x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የሚመስለው ማነው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በመልካምነቱ በመልካምነቱ ታጋሽ ርህሩህነቱ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ነገሬ የሰመረው 3x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ከኢየሱስ የተነሳ ነው 2x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ከኢየሱስ የተነሳ ነው 4x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በምድረ በዳ ላይ አንድ ነገር ሳይኖር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ምንጭን አፈለቀ ጌታ በተዓምር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የምድረ በዳዉ ሃሩር ሳያገኘኝ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የነ ሙሴ አምላክ ተጠነቀቀልኝ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ወጥመድ ተሰበረ ወጥመድ ተሰበረ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ጌትዬ ከበረ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ወጥመዱን ሲሰብረው ወጥመዱን ሲሰብረው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ባይኔ አይቻለሁ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በሕይወቴ ያለፈውን ዞር ብይ ሳየው ስመለከተው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የእኔ ጉልበት ሳይሆን እዚህ ያደረሰኝ መልካምነቱ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የእኔ ብርታት ሳይሆን እዚህ ያደረሰኝ ኧረ እሱ ጌታ ነው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መልካም ነው 2x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የሚመስለው ማነው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በመልካምነቱ በመልካምነቱ ታጋሽ ርህሩህነቱ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ነገሬ የሰመረው 3x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ከኢየሱስ የተነሳ ነው 2x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ከኢየሱስ የተነሳ ነው 4x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