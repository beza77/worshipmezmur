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Menfes Kidus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አፅናኙን መንፈስ ልኮልናል በሰላሙ/በእውነቱ ይምሎናል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ምሰማው ባይሆን ደህና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እንፀናለን መንፈሱ/አምላክ አለንና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እንቆማለን መንፈስ ቅዱስ አለንና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ከማዕበሉ በላይ ከወጀቡም በላይ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ከችግሩም ጥልቀት ከምንሰማው/ከምናየው በላይ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ብርቱ/ደህና የሚያረገን መንፈሱ አይደል ወይ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በጨለማው ዓለም ጨለማው በርትቷል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የጭንቅ የምጥ ዜናው ቀን ከሌት ይፋጃል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የብርሀኑ መንፈስ ልባችንን ያዘው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አንጅማ ከፍሙ ማን ነው ምተርፈው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 ቂዱስ ተሰቶናል በሰላሙ/በእውነቱ ይሞላናል/ይመራናል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በእውነቱ/ በሰላሙ እየመራ እስከፅዖን ያዘልቀናል/ያደርሰናል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ትናንት ዛሬም ነገም መንፈሱ ይሰራል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ለደረኩ አጥንቶች ሕይወትን ያድላል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ለሌላቸው ተስፋ ተገን ሆኖ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መሀላችን በልባችን ገኖ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መንፈስ ቂዱስ ተሰቶናል በሰላሙ/በእውነቱ ይሞላናል/ይመራናል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በእውነቱ/ በሰላሙ እየመራ እስከፅዖን ያዘልቀናል/ያደርሰናል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