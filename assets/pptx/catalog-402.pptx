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Yetadelen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የተጠራ ወገን በአንተ የተወደደ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ከጥፋት ባህር ንዳድ በስምህ የተጋረደ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 ኢየሱስ የሆንክለት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መጠሪያ የዘውድ ስሙ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በኪዳንህ የሚራመድ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በደምህ የገባ ከደሙ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በክብርህ እሳት የሚነድ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በህልውናህ ዓለም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በእረፍት ጠል የረሰረሰ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ከህዝብህ በቀር የለም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ከእኛ በቀር የለም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ከህዝብህ በቀር የለም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የታደልን ህዝብ በአንተ ታየን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ተመረጥን ተወደድን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መስዋዕት በሆንክ በተነሳህ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ከሞት…..ከሞት አመለጥን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ክብራችን ነህ ሞገሳችን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ብንዘምርልህ ብንዘምርህ የማይደክመን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ለሰማዩም ለምድሩም መጠጊያ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የታመንብህ ጽኑ መጠለያ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ክብራችን ነህ ሞገሳችን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ብንዘምርልህ ብንተርክህ የማይደክመን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ለሰማዩም ለምድሩም መጠጊያ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የታመንብህ ጽኑ መጠለያ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እናመልክሃለን (x5)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በማይጠፋ ሕይወት በማይሞት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ገርስሰህ የዘላለምን ሞት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በብርሃንህ ብርሃን አሳየኸን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ባለህበት አሰፈርከን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እንላለን? የሱስ ምን አለን?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ክበር ክበር (x3)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እንላለን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ንገስ ንገስ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ንገስ እንላለን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ተሞኝተን አይደለም ምናመልክህ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የምንልህ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በደንብ ገብቶናል አንድ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ልንርቅ እኛ አንችልም ከእቅፍህ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ተሞኝቼ አይደለም የማመልክህ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ሁሌ ምልህ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ገብቶኛል አንድ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ልርቅ እኔ አልችልም ከእቅፍህ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አለን ከአንተ ውጪ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ምን አለን ከአንተ ውጪ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ምንጠራው አንተን ነው ምንጠራው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ምናሳየው አንተን ነው ምናሳየው (x2)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