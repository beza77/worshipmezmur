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Bareneten Sheshtew Yewetut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የባርነት ኑሮ ሰልችቷቸው ተመረዉ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ቅድስቲቷን ከተማ ተመኝተው ፈልገዋት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ተጨንቀህ ተጠበህ ያወጣሃቸው ምርጥህ ሕዝቦች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ሄደው አለቁ ጌታዬ ደምህ ፍሬዎች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ባርነትን ሸሽተው ከግብጽ ምድር የወጡት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ሄደው አለቁ ከነአንን ሳያይዋት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መልሳቸው ወደ መንጐችህ 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ሳይደርስባቸው የፍርድ እለት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ሲያለቅሱ በምኞት እጅግ ናፍቀው ያቺን ሃገር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ደግሞም እየጠጡ የሕይወትን ውኃ በፍቅር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ጸጋር በዝቶላቸው የነበሩት በአገልግሎት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ምን ጠቃሚ አገኙና ጥለውህ ሄዱ ከአንተ ሚበልጥ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ባርነትን ሸሽተው ከግብጽ ምድር የወጡት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ሄደው አለቁ ከነአንን ሳያይዋት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መልሳቸው ወደ መንጐችህ 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ሳይደርስባቸው የፍርድ እለት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በምህረትህ አቅፈህ አሳድገህ በአንተ ጉያ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ይችሉታል የበረሃውን መሰማሪያ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የሕይወቱን ውኃ እየጠጡ ያደጉትን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እንዴት ይችሉታል የበረሃውን ጥማትን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ባርነትን ሸሽተው ከግብጽ ምድር የወጡት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ሄደው አለቁ ከነአንን ሳያይዋት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መልሳቸው ወደ መንጐችህ 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ሳይደርስባቸው የፍርድ እለት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የደምህን ፍሬ ዘርተህ ነበር በጭንቅ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አድገዋል ሲባሉ ጠወለጉና ጠፉ 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ኧረ መልሳቸው ጌታ ኢየሱስ ስለደምህ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ወደ ለምለም ይምጡ ከበረሃው ግልገሎችህ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ባርነትን ሸሽተው ከግብጽ ምድር የወጡት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የት ሄደው አለቁ ከነአንን ሳያይዋት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መልሳቸው ወደ መንጐችህ በረት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በሩ ሳይዘጋ ሳይደርስባቸው የፍርድ እለት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