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Alagegnehum Felegie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አላገኘሁም ፈልጌ ፈልጌ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የምሰጠውን መስዋት አድርጌ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እራሴን ሰውነቴን መሰዊያው ላይ ላኑርልህ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ቅድስና ደስ የሚያሰኝ ሕያው መስዋት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ይሁንልህ ይሁንልህ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አላገኘሁም ፈልጌ ፈልጌ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የምሰጠውን መስዋት አድርጌ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ያለው በዙፋኑ 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ተከብሮ ያለ በሠማይ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 አይነስበት ክብርም ይጨመርለት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አይነስበት ክብርም ይጨመርለት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ዝማሬም አይነስበት ክብርም ይጨመርለት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የማይመረመረው ድንቅ 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የማይቆጠረው ተዓምራት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ያደረገው ማነው እግዚአብሔር ነው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 የሰራ ማነው እግዚአብሔር ነው አሃ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ሁሉ ለእርሱ ይሁን 4x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አላገኘሁም ፈልጌ ፈልጌ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የምሰጠውን መስዋት አድርጌ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እራሴን ሰውነቴን መሰዊያው ላይ ላኑርልህ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ቅድስና ደስ የሚያሰኝ ሕያው መስዋት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ይሁንልህ ይሁንልህ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ኃይል የሌለውን ምንኛ ረዳኸው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ጥበብ ያጣውን ምንኛ መከርከው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የደከመውን ምንኛ አገዝከው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የተጣለውን ምንኛ አነሳኸው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ረድኤቴ አንተ አይደለህም ዎይ 4x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የረዳኝ የረዳኝ ጌታዬ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ባለውለታዬ ባለውለታዬ ባለውለታዬ 2x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ሕይወቴን የሞላህልኝ ኢየሱስ ተመስገንልኝ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ጉልበቴን ያጸናህልኝ ኢየሱስ ተመስገንልኝ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መንገዴን ያቀናህልኝ ኢየሱስ ተመስገንልኝ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ጽዋዬን የሞላህልኝ ኢየሱስ ተመስገንልኝ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እጅህን ትከፍታለህ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 ትከፍታለህ ኦሆ ትከፍታለህ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ሕይወት ላለው ሁሉ መልካም 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ታጠግባለህ ኦሆ ታጠግባለህ አሃ 2x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 አፌን ሳቅ ሞላው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ዓይኔም አየችው ጌታ ይሄ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 እንደገና አፌን ሳቅ ሞላው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ዓይኔም አየችው ጌታ ይሄ ነው 3x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ይሄ ነው ጌታ ይሄ ነው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ህልም ነው ወይ እውን እንዴት ይገርማል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ሲሰራ አንድ ቃል ያበቃል 2x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ያለው በዙፋኑ 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ተከብሮ ያለ በሠማይ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 አይነስበት ክብርም ይጨመርለት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አይነስበት ክብርም ይጨመርለት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ዝማሬም አይነስበት ክብርም ይጨመርለት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 አይነስበት ክብርም ይጨመርለት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አይነስበት ክብርም ይጨመርለት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ዝማሬም አይነስበት ክብርም ይጨመርለት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