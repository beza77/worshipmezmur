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Abeqa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Mesfin Gutu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አበቃ አከተመ በተባለ ጊዜ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ማነው ለእኔስ ፈጥኖ የደረሰው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እኮ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እኮ ነው አሃ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እኮ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ይህን ያደረገው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እስራቴን ፈተህ ቀንበሬን ሰብረህ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ያስጨነቀኝ ጠላት ከእግሬ ሥር ጥለህ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ዛሬማ ቀና አልኩኝ ይኸው በኢየሱስ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ዘለዓለም ልገዛ ልስገድልህ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 እንደሌለው ለምን አዝናለሁ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ረዳት እንደሌለው ለምን አዝናለሁ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አባት እንደሌለው ለምን አዝናለሁ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ረዳት እንደሌለው ለምን አዝናለሁ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ሲረዳኝ በዓይኔ እያየሁ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ሲያግዘኝ በዓይኔ እያየሁ (2x)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ሥምህን ጠርቼ ሁሉን አለፍኩ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መቼ አንተን ይዤ እኔስ አፈርኩ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የሚያቅተኝ ሁሉ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እወጣዋለሁ የአንተ ነው ኃይሉ (2x)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አበቃ አከተመ በተባለ ጊዜ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ማነው ለእኔስ ፈጥኖ የደረሰው (2x)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እኮ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እኮ ነው አሃ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እኮ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ይህን ያደረገው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 እንደሌለው ለምን አዝናለሁ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ረዳት እንደሌለው ለምን አዝናለሁ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አባት እንደሌለው ለምን አዝናለሁ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ረዳት እንደሌለው ለምን አዝናለሁ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ሲረዳኝ በዓይኔ እያየሁ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ሲያግዘኝ በዓይኔ እያየሁ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