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Keber Neges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ጌታ እየሱስ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እየሱስ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ይበል ከፍ ይበል ስምህ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 ከተነገረው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እንዳንተ ማን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የኃያላን ሁሉ ኃያል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የጌታዎች ሁሉ ጌታ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የኛ እግዚአብሔር ማን ነው ሚመስልህ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ሰምቶ ሁሉም ያክብርህ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የኛ እግዚአብሔር ማን ነው ሚመስልህ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ሰምቶ ሁሉም ያክብርህ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ያክብርህ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ጌታ እየሱስ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እየሱስ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ይበል ከፍ ይበል ስምህ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 ከተነገረው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እንዳንተ ማን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ስልጣን ያንተ መንግስትም ያንተ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ሁሉ ጌታ በእጅህ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የኛ እግዚአብሔር እጅግ ጥልቅ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ሰማየ ሰማይ አይችልም ሊይዝህ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የኛ እግዚአብሔር እጅግ ጥልቅ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ሰማየ ሰማይ አይችልም ሊይዝህ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አይችልም ሊይዝህ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ጌታ እየሱስ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እየሱስ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ይበል ከፍ ይበል ስምህ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 ከተነገረው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እንዳንተ ማን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ዛሬ ብዙ ተብሎልሃል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በብዙዎች አንደበት ተነግሮልሃል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እንደዚህ ብቻ አይደለህም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እግዚአብሔር እኩያ የለህም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እንደዚህ ብቻ አይደለህም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እግዚአብሔር እኩያ የለህም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እኩያ የለህም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ንገስ ክበር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ጌታ እየሱስ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እየሱስ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ይበል ከፍ ይበል ስምህ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 ከተነገረው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እንዳንተ ማን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