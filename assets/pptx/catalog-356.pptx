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Betarikeh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ክቡር የሰው ልጅ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ክቡር በሰማይ በምድር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የአንድ ዘር ቅጂ የአንድ ዘር እፍን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አሻራ መልኩ ቢለያይ ቀለሙ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ወርቁ ቢፈተሽ አንድ ነው ደሙ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ከጎሳ ከዘር ከባህል ትውፊት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ከሀገርም በላይ ከብሄር በፊት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አብ የፈጠረው በሁሉ አንግሶ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ወልድ የሞተለት ደሙን አፍስሶ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ነው ክቡር ሰው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የተከበረ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ባምሳለ እግዚአቤር የተመተረ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ምኑም ቢለያይ ድንበር አብሶ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 አድርጎታል ክርስቶስ ሞቶ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ክቡር ክቡር ክቡር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ክቡር ክቡር ክቡር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ክቡር ክቡር ክቡር ፍጡር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ክቡር ክቡር ክቡር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በታሪክ ማይገናኘውን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በታሪክ ልዩነት ያለውን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የዘር የዳድ ድንበር ያበጀውን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በምንም በምንም ጭራሽ ማይገጥመውን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 በታሪክህ አንድ አደረግከው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በታሪክህ አገናኘኸው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በመስቀልህ አንድ አደረግከው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በታሪክህ አገናኘኸው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 ነን ማለት ይቻለ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ከኔ በላይ ላሳር ያለ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ክርስቶስ በመስቀል የስንቱ ልብ ተቀየረ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ምሳሌ የሆከው ለፍቅር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አሳየኸው ዝቅን ማለት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የእግዚአብሄር ልጅ ሆነህ ሳለህ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ፈቅደህ መከፋትህን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አሳየሀው የፍቅርን ልብ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እኔነቱን አስወገድከው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በታሪክህ አሸንፈህ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ታሪኩን ከንቱ አደረግከው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በታሪክህ አንድ አደረግከው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በመስቀልህ አገናኘኸው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ጨዋ የለም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ባርያ የለም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ጉራማይሌውን አንድ አደረግክ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ማይገናኘውን አገናኘህ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ህዝብህ ልጅ አንተ አባት ተባል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ህዝብህ ልጅ አንተ አብ አባት ተባል x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በታሪክህ x 2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በመስቅልህ x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