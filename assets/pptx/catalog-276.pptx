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Musherit Musheraw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ሙሽሪት ሙሽራው እንኳን ደስ አላችሁ የቃልኪዳን አምላክ ያስተሳሰራቹህ እግዚአብሔር ነውና የትዳር ጅማሬ ኦ ስራው ግሩም ነው ደስ ብሎናል ዛሬ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ልዑል አሰናዳ (አሜን) ባርኮት የሚበላ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ከማመስገን በቀር (አሜን) ምን ይባላል ሌላ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የዘለዓለም አምላክ (አሜን) ወደ እረፍት አመጣን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ከብቸኝነቱ (አሜን) መንደር እያወጣ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ሙሽሪት ሙሽራው እንኳን ደስ አላቹህ የቃልኪዳን አምላክ ያስተሳሰራቹህ እግዚአብሔር ነውና የትዳር ጅማሬ ኦ ስራው ግሩም ነው ደስ ብሎናል ዛሬ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አክሊል የለበሰ (አሜን) ሙሽራው ሲያምርበት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በጌጥ ሽልማቷ (አሜን) ሙሽሪት ሲያምርባት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ነገር ግን እግዚአብሔር (አሜን) ጽድቅን አጐናጽፎ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ሰውን ለዚህ ያበቃል (አሜን) ሁሉን አሳልፎ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ሙሽሪት ሙሽራው እንኳን ደስ አላቹህ የቃልኪዳን አምላክ ያስተሳሰራቹህ እግዚአብሔር ነውና የትዳር ጅማሬ ኦ ስራው ግሩም ነው ደስ ብሎናል ዛሬ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ጐጆ ወጪ በይ ባርኮቱን ጠጪ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ብሎ የመረቃት ደጉ ቸሩ አባት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እረድቷት አምላኳ ሲለወጥ ታሪኳ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ጐጆን ማን አስወጣት ጌታ ነው ያገዛት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ብዙ ነው ምህረቱ የጌታ በእርሱ ተጀምሯል የሙሽሪት ቤቷ (4x)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ስፍራ ሰጥቶ በኑሮም ገብቶ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አደላደለው ተመስገን አስባለው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ሁሉ ነገር ስላሳየን ይክበር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ቃሉን ላላጠፈው ምሥጋናችን ይሄው (2x)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ብዙ ነው የእግዚአብሔር ምህረቱ በእርሱ ተጀምሯል የሙሽራው ቤቱ (4x)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ፍቅር ግን እስከሞት (አሜን) ብርቱ ስለሆነ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እርሷም ለእርሱ ሆነች (አሜን) እርሱም ለእርሷ ሆነ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ጌታ ያነደደውን (አሜን) የፍቅርን እሳት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(አሜን) ብዙ የጥፋት ውኃ (አሜን) አይችልም ሊያጠፋት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ሙሽሪት ሙሽራው እንኳን ደስ አላቹህ የቃልኪዳን አምላክ ያስተሳሰራቹህ እግዚአብሔር ነውና የትዳር ጅማሬ ኦ ስራው ግሩም ነው ደስ ብሎናል ዛሬ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