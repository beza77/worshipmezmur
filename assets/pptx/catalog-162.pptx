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Keber 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ጠዋት ሳልል ማታ አቀርባለሁ ምሥጋና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ጠዋት ሳልል ማታ እሰዋለሁ ምሥጋና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ዕለቱን ሙሉ ክበር ብዬ ብዬ አይበቃኝም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እንዲሁማ በቀላሉ አይወጣልኝም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ዕለቱን ሙሉ ንገሥ ብዬ ብዬ አይበቃኝም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እንዲሁማ በቀላሉ አይወጣልኝም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ብዬ ሳልጨርስ ይመሽብኛል ይመሽብኛል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ንገሥ ብዬ ሳልጨርስ ይነጋብኛል ይነጋብኛል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ዕለቱን ሙሉ ክበር ብዬ ብዬ አይበቃኝም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እንዲሁማ በቀላሉ አይወጣልኝም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ዕለቱን ሙሉ ንገስ ብዬ ብዬ አይበቃኝም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እንዲሁማ በቀላሉ አይወጣልኝም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ተብሎ ምን ይቀጠላል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የምጋሥና ቃል ሁሉም አንሶሃል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ተብሎ ምን ይቀጠላል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የዝማሬ ቃል ሁሉም አንሶሃል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ማምለኪያ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እስከዛሬም አንሷል ቢጨመርም ያንሳል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 ልክም ያንልሳል ዘላለምም ያንሳል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ያለኝን አልቆጥብም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ያንሳል ብዬ አላቆምም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ዳር ዳር አልልም አንተን ለማመስገን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አገባለሁ ምስጋናው መሃል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ዳር ዳር አልልም አንተን ለማመስገን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አገባለሁ አምልኮ መሃል እገባለሁ ዝማሬው መሃል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ማልችለው አለማምለክ ነው ምያቅተኝ አለማምለክ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አውቅበታለሁ እንዲያውም አሳምራለሁ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ምያቅተኝ እኔ የማልችለው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አለማመስገን አለማምለክ ነው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(12x)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ለአንተ እንጂ ለማን ይሰጣል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ለአንተ ነው እንጂ ለማን ይገባል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ከትላንት ይልቅ ዛሬ አንተን ላከብር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ተነሳስቻለሁ ተነሳስቻለሁ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ለአንተ እንጂ ለማን ይሰጣል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ለአንተ ነው እንጂ ለማን ይገባል (2x)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የአንተን ምሥጋና ለማንም አልሰዋም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የአንተን ክብር ለማንም አልስጠም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