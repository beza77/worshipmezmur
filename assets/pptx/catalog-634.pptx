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Gen Yaw Ante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Lidya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አይገልጽህም የእኔ ቃላት አይገልጽህም የእኔ አንደበት ዘውትር ለአንተ ልስገድልህ (ልስገድልህ)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ልቀኝልህ ልሁን በፊትህ (ልሁን በፊትህ)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ስትሰራ የኖርክ ከጥንት ጀምሮ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ሥራህ አዲስ ነው መቼ ተቆጥሮ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ሁሌ አዲስ ነህ አዲስ ነህ ለእኔ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አትለመድም ጌታዬ በእኔ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አትለመድም ጌታዬ በእኔ (3x) አትለመድም አትለመድም ልዩ ለእኔ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ክበብ ላይ ጌታ ተቀምጠሃል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በመገረም ተሞልቶ ያይሃል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ያለና የነበርክ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የእኔም ጉልበት ለአንተ በፊትህ ይንበርከክ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ለሥምህ ይንበርከክ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ያው አንተ ነህ (አንተ) አንተ ያው አንተ ነህ (ያው አንተው ነህ) ኢየሱስ ያው አንተ ነህ (ያው አንተው ነህ)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ያው አንተ ነህ (ያው አንተው ነህ)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ያው አንተ ነህ (ያው አንተው ነህ)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ያው አንተ ነህ (ጌታ)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ያው አንተ ነህ (ያው አንተው ነህ)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አይገልጽህም የእኔ ቃላት አይገልጽህም የእኔ አንደበት ዘውትር ለአንተ ልስገድልህ (ልስገድልህ)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ልቀኝልህ ልሁን በፊትህ (ልሁን በፊትህ)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አንተን ያወቀ የተረዳህ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እንዴት ይችላል ሳያመልክህ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ፍቅር እኮ ነህ ፍቅር ነህ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(አንተ) በምንም ነገር የማትተካ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ያው አንተ ነህ (አንተ) አንተ ያው አንተ ነህ (ያው አንተው ነህ) ኢየሱስ ያው አንተ ነህ (ያው አንተው ነህ)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ያው አንተ ነህ (ያው አንተው ነህ)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ያው አንተ ነህ (ያው አንተው ነህ)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ያው አንተ ነህ (ጌታ)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ያው አንተ ነህ (ያው አንተው ነህ)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