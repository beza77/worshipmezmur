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Edmieyien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ዕድሜዬን በሙሉ ብሰጠው አይቆጨኝም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 ደሙን ላፈሰሰልኝ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ሁሉ ንጹህ ሆኖ እኔ ግን ብቆሽሽ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ላይ እኔ ብቻ በኀጢአት ብበላሽ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መሞት የሚገባኝ እኔ ብቻ ብሆን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ለብቻዬ ይመጣልኝ ነበር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እንደ ኢየሱስ በምድር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ፈልጌ አጣሁ እርሱን መሳይ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ስለዚህ እኔ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ቀሪ ዘመኔ ኢየሱስ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 አመሌን አይቶ ከቶ ያልሰለቸው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አስቸጋሪ ባሕሪዬ ልቡን ያላራደው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በፍቅሩ አሸነፈኝ የራሱ አደረገኝ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የማይገባኝን ክብር አለበሰኝ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እንደ ኢየሱስ በምድር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ፈልጌ አጣሁ እርሱን መሳይ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ስለዚህ እኔ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ቀሪ ዘመኔ ኢየሱስ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ዕድሜዬን በሙሉ ብሰጠው አይቆጨኝም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 ላይ ሞቶ ራሱን ለሰጠኝ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አዋርዳለሁኝ ሁለንተናዬን ለእርሱ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ዳግም ወዶኛልና ኢየሱስ ንጉሡ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 ትርጉም የገባዉ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ማነው ሚገልጸዉ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የአፍቃሩ ትርጉም ማነው እርሱ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ያልራራ ለነፍሱ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እንደ ኢየሱስ በምድር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ፈልጌ አጣሁ እርሱን መሳይ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ስለዚህ እኔ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ቀሪ ዘመኔ ኢየሱስ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