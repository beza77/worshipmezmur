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Yemiyarekagn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የሚያረካኝ x 3 እኔን የሚያስደስተኝ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ሲከብር ሳየው ኢየሱሴን በህይወቴ ዘመን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ጥንት አባቶቼ እንዳስከበሩት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ፈቃዱን አርገው እንዳንቀላፉት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ፈቃድህ ይሁን በኔም ህይወት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ብለህ ታይ ጌታ ኢየሱስ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የሚያረካኝ x 3 እኔን የሚያስደስተኝ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ሲከብር ሳየው ኢየሱሴን በህይወቴ ዘመን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ከክፋት ርቆ ክሃጥያት ሸሽቶ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በቅድስና ካንተ ጋር ኑሮ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በህልውናህ ውስጥ ተጥለቅልቆ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ልዩ ነው ካንተ ጋር አብሮ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የሚያረካኝ x 3 እኔን የሚያስደስተኝ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ሲከብር ሳየው ኢየሱሴን በህይወቴ ዘመን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ፊቴ ያለውን ሩጫ በትግስት ሮጬ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የዕምነትን ገድልም ተጋድዬ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ያለኝን ሁሉ አፅንቼ ይዤ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አክሊል ልቀበል ድልን ነስቼ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እርካታዬ ጥማቴ ጉጉቴ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ሲከብር ሳየው ነው ኢየሱሴ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ልቆ ሲታይ ነው ኢየሱሴ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