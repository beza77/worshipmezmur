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Yaye Yinager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Binyam Wale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አድርገህልኛል አመሰግናለሁ*2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ምሕረትህ ብዙ ነው አመሰግናለሁ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ይቅርታህ ብዙ ነው አመሰግናለሁ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ምስጋና ክብር ይብዛልህ ውዳሴ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በምሕረትህ ድናለች ነፍሴ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በጽድቅ መራኸኝ ገለል አድርገኸው አጥፊውን ከመንገዴ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ርስቴን አስውበህ በአማረ ስፍራ ላይ ወደቀ ገመዴ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ቀና አደረከኝ የሚያሳድዱኝን ከሳሾቼን ጥለህ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ላመስግንህ ጌታ ቆምኩኝ በምሕረትህ ዕድሜዬን ቀጥለህ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ያየ ይናገር ያየ ይመስክር ምሕረትህን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ያየ ይናገር ያየ ይመስክር ቸርነትህን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እናገራለሁ እመሰክራለሁ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ታምራትህን በዓይኔ ስላየሁ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እናገራለሁ እመሰክራለሁ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ድንቅ ሥራህን በዓይኔ ስላየሁ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የሞትኩኝ ነበርኩኝ ከአንተ የተለየሁ በበደል በኃጢአቴ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መሐሪ ነህ እግዚአብሔር አነሣኸኝ ዳግም መጥተህ ወደ ቤቴ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ትልቅ ነው ለእኔ ያለህ መውደድ አያልቅም ቢወራ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አዳንከኝ በጸጋ ሕይወትን ሰጥተኸኝ ከክርስቶስ ጋራ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ያየ ይናገር ያየ ይመስክር ምሕረትህን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ያየ ይናገር ያየ ይመስክር ቸርነትህን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እናገራለሁ እመሰክራለሁ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ታምራትህን በዓይኔ ስላየሁ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እናገራለሁ እመሰክራለሁ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ድንቅ ሥራህን በዓይኔ ስላየሁ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