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Liqe Kahenie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ስደክም የሚያበረታኝ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በውድቀቴ የማይስቅብኝ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ዓይኖቹ የሚያየኝ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ደጉ ሊቀ ካህን አለኝ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ሊቀ ካህኔ ኢየሱሴ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ጠበቃዬ ኢየሱሴ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በሰማይ ለነፍሴ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ታማኙ የነፍሴ ጠባቂ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ለእኔ አዋቂ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ዳኛዬ ቅኑ ፈራጄ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እርሱስ ወዳጄ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አባት የሆነኝ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እንዳልወድቅ የቆመልኝ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ካህኔ ጠባቂ የነፍሴ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አምልኮ ውዳሴ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አባት የሆነኝ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እንዳልወድቅ የቆመልኝ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ካህኔ የነፍሴ ጠባቂ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ለእኔ አዋቂ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ታማኙ የነፍሴ ጠባቂ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ለእኔ አዋቂ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ዳኛዬ ቅኑ ፈራጄ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እርሱስ ወዳጄ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ጉድ አሉ የሚያውቁኝ በሙሉ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በመቆሜ ሁሉም ተገረሙ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ግን እንደዚህ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መቆሜ ከእርሱ የተነሳ ነው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ሊቀ ካህኔ ኢየሱሴ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ጠበቃዬ ኢየሱሴ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በሰማይ ለነፍሴ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