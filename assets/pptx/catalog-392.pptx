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Temesgen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አግዘኝ ደግፈኝ ብዬ ነበረ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ሰማኸኝ ስለቴም ሰመረ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ብዬ እልሃለው እንደገና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በአዲስ ዝማሬ በአዲስ ዜማ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የአየሁትን በዓይኔ አይቻለሁ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እጅህን በብዙ አይቻለሁ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ምሥጋናዬ በፊትህ ያርግልኝ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 በፊትህ ይፍሰስልኝ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በፊትህ ሞገስ ያግኝልኝ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አይደለህም ወይ ረዳቴ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በጭንቅ ዘመን እረፍቴ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በማያምር ቀን ወበት ድምቀቴ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የደስታዬ ድምጽ ጩኸቴ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የለኝም ሌላ እኔ የምለዉ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ብዬ እንኳን የማነሳው 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የድስታዬ ቀኑ ባለቤት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ብቻህን ታይበት ይህን ነው የምለው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ተመሥገን ተመሥገን 8x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አዘኑ ክፉ ያዩልኝ ቀኖቼ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እንባን የሻቱ ለዓይኖቼ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ቀኔን አዘኸው ከላይ ከሠማይ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ጠገብኩ በደስታ ሳቅ ሲሳይ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የለኝም ሌላ እኔ የምለዉ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ብዬ እንኳን የማነሳው ከሰው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የድስታዬ ቀኑ ባለቤት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ብቻህን ታይበት ይህን ነው የምለው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ተመሥገን ተመሥገን 8x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 ተመሥገን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ተመሥገን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