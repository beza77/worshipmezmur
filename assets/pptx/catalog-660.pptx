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Helmie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Mamay Worku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ጋራ ስሆን ሃሳቤን ጥላለሁ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ጋራ ስሆን ጭንቀቴን ረሳለሁ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ጋራ ስሆን ሰላሜ ሙሉ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ጋራ ስሆን ደስታዬ ፍፁም ነው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ጋራ ስሆን ሃዘኔን ተዋለሁ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ጋራ ስሆን ጉድለቴን ረሳለሁ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ጋራ ስሆን ለሊቱም ይነጋል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ጋራ ስሆን ባዶዬ ይሞላል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ህልሜ ህልሜ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ህልሜ ጌታ አንተ ነህ ለእኔ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አንተ ነህ ለእኔ ኦሆሆ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አንተ ነህ ለእኔ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ውዴ አንተ ነህ ለእኔ ኦሆሆ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ውዴ አንተ ነህ ለእኔ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ጋራ ሳየው ተራራው ይናዳል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ጋራ ሳየው ሸለቆው ይሞላል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ጋራ ስሆን እኔ አይላለሁ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ጋራ ስሆን ጠላቴን ጥላለሁ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ጋራ ስሆን ድካሜን ረሳለሁ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ክንድህን ተደግፌ በአንተ እመካለሁ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ጋራ ስሆን ከቶ የለኝ ከልካይ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የአባትነት ፍቅርህ ልጅነቴ ገብቶኝ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ህልሜ ህልሜ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ህልሜ ጌታ አንተ ነህ ለእኔ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አንተ ነህ ለእኔ ኦሆሆ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አንተ ነህ ለእኔ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ውዴ አንተ ነህ ለእኔ ኦሆሆ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ውዴ አንተ ነህ ለእኔ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ኢየሱስ የነፍስ ጩኸቷ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ጋራ መሆን ሁልጊዜ ናፍቆቷ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ፊትህን እያየሁ ጌታዬ ላመልክህ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ክብርህን እያየሁ ወድቄ ላደንቅህ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ህልሜ ህልሜ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ህልሜ ውብ ፊትህን ማየቴ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ውብ ፊትህን ማየቴ አሃሃ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ዙፋንህን ማየቴ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ውብ ፊትህን ማየቴ ኦሆሆ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ክብርህን ማየቴ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ዙፋንህ ሥር ሆኜ እኔም አሰግዳለሁ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ከሰማሁት በላይ ድንቅ ነህ እላለሁ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ባልተሰማ ቅኔ ያኔ አቀኛለሁ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ከመላዕቶችህ ጋር አብሬ አሰግዳለሁ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ህልሜ ህልሜ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ህልሜ ውብ ፊትህን ማየቴ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ክብርህን ማየቴ ኦሆሆ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ክብርህን ማየቴ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ውብ ፊትህን ማየቴ አሃሃ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ዙፋንህን ማየቴ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የሚጠፋው አልፎ የሚጠፋውን ስለብስ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እሩጫዬ አልቆ ዘለዓለሜ ስደርስ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ያኔ የፍቅር ፊትህን ፊት ለፊቴ ሳየው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በምን ቋንቋ ይሆን መውደዴን ምገልጸው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ህልሜ ህልሜ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ህልሜ ውብ ፊትህን ማየቴ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ክብርህን ማየቴ ኦሆሆ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ክብርህን ማየቴ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ውብ ፊትህን ማየቴ ኦሆሆ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ክብርህን ማየቴ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