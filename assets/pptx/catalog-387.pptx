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Ruchaw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ሩጫው አይደል ወይ ሰላምን ፍለጋ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እርካታን ፍለጋ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በየፊናው ሚለው ደፋቀና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ሚለው ጎንበስ ቀና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ገንዘብ ቁስን እንጂ እረፍት መች ይገዛል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በየደረሰበት ሰው ሃሳብ ይገዛል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ጭንቀት ይሸምታል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እረፍት መገኛው ኢየሱስ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ማደሪያው ኢየሱስ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ደስታ ሀገሩ ኢየሱስ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እረፍት መኖሪያው ኢየሱስ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ሀብት ጥሪት ይዞ የተትረፈረፈ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ከእድሜ ልክ ያለፈ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ከሌለበት ሰላምን ፍለጋ ስንቱ ነው የዋለ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የተንከራተተ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ዛሬን እረፍት አጥቶ ለነገ ያልማል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ነገም ነገን ሲቀርጽ ሳያልቅ ዘመን ያልቃል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እረፍት መገኛው ኢየሱስ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ማደሪያው ኢየሱስ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ደስታ ሀገሩ ኢየሱስ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እርካታው መኖሪያው ኢየሱስ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ኢየሱስ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ኢየሱስ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ኢየሱስ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በላው ጠጣው ትርፌ ምንድነው?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አጌጥኩ ለበስኩ ትርፌ ምንድነው?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ተማርኩ አወኩ ትርፌ ምንድነው?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ሞላልኝ ትርፌ ምንድነው?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ኸረ እኔ በእንጀራ ብቻ ኸረ አልኖርም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ኸረ እኔ በምድሩ ብቻ ኸረ አልኖርም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ክፍተቴ ሌላ ነው ጉድለቴ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የማልሞላው በማንነቴ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እሮጬ እሮጬ ትርፌ የእኔ ድካም ነው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የነፍስ እርካታዬ ጌታ በአንተኮ ነው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ያንተ ሆንኩኝ አወኩህ እንኳን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እንዳልችል ሆኛለሁ ለሌላ እንዳልሆን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የማምነው እውነት በፍቅር ይዞኛል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ሌላ እንዳላይ ውስጤን ሞልተኸዋል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አሰብኩት እራሴን ከአንተ ውጪ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አሰብኩት ወጥቼም ከቤትህ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ባዶ ነኝ ቅብዝብዝ የሌለኝ እረፍት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አልችልም ሰው አልሆንም በሌለህበት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