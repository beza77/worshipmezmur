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YeNazretu Eyesus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ችግሬን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ሞላህልኝ /3/ ጉድለቴን በአንተ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ሞላህልኝ ጉድለቴን በአንተ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ሞላህልኝ ጉድለቴን በአንተ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ችግሬን በሙሉ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ዞር ብዬም አላየው የጎደለኝን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አመልክሀለሁ እጆቼን አንስቼ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ሌላው ነገሬን ሁሉ ረስቼ /2/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አንስቼ ሁሉን ረስቼ /2/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