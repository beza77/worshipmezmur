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Atitamam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አትታማም/4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 አረክ ተብለህ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ይጠላል ተብለህ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እኮ ነው ባንተ የታሰበው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ስንቱ ነው ካፈር የተነሳው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እኮ ነው ጨለማው ተገፎ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ስንቱ ነው ሞቱ የተሻረው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ማነው ማነው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አያይም አይሰማም የሚለው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በሱ ቅር የተሰኘው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አትታማም/4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 አረክ ተብለህ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ይጠላል ተብለህ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አትታማም አንተ አትታማም/2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ግዜ እኮ ነው እኔን የታደከኝ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ከጠላት መንጋጋ ፈልቅቀህ ያወጣኸኝ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ጌታ እንዴት ድንቅ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ለጠሩ በእውነት ጋሻ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ጋሻ ነህ ጌታ ጋሻ ነህ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ጋሻ ነህ እየሱስ ጋሻ ነህ አሃሃ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እኮ ነው ባንተ የታሰበው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ስንቱ ነው ካፈር የተነሳው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እኮ ነው ጨለማው ተገፎ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ስንቱ ነው ሞቱ የተሻረው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ማነው ማነው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አያይም አይሰማም የሚለው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በሱ ቅር የተሰኘው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ጌታ ከፍታዬ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እየሱስ ከፍታዬ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ሃዘኔን የረሳሁብህ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ጌታ ከፍታዬ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እየሱስ ከፍታዬ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ወግ ማረግን ያየሁብህ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ጌታ ከፍታዬ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 ነህ እየሱስ ከፍታዬ አሃሃ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ከፍታዬ/16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