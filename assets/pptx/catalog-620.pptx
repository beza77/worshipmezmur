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Zufaneh Yezelalem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አመታቶችህ ከቶ አያልቁም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የዘመንህ ቁጥር አይመረመርም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 ኦሜጋ ፊተኛ ኋለኛ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ንጉስ ነህ ለእኛ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ዙፋንህ የዘላለም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መንግሥትህ ማንም አይሽረው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አንተው ነህ 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የሚመስልህ የለም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ስልጣን የአንተ ነው መንግስት የአንተ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አምላክና አባት አዳኝ የሆንከው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የሲኦልን ቁልፍ በእጅህ ይዘሃል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 ፈራጅ ነህ ክብር ይገባሃል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ዙፋንህ የዘላለም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መንግሥትህ ማንም አይሽረው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አንተው ነህ 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የሚመስልህ የለም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ጀምሮ ምድርን መሰረትክ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በእጆች ሥራ ሰማይን ሰራህ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የፍጥረት ገዢ አምላክ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ያልፋሉ አንተ ግን ያው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-ዙፋንህ የዘላለም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መንግሥትህ ማንም አይሽረው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አንተው ነህ 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የሚመስልህ የለም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ከስሞች በላይ ታላቅ ስም ይዘህ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በአባትህ ቀኝ በክብር 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ጌታ የሁሉ ንጉስ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የእኛም መድሃኒት አንተ ነህ ኢየሱስ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ዙፋንህ የዘላለም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መንግሥትህ ማንም አይሽረው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አንተው ነህ ዘላለም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የሚመስልህ የለም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