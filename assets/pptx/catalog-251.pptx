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Enmereqachuhalen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Birucktawit Assefa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በስመአብ ወወልድ ወመፈስ ቅዱስ አንድ አምላክ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ይሄ ጋብቻ የተባረከ ጋብቻ ይሁንልን አሜን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አዲስ ኑሮ አዲስ ቤት አሃዱ የተባለው ዛሬ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በመልካም እንዲዘልቅ ይህ የፍቅር ጅማሬ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እንመርቃቹሃለን አሜን 6x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በአብ በወልድ በመንፈስ ቅዱስ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ተባረኩ ብለን እንመርቃቹሃለን 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ክርስቶስ እርሱ የሆነው መሰረት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እራስ ሆኖ ይንገሥበት እዚህ ይግባልን??? ቸርነት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ትዳሩም በመንፈስ ቅዱስ ተመርቶ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የባርኮት ሽታ ሸቶ በምሳሌነት ተሞልቶ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ከድግስ ያለፈ አዎ በሕይወታቸው ጉዞ አዎ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ይምራቹህ እጃችሁን ይዞ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አዲስ ኑሮ አዲስ ቤት አሃዱ የተባለው ዛሬ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በመልካም እንዲዘልቅ ይህ የፍቅር ጅማሬ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እንመርቃቹሃለን አሜን 6x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በአብ በወልድ በመንፈስ ቅዱስ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ተባረኩ ብለን እንመርቃቹሃለን 2x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ቤተሰብ ጤናማ ቤተክርስቲያን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ያድርጋት እንደብርሃን በፀጋው ብዛት ለማዳን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የደስታ ምንጭ ሆኖ ይፍለቅለቅበት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የተጠሙም የሚረኩበት ያዘኑም የሚደሰቱበት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አዘዘ አዎ ጋብቻ እንዲከበር አዎ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ከጥንቱም ልክ እንደዚህ ነበር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ቃልኪዳን አላቹህና ከእግዚአብሔር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 ተባዙ ተባልን የአምላካቹህ ባርኮት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ውለዱ ክበዱ ይሁን ደስታ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በፍቅር አምላክ በጌታ በሕይወታችሁ አለኝታ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ያኖራል አዎ መኖሪያቹህ ሆኖ አዎ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ማን አፍሯል በእርሱ ተማምኖ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አዲስ ኑሮ አዲስ ቤት አሃዱ የተባለው ዛሬ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በመልካም እንዲዘልቅ ይህ የፍቅር ጅማሬ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እንመርቃቹሃለን አሜን 6x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በአብ በወልድ በመንፈስ ቅዱስ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ተባረኩ ብለን እንመርቃቹሃለን 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