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Yeadis Kidan Beg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የአዲስ ኪዳን በግ ቅዱስ ካህን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የጽድቅ ንጉሥ የዓለም መድህን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የእውነተኛይቱ ድንኳን አገልጋይ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ካህን አለን በላይ በሰማይ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ከብዶ የነበረው የህግ ጭነት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ፍጥረትን ሲያስጨንቅ ስለ ኀጢአት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የህዝብን ኀጢአት አንዴ ለማስጠረግ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ጣቱን ሰጠ ለመስቀል ስቅላት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የአዲስ ኪዳን በግ ቅዱስ ካህን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የጽድቅ ንጉሥ የዓለም መድህን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የእውነተኛይቱ ድንኳን አገልጋይ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ካህን አለን በላይ በሰማይ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የሃጥያት መጋረጃ እኛን የለየንን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ተረተረው መስዋዕት ሆኖልን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ቅድስተ ቅዱሳን የተስፋው ሃገር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በእርሱ ልንገባ ቻልን ወደ ሕይወት በር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የኮርማ ደም መሥዋዕት ለእኛ አያስፈልገንም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አንዴ ተረጭተናል በክርስቶስ ኢየሱስ ደም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የአዲስ ኪዳን መካከለኛ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ነፍሱን ወዶ ሰጠ ለሞት ለእኛ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የአዲስ ኪዳን በግ ቅዱስ ካህን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የጽድቅ ንጉሥ የዓለም መድህን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የእውነተኛይቱ ድንኳን አገልጋይ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ካህን አለን በላይ በሰማይ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