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Yehiwotie Balebiet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Bethlehem Tezera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ይሁን በሚል ቃልህ ብቻ ሰማያት ፀኑ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ይሁን በሚል ቃልህ ብቻ ይኸው ዓለሙ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አይተን የማንጨርሰውን በእድሜ ልካችን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ይሁን ይሁን ብለህ ብቻ አበጀኸልን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የስልጣንህ ቃል ካፍህ ሲወጣ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ያልነበረው ወደ መኖር መጣ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ታዘዘ ሁሉም ብብልሃትህ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እንዳሰብከው እንዳየህለት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ምንጩ አንተ ነህ የእኔ መገኛ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ስኖርም በአንተ የአንተ ጥገኛ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ትንፋሼን እንኳን ከአንተ ተውሼ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እንዳከብርበት አንተን መልሼ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አላውቀውም የፀጉሬን ቁጥር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ግን ቆጥረዋለህ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አላውቀውም የዘመኔን ልክ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 ለክተኸዋል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እኔማ በእኔ አልመጣሁም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 እኔ አልመራውም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እኔነቴን እኔ አልወሰንኩም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የእኔ አይደለሁም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መረጥክለኝ ትውልድ ሀገሬን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መረጥክለኝ ዘሬን ጐሳዬን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መረጥክልኝ እናት አባቴን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መረጥክልኝ መልኬን ፆታዬን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ይሁና አንተ ያሰብክልኝ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ይሁና የወደደክልኝ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ይሁና የመረጥክልኝ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ይሁን አሜን ይሁንልኝ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የህይወቴ ጌታዋ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የህይወቴ ተጠሪዋ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የህይወቴ ባለቤት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ነው በእውነት (2x)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 ሰሪውን ለምን እንደዚህ አረከኝ እንደማይለው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ፍጡር ነኝ ጌታ ነው በእኔ የወደደውን ሚያደርገው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ሸክላ ሰሪውን ለምን እንደዚህ አረከኝ እንደማይለው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ፍጡር ነኝ ጌታ ነው በእኔ የወደደውን ሚያደርገው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ስራ ሰሪውን ለምን እንደዚህ አረከኝ እንደማይለው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እኔም ፍጡር ነኝ ጌታ ነው በእኔ የወደደውን የሚያደርገው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ሸክላ ሰሪውን ለምን እንደዚህ መልሰኝ ቀልሰኝ አይለውም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ስልጣን በእጁ ነው እንደወደደ እንደፈቃዱ ሊያደርገው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ቢበላሽም አፍርሶ እንደገና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ይሰራዋል ባለቤት ነዋ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ሸክላ ሰሪው ሸክላው በእጁ እንዳለ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የእኔም ህይወት በእግዚአብሔር እጅ ዋለ (2x)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የህይወቴ ጌታዋ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የህይወቴ ተጠሪዋ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የህይወቴ ባለቤት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እግዚሀብሄር ነው በእውነት (2x)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እኔማ በእኔ አልመጣሁም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 እኔ አልመራውም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እኔነቴን እኔ አልወሰንኩም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የእኔ አይደለሁም (2x)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ይሁና አንተ ያሰብክልኝ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ይሁና የወደደክልኝ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ይሁና የመረጥክልኝ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ይሁን አሜን ይሁንልኝ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