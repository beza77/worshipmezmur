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Keber Lante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Bethlehem Tezera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ጠዋት ሳልል ማታ አቀርባለሁ ምሥጋና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ጠዋት ሳልል ማታ እሰዋለሁ ምሥጋና 2x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ዕለቱን ሙሉ ክበር ብዬ ብዬ አይበቃኝም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እንዲሁማ በቀላሉ አይወጣልኝም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ዕለቱን ሙሉ ንገሥ ብዬ ብዬ አይበቃኝም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እንዲሁማ በቀላሉ አይወጣልኝም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ክበር ብዬ ሳልጨርስ ይመሽብኛል ይመሽብኛል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ንገሥ ብዬ ሳልጨርስ ይነጋብኛል ይነጋብኛል 2x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ዕለቱን ሙሉ ክበር ብዬ ብዬ አይበቃኝም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እንዲሁማ በቀላሉ አይወጣልኝም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ዕለቱን ሙሉ ንገስ ብዬ ብዬ አይበቃኝም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እንዲሁማ በቀላሉ አይወጣልኝም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ተብሎ ምን ይቀጠላል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የምጋሥና ቃል ሁሉም አንሶሃል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አምላክ ተብሎ ምን ይቀጠላል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የዝማሬ ቃል ሁሉም አንሶሃል 2x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ማምለኪያ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እስከዛሬም አንሷል ቢጨመርም ያንሳል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እድሜ ልክም ያንልሳል ዘላለምም ያንሳል 2x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ግን ያለኝን አልቆጥብም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ያንሳል ብዬ አላቆምም 2x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ዳር ዳር አልልም አንተን ለማመስገን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አገባለሁ ምስጋናው መሃል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ዳር ዳር አልልም አንተን ለማመስገን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አገባለሁ አምልኮ መሃል እገባለሁ ዝማሬው መሃል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ማልችለው አለማምለክ ነው ምያቅተኝ አለማምለክ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አምልኮ አውቅበታለሁ እንዲያውም አሳምራለሁ 2x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ምያቅተኝ እኔ የማልችለው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አለማመስገን አለማምለክ ነው 2x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12x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ለአንተ እንጂ ለማን ይሰጣል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ክበር ለአንተ ነው እንጂ ለማን ይገባል 2x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ከትላንት ይልቅ ዛሬ አንተን ላከብር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ተነሳስቻለሁ ተነሳስቻለሁ 2x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ለአንተ እንጂ ለማን ይሰጣል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ክበር ለአንተ ነው እንጂ ለማን ይገባል 2x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የአንተን ምሥጋና ለማንም አልሰዋም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የአንተን ክብር ለማንም አልስጠም 2x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