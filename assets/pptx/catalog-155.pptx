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Feqer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ሰነፍ ቢመስለው ያወቀ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ከአባቱ እቅፍ ወጥቶ ወደቀ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ሄደና እንዳሻው እንደልቡ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እስኪረዳ እንደጣለ ክብሩን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ተመልሶ መጣ በሀዘን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ብሎ እንደባሪያው እንኳ ብሆን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መመለሱን ያየም አባቱ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አቀፈው ልክ እንደበፊቱ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እያሳየ እየተገበረ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ይቺ ሴት ኃጢአተኛ 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ህግ አለህ አንተም ፍረድባት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እያሉ ላመጧት ለዚያች ነፍስ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ጠበቁ ምን እንደሚመልስ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ግን እውነቱን ተናገረ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ራሱን እንዲያይ አረገ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የእሷንም ፍርዷን አንስቶላት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አትድገሚው ልጄ ሂጂ አላት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እያሳየ እየተገበረ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እንዲድን አንዷ እንዳትጠፋ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ቢገደው ያ መልካም እረኛ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በረት ያሉትን ይተውና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ይሄዳል እሷኑ ፍለጋ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ያሰማታል ድምጹን አውጥቶ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በእቅፉ ሊያስገባት ጓጉቶ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ስለበጐቹ ያኖረው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ፍቅር እርሱ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ፍቅር ነው ኧረ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እያሳየ እየተገበረ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