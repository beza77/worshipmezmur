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 Egziabhier Yale Yelem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ባወራው አያልቅም ቸርነቱ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ርህራሄው ምህረቱ 3x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አላያችሁም ዎይ ሁሉን ቻይነቱን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 ምህረቱን ደግሞም ደግነቱን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አልሰማችሁም ዎይ እግዚአብሔርነቱን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ሰለቸርነቱ ሰለምህረቱ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እንደ እግዚአብሔር ያለ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አምላኬ ያለ 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እደነቃለሁኝ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ስለሌለ ሃሃ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ልጆች መሀል የሚመስልህ የለም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ከፍጥረታት መሃል የሚመስልህ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ከአማልክት መሃል የሚመስልህ የለም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ብቻህን ነህ አምላኬ ዘለዓለም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ብቻውን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ጅማሬና ፍጻሜ የለውም ፍጻሜ የለው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ብቻህን ነህ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ጅማሬና ፍጻሜ የለህም ፍጻሜ የለህ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እንደ እግዚአብሔር ያለ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አምላኬ ያለ 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እደነቃለሁኝ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ስለሌለ ሃሃ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አምላኬን የሚተካከልው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የሚስተካከልው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እደነቃለሁ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እደነቃለሁ 3x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እንደ እግዚአብሔር ያለ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አምላኬ ያለ 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እደነቃለሁኝ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ስለሌለ ሃሃ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