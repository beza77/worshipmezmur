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Feqereh Teleq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ጥልቅ ነው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 ብዙ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ቸርነትህ አያልቅ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ታላቅ ነህ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ስራህ ግሩም ነው ጌታዬ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ነህ ባለውለታዬ/አንተ ልዩ ነህ ለእኔ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ጸሃፊ መች ጠፍቶ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በምድር ላይ ምሁር ሰው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የአንተን ታላቅነት ጀምሮ አይጨርሰው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መች አንዲህ ይቀላል ስለአንተ ቢባል ቢባል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ቢጻፍልህ ተጀመሮ ቀለም ያልቃል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ግን አድናቆቴን ለአንተ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ባለኝ በሰጠኸኝ ዜማ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ማወደሴን ማክበሬን አልተውም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ለፍጥረት ሁሉ እስኪሰማ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ጌታዪ ነህ እያለኩ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ቤትህ ቆሜ እንጓደዳለሁ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ልዩ ነህ አንተ እኮ ለእኔ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እንደአንተ የት አገኛለሁ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ጥልቅ ነው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 ብዙ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ቸርነትህ አያልቅ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ታላቅ ነህ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ስራህ ግሩም ነው ጌታዬ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ነህ ባለውለታዬ/አንተ ልዩ ነህ ለእኔ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ስለአንተ ክብር ስልጣን ሞገስ ማንነት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እየተረከ ነው ይኼ ሁሉ ፍጥረት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 ነው እስከዛሬ ከፍጥረት ጀምሮ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አላለቀበትም ስለአንተ ተናግሮ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ድንቅ ነህ አምላኬ እሄ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ምሥጋናና ስግደት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ያለማቋረጥ ያጐርፍልሃል ፍጥረት ሁሉ ከያለበት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ተረኛ ነኝ ለአንተ ዛሬ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 ለማቅረብ ምሥጋና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 ጌታዪ ነህ እያልኩኝ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ልቀኝልህ እንደገና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ጥልቅ ነው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 ብዙ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ቸርነትህ አያልቅ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ታላቅ ነህ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ስራህ ግሩም ነው ጌታዬ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ነህ ባለውለታዬ/አንተ ልዩ ነህ ለእኔ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 ዛሬ ስለአረክልኝ ውለታ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አቀርብልህ ነበር ምሥጋናና እልልታ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ስለአረክልኝ አይደለም ምቀኝልህ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ስለደነቀኝ ነው የአንተ ማንነትህ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ተገረምኩ አድናቆት ያዘኝ በአንተ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ማንነትህን አውቄ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ጌታዬ ጌታዬ ልበል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በእግሮችህ ስር ወድቄ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ቃላት ያንሰኛል ለመግለጽ የአንተን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ማንነትህ ወደር የለው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. 1 . ፍቅርህ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ስምህ ምሥጋና ይድረሰው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ጥልቅ ነው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 ብዙ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ቸርነትህ አያልቅ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ታላቅ ነህ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ስራህ ግሩም ነው ጌታዬ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ነህ ባለውለታዬ/አንተ ልዩ ነህ ለእኔ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