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Del Del Yeshetegnal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የጸና ግንብ ነው የእግዚአብሔር ሥም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እርሱ እሮጣለሁ አሃ ከፍ ከፍ እላለሁ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እርሱ እሮጣለሁ አሃ ከፍ ከፍ እላለሁ ኦሆሆ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ድል ይሸተኛል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ማሸነፍ ማሸነፍ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ተራራ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ሜዳ አድርጌው ልለፍ ኦሆሆ አሃሃ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ድል ይሸተኛል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ማሸነፍ ማሸነፍ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ተራራ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ሰባብሬው ልለፍ ኦሆሆ አሃሃ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ይታየኛል ይታየኛል ብዙ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ያየሁትን አየዋለሁ አንድም አይቀር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ጨካኝ አድርጐኛል ጠላቴ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ጀግና አድርጐኛል አባቴ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አልበገርም ለፍርሃት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አልፌያለሁኝ በእሳት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ለጌታዬ እኔ አልፈራም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ለኢየሱስ እኔ አልፈራም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ለአምላኬ እኔ አልፈራም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በፍፁም እኔ አልፈራም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ጻድቅ እንደ አንበሳ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ፍርሃት ይኖራል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ኃጥእ ግን ፈሪ ነዉ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ሳይነኩት ይሸሻል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የጸና ግንብ ነው የእግዚአብሔር ሥም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እርሱ እሮጣለሁ አሃ ከፍ ከፍ እላለሁ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እርሱ እሮጣለሁ አሃ ከፍ ከፍ እላለሁ ኦሆሆ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ተነሥ ጀግናው ተነሥ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ወንዱ ተነሥ የእቃ ጦርህን ሁሉ ልበስ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ተነሽ ጀግና ተነሽ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ሴቷ ተነሽ የእቃ ጦርሽን ሁሉ ልበሽ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ጀግና ማነው ደፋር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ጐልያድን የሚዘርር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አለሁኝ እኔ አለሁኝ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/አገር/ ሁሉ አይሸበር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ጠላቴ /ሰይጣን/ እንዳይተወኝ እየተነኮሰኝ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ይብሱን ኃይለኛ ኃይለኛ አደረገኝ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ኃይለኛ አደረገኝ ኃይለኛ አደረገኝ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ድል ይሸተኛል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ማሸነፍ ማሸነፍ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ተራራ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ሜዳ አድርጌው ልለፍ ኦሆሆ አሃሃ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ድል ይሸተኛል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ማሸነፍ ማሸነፍ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ተራራ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ሰባብሬው ልለፍ ኦሆሆ አሃሃ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ይታየኛል ይታየኛል ብዙ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ያየሁትን አየዋለሁ አንድም አይቀር (2x)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ድል ይሸተኛል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ማሸነፍ ማሸነፍ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ተራራ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ሜዳ አድርጌው ልለፍ ኦሆሆ አሃሃ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ድል ይሸተኛል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ማሸነፍ ማሸነፍ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ተራራ ኦሆሆ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ሰባብሬው ልለፍ ኦሆሆ አሃሃ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