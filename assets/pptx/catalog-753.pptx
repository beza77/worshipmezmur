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Bealem Kemigegn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በዓለም ከሚገኝ ብዙ ክብር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ክርስቶስ መነቀፍን የሚበልጥ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ትኩር ብሎ አይቷልና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ሙሴ ጌታን አከበረው በሕይወት ጐዳና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ለጊዜው በኀጢአት ከሚገኝ ደስታ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ለጌታ መነቀፍ እጅግ እንደሚበልጥ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ታውቆት ክብሩን ተወ በእግዚአብሔር ተማምኖ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ጌታም አልተወውም አየሁ ልጄ ብሎ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በዓለም ከሚገኝ ብዙ ክብር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ክርስቶስ መነቀፍን የሚበልጥ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ትኩር ብሎ አይቷልና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ሙሴ ጌታን አከበረው በሕይወት ጐዳና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የማይታየውን በእምነት እያየ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የዓለምን ክብር ሁሉ ስለ ጌታ ጣለ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ጌታም አከበረው ልጁን አልተወውም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ፀጋን አለበሰው ዓለም የማያየውን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በዓለም ከሚገኝ ብዙ ክብር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ክርስቶስ መነቀፍን የሚበልጥ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ትኩር ብሎ አይቷልና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ሙሴ ጌታን አከበረው በሕይወት ጐዳና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እምነቴን በስራ እንድገልጠው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የግለት መንፈስህን በሕይወቴ አብዛው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እስከሞትም እንኳ ለስምህ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ለመጋደል አብቃኝ እባክህ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በዓለም ከሚገኝ ብዙ ክብር ይልቅ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 ክርስቶስ መነቀፍን የሚበልጥ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ብድራቱን ትኩር ብሎ አይቷልና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ሙሴ ጌታን አከበረው በሕይወት ጐዳና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