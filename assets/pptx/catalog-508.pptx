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Dehna Negn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ቀናቶቼ በከንቱ ዓመታቶቼ በችኮላ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እንዳያልፉ ከዚህ በኋላ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ዘመኔን በሙሉ በፊቴ ያለውን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ፍሬ እንዳልሆን አስታጥቀኝ ኃይልን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ደህና ደህና ነኝ እግዚአብሔር ይመስገን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ደህና ነኝ እግዚአብሔር ይመስገን 5x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የሕይወቴን መጸሃፍ የጻፈው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ደራሲው እርሱ ነው ተራኪዋ እኔ ነኝ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የመጨረሻውን ምዕራፉን ሳነበው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ነሽ በሎኛል ደህና ነኝ እላለው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ደህና ደህና ነኝ እግዚአብሔር ይመስገን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ደህና ነኝ እግዚአብሔር ይመስገን 5x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ሳለ መድሃኒያለም በዙፋኑ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በቀኝም በግራም ሠላም አይደል ወይ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ይመስገን እፎይ ብያለሁ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በአገሪቱ ላይ ተዘልያለሁ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ደህና ደህና ነኝ እግዚአብሔር ይመስገን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ደህና ነኝ እግዚአብሔር ይመስገን 5x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ደህንነት ሆነልኝ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እፎይታ ሆነልኝ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ጸጥታ ሆነልኝ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ሠላሜ ሆነልኝ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ደህና ደህና ነኝ እግዚአብሔር ይመስገን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ደህና ነኝ እግዚአብሔር ይመስገን 5x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የሚገባው አምልኮ የሚገባው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የሚገባው እግዚአብሔር አምላኬ ነው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እግዚአብሔር አምላኬ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መምስገን የሚገባው እግዚአብሔር አምላኬ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መወደድ የሚገባው እግዚአብሔር አምላኬ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መከብር የሚገባው እግዚአብሔር አምላኬ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