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Yazagn Yaleh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ያመልጣል ከእግዚአብሔር ማን ይሸሸጋል ከጌታ ቢገለጥ ታሪካችን ጉድ ነው የእኛ ገበና በአደባባይ ጨዋ ያረገን በግል መክሮ ያሳፈረን ዳኝነቱ ያልተገባን እኔን ጨምሮ ቤቱ ይቁጠረን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ነግ በእኔ ማለት ጥሩ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በተያዙበት መያዝ ሳይያዙ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ጌታን እንደው እርሱ ይምራል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ይህንንም ይቅር ይላል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 የናቀ ዛሬም ይፈርዳል በተማረው ልክ ማን ሰው ይምራል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እንከን የለሽ ኑሮ የለኝም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ታሪኬ ቢመረመር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ሌላው ላይ ስፍረድ ቆሜ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ወድቆ እስኪሰበር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የእርሱን ገሃድ የእኔ በቤቴ ፍርድ ገምድሎ የማንነቴ ብዙ የተማረ ብዙ ይምራል ነበር ትምህርቱ ማን ግድ ይለዋል? አምላክ አድርጐለት ሃጥያቱን ታሪክ ሰው አልምር ብሎት ሆነ የዕድሜ ልክ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አትፍረጅ አትፍረጅ ተይ ነፍሴ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ይፈረድብሻል አንቺ ተይ ምላሴ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እያየሽ እየኖርሽ የእርሱን ምህረት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ግድ አይልሸም የሰው ሕይወት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የማያልፈው . 1 . የእራሱን ቁስለት አያቆም መፍረድ በሰውም ማንነት ለከፋ ቁስል እንጨት ይሰዳል ለታመመ ሰው ይህ መች ይረዳል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ያዛኝ ያለህ ይላል ጪኸቱ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አላሳልፍ ቢለው የሰው አንደበቱ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በሰው አፍ ተመቶ እያነከሰ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ስንቱ ተሰብሮ ከማይሆን ዋለ አሃሃ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ያመልጣል ከእግዚአብሔር ማን ይሸሸጋል ከጌታ ቢገለጥ ታሪካችን ጉድ ነው የእኛ ገበና በአደባባይ ጨዋ ያረገን በግል መክሮ ያሳፈረን ዳኝነቱ ያልተገባን እኔን ጨምሮ ቤቱ ይቁጠረን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ነግ በእኔ ማለት ጥሩ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በተያዙበት መያዝ ሳይያዙ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ጌታን እንደው እርሱ ይምራል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ይህንንም ይቅር ይላል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 የናቀ ዛሬም ይፈርዳል በተማረው ልክ ማን ሰው ይምራል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