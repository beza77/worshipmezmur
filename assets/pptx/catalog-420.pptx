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Abat Alegn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አለኝ Track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እገባለሁ ወደ ማደሪያው ወደ ዙፋኑ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የሰማያት ጆች ተከፍቶልኝ ስላየሁ ስላየሁ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ሞገስ አዲስ ቅባት በየጠዋቱ በየጠዋቱ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ይዞ ይጠብቀኛል ንጉሱ 3x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አላጠረም እጁ አልተደፊነም ጆሮው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አልከፍትም አንደበቴን ላጉረመርም ላሳዝን አባቴን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አለኝ በሰማይ የማይጥል የማይሳኝ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አለኝ በሰማይ የማይጥል የማይሳኝ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በሰማይ የማይጥል የማይሳኝ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በሰማይ የማይጥል የማይሳኝ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ያምርበታል ጻድቅ ሲያመሰግን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ለተፊጠረለት ለአምላኩ ሲዘምር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ሁሉ ይጮሀል ስለቅድስናህ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አልተነቃነቀም ንጉሱ ከስፍራው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እስማማለሁ ፊቱን አይቻለሁ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አልረካችም ገና ዘምራለሁ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ክብሩን አወራለሁ ገና አመልካለሁ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አለኝ በሰማይ የማይጥል የማይሳኝ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አለኝ በሰማይ የማይጥል የማይሳኝ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በሰማይ የማይጥል የማይሳኝ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በሰማይ የማይጥል የማይሳኝ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እናት እንኳን ልጇን ትረሳ ይሆናል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ግን እራሱን አሳልፎ ሰጥቶአል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አለም ሳትፊጠር ከመረጠን በጉ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 ማይሰጠን ለኛ ለልጆቹ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አይነት ፍቅር ነው እንዲህ የሚፊሰው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በጐ ሀሳብህ አቅፎ ሚመልሰው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ለክብሩ ሚያቆመው አቅፎ ሚመልሰው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አላጠረም እጁ አልተደፊነም ጆሮው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አልከፍትም አንደበቴን ላጉረመርም ላሳዝን አባቴን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አለኝ በሰማይ የማይጥል የማይሳኝ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አለኝ በሰማይ የማይጥል የማይሳኝ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በሰማይ የማይጥል የማይሳኝ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አለኝ በሰማይ የማይጥል የማይሳኝ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