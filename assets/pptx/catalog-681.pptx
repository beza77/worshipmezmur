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Bewaga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በዋጋ ገዛኸኝ እንዳልጠፋ እንዳልሞት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በዋጋ ገዛኸኝ እንዳልጠፋ እንዳልሞት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መከራዬን ረሳሁ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በፊቱ ሞገስ አገኘሁ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ለዚህ መብቃቴ እንዲህ መሆኔ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ብርታት ነው መች በእኔ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ይድረሰው መድህኔ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ለእግዚአብሔር 7x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በእኔ በእኔ በኃይሌ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በእኔ በእኔ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ቅንነትህ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አሰረኝ አሰረኝ የዋህነትህ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ቅንና ቸር የዋህ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ትህትናን ለሁሉ አስተማርክ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ከሃጥያት በቀር ስለሰው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በነገር ሁሉ ተፈተንክ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ተፈተንክ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ቅንነትህ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አሰረኝ አሰረኝ የዋህነትህ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የግሌ ነህ የእራሴ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የብቻዬ ጌታዬ ለእኔ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በእኔ በእኔ በኃይሌ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በእኔ በእኔ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በእኔ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ቅንነትህ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አሰረኝ አሰረኝ የዋህነትህ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ለእርሱ ይሁንለት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ስራዬን ሰራልኝ አገኘሁ ነጻነት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ነው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ሥራው አቤት ሲችልበት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ጠላትን ማንበርከክ አቤት ሲችልበት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ቀደመ ኦሆሆሆ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ጠላቴን ገጠመ ኡሁሁ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ደገመ ደገመ ኦሆሆሆ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ፊቴ እየቀደመ ኡሁሁ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ኤልሻዳይ ነው እርሱ ለማን ይበገራል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አይቶ ጠላቴም ፈርቶኛል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5x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ድል አድራጊው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