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Ged Yelem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አይዞሽ በርቺ ግድ የለም 2x ሁሉም ያልፋል እንደማያልፍ የለም ጨለማው ሲያልፍ ሌሊቱ ሲነጋ ሁሉም አለው ከእግዚአብሔር ዘንድ ዋጋ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አይዞህ በርታ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የለም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ያልፋል እንደማያልፍ የለም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ጨለማው ሲያልፍ ሌሊቱ ሲነጋ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አለው ከእግዚአብሔር ዘንድ ዋጋ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አለው ከእግዚአብሔር ዘንድ ዋጋ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4x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አይዞሽ በርቺ ግድ የለም 2x ሁሉም ያልፋል እንደማያልፍ የለም ጨለማው ሲያልፍ ሌሊቱ ሲነጋ ሁሉም አለው ከእግዚአብሔር ዘንድ ዋጋ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አይዞህ በርታ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ግድ የለም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ያልፋል እንደማያልፍ የለም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ጨለማው ሲያልፍ ሌሊቱ ሲነጋ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አለው ከእግዚአብሔር ዘንድ ዋጋ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አለው ከእግዚአብሔር ዘንድ ዋጋ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