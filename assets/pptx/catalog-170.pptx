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Sew Kebur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ወንድሙን አይናቀው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ያገኘም ያጣ ሰው ክቡር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ታናሹን አይናቀው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ያገኘም ያጣ ሰው ክቡር ነው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 ተስፋ ይቁረጥ ለምንስ ይቆዝም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ዳቦ አይሁንበት አይራበው ፍቅር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ወንድሜ መገለሉ ይቅር (3x)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ከእናቴም ባይወለድ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የአዳም ዘር የእግዜር ፍጡር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አብሬው ልቁረስ ልስጠው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በልቼ አይራበው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የራበው ሳያንሰው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ፍቅር ሲቸግረው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ጥግ ይዞ ሲያለቅስ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አንጀቱ ሲላወስ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መጽናናቱ (ልሁንለት 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እያለሁ (ወንድሜ አይሙት)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ትላንትና (እንዴት ይረሳል)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አፈር ባፈር (ላይ እንዴት ይኮራል)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የራበው ሳያንሰው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ፍቅር ሲቸግረው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ጥግ ይዞ ሲያለቅስ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አያሳዝንም ወይ አንጀቱ ሲላወስ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መፅናናቱ (ልሁንለት)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እያለሁ (ወንድሜ አይሙት)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ትላንትና (እንዴት ይረሳል)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አፈር ባፈር (ላይ እንዴት ይኮራል)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ባልንጀራህን እንደራስህን ውደድ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ለራስህ የክብር ወንበር አትውሰድ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ጌታው ሲፈርድ ኋላ እንዳትወሰድ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ባልንጀራህን እንደራስህን ውደድ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ለራስህ ክብር ወንበር አትውሰድ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