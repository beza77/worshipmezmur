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ሆይ መንገዴን አደራ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ሃገር ሩቅ ነው አደራ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ሆይ ሕይወቴን አደራ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መንገዱ ሩቅ ነው አደራ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ታውቃለህ ጌታ ጐስቋላነቴን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የማልረባ ልጅ መሆኔን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ጋር ሆነህ ካልረዳኽኝ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ሆይ እኔ ደካማ ነኝ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ሆይ መንገዴን አደራ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ሃገር ሩቅ ነው አደራ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ሆይ ሕይወቴን አደራ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መንገዱ ሩቅ ነው አደራ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የእምነቴ ድጋፍ ነህና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ልመርኮዝህ ጌታዬ 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አልመካም በመቆሜ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ካልሆንክ አንተ አጠገቤ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ሆይ መንገዴን አደራ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ሃገር ሩቅ ነው አደራ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ሆይ ሕይወቴን አደራ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መንገዱ ሩቅ ነው አደራ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ዓለማመኔን እርዳው ባክህ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በኑሮዬ እንዳስከብርህ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እምነቴ ከስራ ተለይቶ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አንዳልጠፋ መንገዴ አንተን ስቶ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ሆይ መንገዴን አደራ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ሃገር ሩቅ ነው አደራ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ሆይ ሕይወቴን አደራ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መንገዱ ሩቅ ነው አደራ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ሲከፋኝ አጽናናኝ መድሃኒቴ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ስደክም ደግፈኝ በሕይወቴ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አለኝ አለ አንተ አለኝታዬ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እስከጽዮን ድረስ ጌታዬ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ጌታዬ ሆይ መንገዴን አደራ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ሃገር ሩቅ ነው አደራ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ሆይ ሕይወቴን አደራ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የምሄድበት መንገዱ ሩቅ ነው አደራ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