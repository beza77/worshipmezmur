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Yeweha Bereha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ፍጥረት ያለው ባህር ውቅያኖሱ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ለየብስ ሩብ ሰጥቶ ቀሪውን መልበሱ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ላጥፋ ካለ አጥፊ ጡንቻ አለው ፈርጣማ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ካንዱ ጌታ በቀር ማንንም አይሰማ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ጥም አርኪ ይመስላል ግን ለጠማው ደሃ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ውስጡ ስለሌለው ለመጠጥ የሚሆን አንድ ብርጭቆ ውሃ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ሰነፍ መርከበኛ ውቅያኖሱ ዳር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ሚጠጣውን ሰይዝ መጓዝ ቢጀምር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ውሃ መሃል ደርሶ ውሃ ይጠማዋል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ውሃ በረሃ ላይ በውሃ ጥም ይሞታል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ጉድጓድ አለች በጣም ትንሽዬ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ህፃን ነህ አዋቂ ጨዋ ነህ ዱርዬ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ሳትል ሳታዳላ ሁሉን ታጠጣለች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ንፁህ ውሃ ታመነጨዋለች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ጠቢቡ ገበሬ እሷ ዳር ይዘራል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ዘሩም ምንጯን ነክቶ ማን ደርቆ ይቀራል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ኢየሱስን በዕምነቱ የነካ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ከህይወት ውሃ ምንጭ ጠጥቶ እረካ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ስንት ምስኪነ አለ ሳይተኛ ሚያነጋ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ነፍሱ ምትገረፍ በጥማት አለንጋ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ነፍሱን ነይ ላርካሽ ቢላት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የእግዚአብሔርን ሳይሆን ለነፍሱ ሆዱን ሰማላት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በሌለበት በዚያ ባዶ ቦታ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ምኑንም ቢከቱ አይሰጥም እርካታ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 እና ምድር ባንዴ ተጠቅልሎ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የኢየሱስን ቦታ አይሞላውም ችሎ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የተከበበ በማይጠጣ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በዓለም ያለ ሰው ኢየሱስን ያጣ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በጀልባ እንደጠፋ ውቅያኖስ ላይ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የሌለው ሰው እሱ አይደል ወይ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ተበልቶ ተጠጥቶ የለም እርካታ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 ማለት ሃሩር ከሌለው ጌታ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ዳግመኛ አልጠማኝም አንዴ ጠጥቼው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ጎዶሎ የለኝም ውስጤ ሙሉ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