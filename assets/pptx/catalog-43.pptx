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Gietayie Gietayie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ብቻዬን ቁጭ ብዬ አዝኜ በቤቴ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እያመመኝ ይሄው ስብራቴ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በድንገት ኢየሱስ ደረሰልኝ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ሰባራውን ጠጋኝ እውነተኛ ዳኛ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የደካሞች አሳራፊ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 ነፍሴ እረፊ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ሸክም ከብዶበት የሚንገላታ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ጌታ መጥቶ ይበርታ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አንስቼ ከሰው ላይ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ሀዘኔን ረሳሁ ኢየሱስን ሳይ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ጌታዬ ጌታዬ ከሞት መዳኛዬ ኢየሱስ ጌታዬ የዓይኔ ማረፊያዬ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የፈተና መዓት በላዬ ቢፈስ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ፀሎቴም በሙሉ ባይመለስ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ዝቅ ዝቅ እላለሁ ሌላ አያምረኝም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ቤዛዬን ኢየሱስ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አልክድም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ጌታዬ ጌታዬ የዓይኔ ማረፊያዬ ኢየሱስ ጌታዬ ከሞት መዳኛዬ ጌታዬ ጌታዬ ከሞት መዳኛዬ ኢየሱስ ጌታዬ የዓይኔ ማረፊያዬ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ኃጢአተኛ ሳለሁ ሰዎች ሲገፉኝ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የናዝሬቱ ኢየሱስ አይቶ ራራልኝ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ኃጢአቴ ያልፈረደብኝ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እርሱ ለእኔ አዘነልኝ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ጌታዬ ጌታዬ የዓይኔ ማረፊያዬ ኢየሱስ ጌታዬ ከሞት መዳኛዬ ጌታዬ ጌታዬ ከሞት መዳኛዬ ኢየሱስ ጌታዬ የዓይኔ ማረፊያዬ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የደካሞች አሳራፊ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 ነፍሴ እረፊ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ሸክም ከብዶበት የሚንገላታ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ወደዚህ ጌታ መጥቶ ይበርታ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አንስቼ ከሰው ላይ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ሀዘኔን ረሳሁ ኢየሱስን ሳይ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ጌታዬ ጌታዬ ከሞት መዳኛዬ ኢየሱስ ጌታዬ የዓይኔ ማረፊያዬ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