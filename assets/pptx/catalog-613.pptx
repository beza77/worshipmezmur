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Lenesana Esti Leqegn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Lealem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ተናግሬም አልጨርሰው ጌታ ለእኔ ያደረገው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ልነሳና እስኪ ልቀኝ ለእርሱ ሚሆን ቋንቋ ቢገኝ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ልል አልችልም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ዝም አያሰኝም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ጥበቃህና ምሕረትህ ከአይምሮ በላይ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መውደድህ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ለመጠሩት ሁሉ ባለ ጠጋ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ከወንድም አብልጦ የሚጠጋ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ከማንስ ጋር ከቶ ይወዳደራል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ከአእላፋት ይልቅ እርሱ/ጌታ ይበልጣል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ተናግሬም አልጨርሰው ጌታ ለእኔ ያደረገው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ልነሳና እስኪ ልቀኝ ለእርሱ ሚሆን ቋንቋ ቢገኝ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ልል አልችልም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ዝም አያሰኝም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ጥበቃህና ምሕረትህ ከአይምሮ በላይ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መውደድህ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ከቤቱ በረከት የሚያጠግበን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የዘላለም አባት የማይተወን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ጎልማስነታችን ደስ የምያሰኛት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ውዱ የእኛ ጌታ የእኛ መድሃኒት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ተናግሬም አልጨርሰው ጌታ ለእኔ ያደረገው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ልነሳና እስኪ ልቀኝ ለእርሱ ሚሆን ቋንቋ ቢገኝ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ልል አልችልም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ዝም አያሰኝም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ጥበቃህ ምሕረትህ ከአይምሮ በላይ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መውደድህ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