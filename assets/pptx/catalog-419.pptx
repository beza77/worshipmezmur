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Tensaewen Tenageru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Henok Addis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አበቃለት ተብሎ ነበር ኢየሱሴ ሲቀበር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ወሬ ሆኖ ሊቀር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አለፈ ተብሎ ቢወራ ነበር ተብሎ ሊዘከር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ወሬ ሆኖ ሊቀር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የዓለምን ታሪክ ለወጠ ነገር ተገለበጠ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የአዳም ዘር አመለጠ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መቃብሩን ፈነቃቅሎ ሰይጣንን ጉድ አረገ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አባቱ አረገ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ኃጢአት ተወገደ ተሻረ የእኛ አበሳ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በትንሳዔው ድል ነሳ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መቼ እንደሞተ ቀረ ከሙታንም ተነሳ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በትንሳዔው ድል ነሳ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ተነሳ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ተነሳ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ትንሳዔውን ተናገሩ የእምነት አባቶች መሰከሩ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ለትውልድ ልናገርው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ተነስቷል ልመስክረው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ተነስቷል ይሄ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ማኅተሙን እርሱ ፈታ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ቅዱሳን በአንድ ሁኑና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አክብሩት ከእኔ ጋራ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ዕልልታ ሙገሳ ሞትን ድል ለነሳ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ድል ነስቷል አክብሩት ቅዱሳን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የታል ዕልልታ ለአዳነን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የታል ጭብጨባ መቅደስ የሚገባ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ኃይል እንደሌለው ቢመታ ወደ መስቀል ቢነዳ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በትንሳዔው ድል ነሳ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በእንጨት ላይ ቢንጠለጠል ስለ ሰው ልጅ ቢጐዳ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በትንሳዔው ድል ነሳ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ቢያሾፉ ቢያሳልቁበት እያሉ በል ውረዳ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በትንሳዔው ድል ነሳ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በደሙ እርቅ አወረደ አፈረሰ ያን ግድግዳ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በትንሳዔው ድል ነሳ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ተነሳ ጌታየ ተነሳ(2×)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ትንሳዔውን ተናገሩ የእምነት አባቶች መሰከሩ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ለትውልድ ልናገርው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ተነስቷል ልመስክረው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ተነስቷል ይሄ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ማኅተሙን እርሱ ፈታ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ቅዱሳን በአንድ ሁኑና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አክብሩት ከእኔ ጋራ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ዕልልታ ሙገሳ ሞትን ድል ለነሳ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ድል ነስቷል አክብሩት ቅዱሳን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የታል ዕልልታ ለአዳነን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የታል ጭብጨባ መቅደሱ የሚገባ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