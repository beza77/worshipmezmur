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Egziabher Yalew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ይሆናል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ሃሳቡን ማን ይሽረዋል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ይበልጣል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ሚረባንን እርሱ ያውቃል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ስትሰራ ሚያግድህ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 ሚገዳደርህ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እንዳልከው ይሆናል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ከቃልህ ማን ፈቀቅ ይላል 2*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ይሆናል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ሃሳቡን ማን ይሽረዋል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ይበልጣል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ሚረባንን እርሱ ያውቃል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የምታስበው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በጎና እጅግ ሰላም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የመልካም ሁሉ ምንጭ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በቃልህ ሁሌ ትገኛለህ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ይሆናል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ሃሳቡን ማን ይሽረዋል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ይበልጣል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ሚረባንን እርሱ ያውቃል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አንተ ትክክል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ስራህን ትመዝናለህ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በጊዜው ሁሉ ትሰጣለህ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ፈቃድክን ትፈጽማለህ 2*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ይሆናል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ሃሳቡን ማን ይሽረዋል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ያለው ይበልጣል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ሚረባንን እርሱ ያውቃል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