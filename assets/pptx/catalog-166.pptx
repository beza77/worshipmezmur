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Meheretun Asebie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ብዬ ሳስብ ሳሰላስለው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እንዴት ድንቅ ነው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ብዬ ሳስብ ሳሰላስለው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እንዴት ድንቅ ነው 3x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ምሕረቱን አስቤ አቤት ስል ፍቅሩ አለ ለካ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 አስቤ አቤት ስል ባርኮቱ አለ ለካ አለ ለካ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እንዴት አመስግኜው ልርካ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አልጠፋብሽ ያለኝ ከልቤ ውስጥ የእግዚአብሔርስ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አሳዳጊነቱ አባትነቱ ከህይወቴ ጅምር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ትዝታ አይደለም እያነሳሁ ምተርክለት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በርሱ አይደለም ወይ እስከ አሁኗ ድረስ ያለሁት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ምህረት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ወዳድነትህ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የፍቅሩ ጥልቀት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እሩህሩህነትህ አቤት አቤት አቤት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ሁለት ብዬ ውለታውን አስቤ ልቆጥር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ጥፍት ይለኛል ከየት ተነስቼ እንደምጀምር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እንኳን ቢረዳኝ ቢነግርልኝ ውስጤን ቢገልጸው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እንደእግዚአብሔር ያለ የለም ብዬ ልደምድመው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እንደእግዚአብሔር የለም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ቢፈለግ ዘላለም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እንደእሱ የለም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ቢፈለግ ዘላለም አቤት አቤት አቤት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ምሕረቱን አስቤ አቤት ስል ፍቅሩ አለ ለካ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 አስቤ አቤት ስል ባርኮቱ አለ ለካ አለ ለካ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እንዴት አመስግኜው ልርካ4x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