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Selantema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Bethlehem 'Betty' Wolde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ስላንተማ ብዙ ምናገረው አለኝ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ብዙ ምናገረው አለኝ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የትኛውን አንስቼ የትኛውን እተዋለሁ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ጌታዬ ስራህ እኮ ከአይምሮዬ በላይ ነው 2x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እግዚአብሄር ኃያል ነህ ማንንም አትንቅም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ደካማን በመጣል አንተ አትታወቅም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ከጥንት የሰማነው በዓይናችን ያየነው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ጽድቅነትና ሰውን መውደድህ ነው 2x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ስላንተማ ብዙ ምናገረው አለኝ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ብዙ ምናገረው አለኝ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የትኛውን አንስቼ የትኛውን እተዋለሁ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ጌታዬ ስራህ እኮ ከአይምሮዬ በላይ ነው 2x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ጥንት አባቶቻችን ስራህን አወሩ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ድንቅ ታምራትህን እየመሰከሩ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ስራህ እግዚአብሄር ሆይ ከአይምሮ በላይ ነው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 ምስክር ነኝ በዓይኔ አይቻለሁ 2x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ስላንተማ ብዙ ምናገረው አለኝ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ብዙ ምናገረው አለኝ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የትኛውን አንስቼ የትኛውን እተዋለሁ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ጌታዬ ስራህ እኮ ከአይምሮዬ በላይ ነው 2x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የማወራው አለኝ የምመሰክረው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ስለአንተ ምህረት ፍቅር የምናገረው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ሥለ ሰው ልጅ ሃጢአት ልጅህን ሰጥተሃል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በእውነተኛ ፍቅርህ እኛን አድነሃል 2x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ከአይምሮ በላይ ነው ፍቅርህ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እኛን መውደድህ 4x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ክበር እንጂ ሌላማ ምን እንላለን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በላይ በላይ ምስጋና እንጨምራለን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በላይ በላይ ክብርን እንጨምራለን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ንገስ እንጂ ሌላማ ምን እንላለን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በላይ በላይ ምስጋና እንጨምራለን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በላይ በላይ ዝማሬ እንጨምራለን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ልነሳና ልነሳና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ላክብርህ ምክንያት አለኝ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ብዙ ብዙ ምክንያት አለኝ ክበር 3x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ምስጋና ላንተ ነው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ክብርም ላንተ ነው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አምልኮ ላንተ ነው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ስግደትም ላንተ ነው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ያረክልን ብዙ ነው ጌታ 2x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ያረክልን ብዙ ነው አሃሃሃ 2x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ውዳሴም ላንተ ነው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ቅዳሴም ላንተ ነው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ጭብጨባም ላንተ ነው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እልልታም ላንተ ነው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ያረክልን ብዙ ነው ጌታ 2x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ያረክልን ብዙ ነው አሃሃሃ 2x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