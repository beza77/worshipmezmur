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Yefikre Mehaliy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Lealem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“የፍቅሬ መኅልይ”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እንደንጋት ብርሃን ምጎበኘው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የማለዳ ፀሃዬ ኢየሱስ ነው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የህይወቴ ወጋገን ጉልላት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የዓይኖቼ ማረፊያ ያንተ ፊት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ባደባባዬ ገብተህ ሰንብት በጉዋዳዎቼ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ቀዬው መች ይለኛል ውድዬ አንተን አግኝቼ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ባደባባዬ ገብተህ ሰንብት በጉዋዳዎቼ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ውጪው መች ትዝ ይለኛል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ውድዬ አንተን አግኝቼ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ወዳለች ነፍሴ ማደሪያህን ወዳለች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ወዳለች ነፍሴ ፍለጋህን ወዳለች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ከምድር ጫፍ እስከዳርቻዋ ድረስ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ነህ የፍለጋዬ ልክ አድማስ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የመውደድ ዳርቻ የፍቅር ጥግ ሆይ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በልቤ ማማ ላይ ከብረህልኝ ቆይ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አይወዳደርህ አልማዝ ወይ ቀይ ዕንቁ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ተደምድሙአል ባንተ የአምላክነት ልኩ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እንደደራሽ ውሃ ልቤ ፈሶ ፈሶ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ይኸውተመልሱአል ከፍቅርህ ተቁዋድሶ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በህልውናህ ነፍሴን ጠፍንገህ ይዘሃት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ለሌላ እንዳትሆን የራስህ አደረካት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የልቤ ደስታ ነህ የነፍሴ ሃሳሴት ነህ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የልቤ ደስታ ነህ የነፍሴ ሃሴት ነህ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ለአጥንቶቼ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ፍስሃ ደስታቸው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የክብርህን መገለጥ ማየታቸው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ለልቤ መፅናናቱ ፍንደቃው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ከምንም ነገር በላይ ፊትህ ነው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ባደባባዬ ገብተህ ሰንብት በጉዋዳዎቼ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ቀዬው መች ትዝ ይለኛል ውድዬ አንተን አግኝቼ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ህይወት ከሚቀዳበት ከፀጋህ ዙፋን ስር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ፈቀቅ አልልም ብያለሁ ርስቴ ነህ እግዚአብሔር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ወዳለች.......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የፍቅሬን መኅልይ የመውደዴን ቅኔ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አንዳች አልቆጥብም አሰማለሁ እኔ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የመስዋዕቴን በኩራት የህይወቴን እፍታ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አዘጋጅቻለሁ ላፈስልህ ጌታ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የልቤ ደስታ ነህ.......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