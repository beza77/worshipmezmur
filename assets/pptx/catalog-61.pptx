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2011680"/>
            <a:ext cx="10881360" cy="18288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5400" b="1">
                <a:solidFill>
                  <a:srgbClr val="FFFFFF"/>
                </a:solidFill>
                <a:latin typeface="Ebrima"/>
                <a:ea typeface="Ebrima"/>
                <a:cs typeface="Ebrima"/>
              </a:rPr>
              <a:t>Tsegaw New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4023360"/>
            <a:ext cx="10881360" cy="109728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000" b="0">
                <a:solidFill>
                  <a:srgbClr val="CCCCCC"/>
                </a:solidFill>
                <a:latin typeface="Ebrima"/>
                <a:ea typeface="Ebrima"/>
                <a:cs typeface="Ebrima"/>
              </a:rPr>
              <a:t>Bereket Tesfaye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ፀጋው ነው እኔን የሚያቆመኝ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ምህረቱ ነው እንዲህ የሚያዘምረኝ (2x)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ሁልጊዜ ችኩል ነው ሲያዩት ደፋር መሳይ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ዶሮ ሳይጮህ በፊት ሶስት ጊዜ ክህዶታል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በሰው አይን ቢሆን ይህ ሰው ከሀዲ ነው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የፀጋው ጉልበት ግን ዳግም ሰው አረገው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ፀጋው ነው እኔን የሚያቆመኝ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ምህረቱ ነው እንዲህ የሚያዘምረኝ (2x)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ቢሆንማ ኑሮ በክብር በዝና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በገንዘብም ብዛት ብዙ ብልጥግና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እንዴት እሆን ነበር እርቆኝ መዳኔ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ግን እንዲያው ወደደኝ አሰበኝ መድህኔ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ሰው አይደለም ጌታዬ ልዩ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የተረሳውን ሰው እንዲህ ሚያስታውሰው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ፀጋው ነው እኔን የሚያቆመኝ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ምህረቱ ነው እንዲህ የሚያዘምረኝ (2x)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በማይመስል ነገር መስራት የሚችል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የአለምንም ጥበብ በኔ ሚያሳፍር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ልጁንም ገለጠው በእኔው ሁኔታ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እኔን ውዳቂውን አከበረ ጌታ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ፀጋው ነው እኔን የሚያቆመኝ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ምህረቱ ነው እንዲህ የሚያዘምረኝ (2x)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በራሴ አልቆምኩም ሚስጥሩ ገብቶኛል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ጸጋን አትረፍርፎ እየሱስ ሰጥቶኛል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ከቶ ዝም አልልም አዜምለታለሁ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ላከበረኝ ጌታ ክብር እሰጣለሁ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እንደ ሰው አይደለም ጌታዬ ልዩ ነው</a:t>
            </a:r>
          </a:p>
          <a:p>
            <a:pPr algn="ctr">
              <a:lnSpc>
                <a:spcPct val="125000"/>
              </a:lnSpc>
            </a:pPr>
            <a:r>
              <a:rPr sz="32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የተረሳውን ሰው እንዲህ ሚያስታውሰው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000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59436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- ፀጋው ነው እኔን የሚያቆመኝ</a:t>
            </a:r>
          </a:p>
          <a:p>
            <a:pPr algn="ctr">
              <a:lnSpc>
                <a:spcPct val="125000"/>
              </a:lnSpc>
            </a:pPr>
            <a:r>
              <a:rPr sz="4000" b="0">
                <a:solidFill>
                  <a:srgbClr val="FFFFFF"/>
                </a:solidFill>
                <a:latin typeface="Ebrima"/>
                <a:ea typeface="Ebrima"/>
                <a:cs typeface="Ebrima"/>
              </a:rPr>
              <a:t>ምህረቱ ነው እንዲህ የሚያዘምረኝ (2x)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