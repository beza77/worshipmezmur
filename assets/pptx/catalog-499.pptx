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Aybeqam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የምለዉ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የጥያቄዬ መልስ የሆነዉ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ያረፈበት ምወደው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የምልበት እርሱ ነዉ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እንደዚህ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እንደዚያም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እኔ ባመልክህ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አይበቃም አይበቃም አይበቃም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እንደ አንተ ያለ የለም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የማለዳ ጨረር የጠዋት ብርሃን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በደስታ አሞከው ልቤን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ህልሜን ልተርከው ከእንቅልፌ ስነቃ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አረጋገጥክልኝ ሌሊቱ እንዳበቃ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አምላክ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ንጉሥ ነህ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የምለዉ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የጥያቄዬ መልስ የሆነዉ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ያረፈበት ምወደው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እፎይ የምልበት እርሱ ነዉ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እንደዚህ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እንደዚያም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እኔ ባመልክህ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አይበቃም አይበቃም አይበቃም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እንደ አንተ ያለ የለም 4x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ማምለክ አየሬ ነው ሳላመልክ አልኖርም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ከሁኔታ ጋር አላያይዘውም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ተመስገን ሳልልህ ሥምህን ሳልቀድስ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እኖራለሁ እኔ ሳልተነፍስ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አምላክ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ዓይነት ንጉሥ ነህ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ሆይ እንደ አንተ ያለ የለም 4x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እንደዚህ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እንደዚያም ብለህ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እኔ ባመልክህ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አይበቃም አይበቃም አይበቃም አይበቃም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ስለ ሥምህ አመልክሃልሁ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ስለ ራስህ አመልክሃልሁ አሃ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ስለ ሥምህ አመልክሃልሁ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ስለ ራስህ አመልክሃልሁ አሃ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