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Lamesgeneh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Haileyesuse Taddesse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የህይወቴ እስትንፋስ በእጅህ መዳፍ ውስጥ ነው ያለው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 አንተ መኖር አልችልም በእርግጥ ሞቼ እቀራለሁ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ህያውነቴ ባንተ ነው በነፍሴ ጌታ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ለዘላለም ላመስግንህ ላዚም በእልልታ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 ልባርክህ ልባርክህ ላምልክህ ላምልክህ 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በአዲስ በአዲስ ቅኔ እቀኝልሀለሁ እኔ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በአዲስ በአዲስ ዜማ ድምጼ ለአንተ ይሰማ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 ከልቤ በሙሉ ሀይሌ 2x አመሰግንሀለሁ ክብርን ለአንተ እሰጣለሁ 2x ኢየሱስ 2x ኢየሱስ 4x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አንተ ለእኔ መታመኛዬ አለቴ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ደስታዬ አንተን ሳስብ ነው በእርግጥ ማረፍ መርካቴ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ስለዚህ አንተን ላምልክህ ላውራ ክብርህን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የዝማሬ ጽምፅ ይሰማ ላሸብሽብልህ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 ከፍ ላርግህ ከፍ ላርግህ ላውድስህ ላወድስህ 2x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በአዲስ በአዲስ ቅኔ እቀኝልሀለሁ እኔ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በአዲስ በአዲስ ዜማ ድምጼ ለአንተ ይሰማ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 ከልቤ በሙሉ ሀይሌ 2x አመሰግንሀለሁ ክብርን ለአንተ እሰጣለሁ 2x ኢየሱስ 2x ኢየሱስ 4x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እንዳንተ የሚሆን ለእኔ አላገኘሁምና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ከእናትም ከአባት ከወዳጅ በልጠህብኛልና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መድሀኒቴ ነህ ለእኔ ፈዋሼ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በአምላኮ አንተን ማክበር ነው ምላሼ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 ላመስግንህ ላመስግንህ ላሞጋግስህ ላሞጋግስህ 2x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በአዲስ በአዲስ ቅኔ እቀኝልሀለሁ እኔ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በአዲስ በአዲስ ዜማ ድምጼ ለአንተ ይሰማ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 ከልቤ በሙሉ ሀይሌ 2x አመሰግንሀለሁ ክብርን ለአንተ እሰጣለሁ 2x ኢየሱስ 2x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ማፍቀሬን ለአንተ ያለኝን ጥልቅ የሆነ መውደዴን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እገልፃለሁ ለስምህ ክብር በማቅረብ መስዋዕቴን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ደጋግሜ አመልክሃለሁ ይህም ያንስሀል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ያለምንም ዋጋ እንዲሁ አድነኽኛል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 ልቀኝልህ ልቀኝልህ ላክብርህ ላክብርህ 2x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በአዲስ በአዲስ ቅኔ እቀኝልሀለሁ እኔ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በአዲስ በአዲስ ዜማ ድምጼ ለአንተ ይሰማ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 ከልቤ በሙሉ ሀይሌ 2x አመሰግንሀለሁ ክብርን ለአንተ እሰጣለሁ 2x ኢየሱስ 2x ኢየሱስ 4x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