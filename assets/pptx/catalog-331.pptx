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ኽረ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ጌታዬ ኧረ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ኧረ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መቼ አፈርኩኝ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አባቴ መቼ አፈርኩኝ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መቼ አፈርኩኝ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ተማመንኩብህ በአንተ አባቴ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ከጐኔ ሆነህ ሥትሞላው ቤቴን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ምንስ አገኘኝ አንተን ታምኜ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ኽረ ምን ልሆን አለህ አዳኜ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አዳኜ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የረዳኝን ያገዘኝን እግዚአብሔርን አመልካለሁ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የረዳኝ አቅም የሆነከኝ እግዚአብሔርን አመልካለሁ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ስንቴ ረዳኽኝ ስንቴ አገዝከኝ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ከጐኔ ሆነህ እያበረታኽኝ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ባለቀ ነገር ጣልቃ እየገባህ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አደረስከኝ እጆቼን ይዘህ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ይዘህ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ኽረ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ጌታዬ ኧረ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ታምኜ ኧረ ምን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መቼ አፈርኩኝ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አባቴ መቼ አፈርኩኝ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ጠበኩኝ መቼ አፈርኩኝ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ስንቴ ረዳኽኝ ስንቴ አገዝከኝ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ከጐኔ ሆነህ እያበረታኽኝ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ባለቀ ነገር ጣልቃ እየገባህ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አደረስከኝ እጆቼን ይዘህ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ይዘህ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የረዳኝን ያገዘኝን እግዚአብሔርን አመልካለሁ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የረዳኝ አቅም የሆነከኝ እግዚአብሔርን አመልካለሁ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ባይቀየሩም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ቢጐድልም ቢሞላም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ታምኛለሁ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አልሰጋም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ባይቀየሩም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ያስብኩት ባይሞላም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ታምኛለሁ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በጭራሽ አልሰጋም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ነገሮች ባይቀየሩም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ቢጐድልም ቢሞላም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ታምኛለሁ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በፍፁም አልሰጋም አመልካለሁ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