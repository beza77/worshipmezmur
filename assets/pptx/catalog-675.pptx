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Balegirma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ዘማሪ ምህረት ኢተፋ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ርዕስ ባለግርማ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አልበም ባለግርማ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ባለግርማ ባለግርማ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እና አምልኮዬ ማደሪያህ ይግባ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ባለሞገስ ባለሞገስ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እና አምልኮዬ ማደሪያህ ይድረስ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አምላክ እኔ አላመልክም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ሌላውን ልቤ አልፈቀደም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እሺ አላለኝም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ባለግርማ ባለግርማ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እና አምልኮዬ ማደሪያህ ይግባ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ሲድራቅ ሚሳቅ አብደናጐም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ሰባት እጥፍ እሳቱ ቢነድም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ለቆመው ምስል አልዘምርም አላደርገውም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ሰባት እጥፍ ይንደድ ምን ቸገረኝ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የማመልከው ይችላል ሊያድነኝ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በፈቃዴ እገባለሁ ይልቀቁኝ አያቃጥለኝ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ዳንኤል እንደ እግዚአብሔር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በአንበሶች ጉድጓድ እንደ ተጣለው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ግዑዙን አምላክ አላመልክም አላደርገውም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ይራቡ አንበሶቹ ምን ቸገረኝ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የማመልከው ከኔጋር ካለልኝ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ልሂድ ልግባ ግድ የለም ይልቀቁኝ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አይችሉም ሊበሉኝ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ለእርሱ ክብር አፌን እከፍታለሁ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እያለኝ እዘምርለታለሁ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ጐንበስ ቀና እያልኩኝ ለእርሱ እሰግድለታለሁ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እኮ ነው በሕይወት ያኖረኝ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መከራዬን በሙሉ ያስረሳኝ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አልልም እወድሰዋለሁ አመልከዋለሁ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