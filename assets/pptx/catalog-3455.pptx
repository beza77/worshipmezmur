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Tikus New Fikre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Lealem Tilahun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“ትኩስ ነው ፍቅሬ”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እወድሃለሁ ዛሬም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ትኩስ ነው ፍቅሬ አልበረደም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አፈቅርሃለሁ ዛሬም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ትኩስ ነው ፍቅሬ አልቀነሰም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በከፍታም አይቀንስም በዝቅታም አይቀንስም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በሃዘንም አይቀንስም በደስታም አይቀንስም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በማግኘትም አይቀንስም በማጣትም አይቀንስም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የሞገስ አክሊል የክብር ሹመቴ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የማታ ማታ ቀሪ ንብረቴ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የፍቅር ቅኔ ላንተ ልቀኝ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ኢየሱስ ማለት ስለገባኝ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እኔ አንተን ሳገኝህ ደስ ይለኛል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የመኖር ጣዕሙ ይገባኛል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 ስትነካኝ ደስ ይለኛል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የህይወት ትርጉሙ ይገባኛል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ምን ጥያቄ አለው ምን ጥርጥር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እንደተያዝኩኝ ባንተ ፍቅር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ልቤወዶሃል ያየውን አይቶ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እኔ ዝም ልል አልችልም ከቶ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ፍቅር ከተቁዋጨ ባንድ ቃል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ኢየሱስ ነው ማለት ይበቃል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ፍቅር እንደዚህ ነው ከተባለ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ከኢየሱስ የሚበልጥ አንድም የለ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በከፍታም አይቀንስም......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