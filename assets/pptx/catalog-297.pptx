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Ayeresagnem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አይረሳኝም ለኔ ያደረከው ብዙ ውለታ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ሞተህ ዋጋ የከፈልከው በጎልጎታ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ብታይ ምኔን ብትወደው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የቱ ህይወቴ ተመችቶህ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እራስህን ለኔ የሰጠኸው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ሞቴን ስጠባበቅ ህይወቴን ቀጠልከው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እራስህን ለኔ የሰጠኸው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ጭንቀቴን ወሰድከው ህመሜን ተካፈልከው ስለኔ ሞትክ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እርጉም ሰው ነህ ተባልክ ተገረፍክ በጅራፍ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ፃዲቅ ሆነህ ሳለህ ሆንክ ስለኔ ሀጥያት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ብታይ ምኔን ብትወደው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የቱ ህይወቴ ተመችቶህ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እራስህን ለኔ የሰጠኸው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ሞቴን ስጠባበቅ ህይወቴን ቀጠልከው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እራስህን ለኔ የሰጠኸው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ምን እልላለሁ እንዲህ ከወደድከኝ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ከመገረም ውጪ ምን እከፍልሃለሁ /4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ሞቴን ስጠባበቅ ህይወቴን ቀጠልከው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እራስህን ለኔ የሰጠኸው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ምኔን ብትወደው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ሞቴን ስጠባበቅ ህይወቴን ቀጠልከው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