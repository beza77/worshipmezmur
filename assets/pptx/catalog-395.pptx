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Wedaj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ዉስቴ ባንተ አረፈ ልቤ ባንተ ሰከነ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የሚባል አገኘሁ አየሱስ ካንተ ተወዳጀሁ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ዉስጤ ይኸው አረፈ ነፍሴ ባንተ ሰከነች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የሚባል አገኘሁ እየሱስ ባንተ ተረጋጋሁ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ያለሁበት አለህ ከጎኔ አትጠፋም ከዉስጤ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ነህ ሰላሜ ጓደኛ የዘላለሜ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እንደአይንህ ብሌን ምትሳሳልኝ ተግተህ የምቷአዴግን ምተብቀኝ እየሱስ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ወዳጀ ነህ እየሱስ የቤተ አረፍት/ራስ የሕይወቴ ንጉስ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ወዳጅነትህ አያልቅም ፍቅርህ በሰሞን አይደርቅም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ወረት በሌለው ፍቅር ይዘኸኛል ለዘላለሙ ወደኸኛል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ወዳጅነትህ አያልቅም ፍቅርህ በዘመን አይበርድም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ወረት በሌለው ፍቅር ይዘኸኛል ለዘላለሙ ወደኸኛል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ወዳጀ ነህ እየሱስ የቤተ አረፍት/ራስ የሕይወቴ ንጉስ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በፍቅርህ ይዘኸኝ አለሁ ይኸው ዛሬም ባንተ እመካለሁ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ወዳጅ አያልኩኝ ዘመኔን እዘምራለሁ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ወገን ነህ ዘመድ ጓደኛ የብቸኝነት መዳኛ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ያለሁበት አለህ ከጎኔ አትጠፋም ከዉስጤ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ነህ ሰላሜ ጓደኛ የዘላለሜ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የማላስረዳህ ንግግሬ አላብራራም ላንተ አባባሌ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ቀድሞ ምገባህ የምትረዳኝ ሳላወራህ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ወዳጀ ነህ ነፃነቴ ሰርክ የሚገባ ስሜቴ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በሚስጢር የማላፍርብህ ለጓዳ የማልሰጋብህ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ነህ ሰላሜ ጓደኛ የዘላለሜ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ያለሁበት አለህ ከጎኔ አትጠፋም ከዉስጤ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ነህ ሰላሜ ጓደኛ የዘላለሜ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