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Yinurelen Gieta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ያደርንበት ኃጢአት ከንስሃ ጣፍጦ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መፍራት ተንቋል አመፅ በዝቶ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አንዳችን በኃጢአት ከሌላው ለመላቅ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ተፎካከርን ጌታን ከቤቱ ለማራቅ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አይታገልም ጌታ ከአፍኒና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ከፊንሃስ ጋራ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ይርቃል እንጂ ከማይፈሩት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ትራፊ እየሰጡ ከሚንቁት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ኢካቦድ ሆኖ በሐገሪቱ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በእልልታ ቢቀለጥ መንደሩ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አደንድኗል አመፅ ልባቸውን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እስኪሰጥ በጅራፍ ዋጋቸውን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ና.. ባደባባይ ስምህ ተሰድቧል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 ና መልሰን ፊትህ ወድቀናል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ና.... የተወሰደው ክብር ይመለስ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 ና አንተ ቆይልን ሚሄድ ይሂድ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ሙሽራው እያለ ሎሌው ደምቆ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ነውር የማይፈራ ምህረቱን ተለማምዶ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ሙሽሪትም ደጇን ለሌላው ከፍታ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በአላፊው አግዳሚው ጨረሰች ዘይቷን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የለበትም ጌታ በምስባኩ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በተዘጋዘጀው በስሙ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ይሰበካል እንጂ የሰው 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ባሪው ከጌታው ልቋልና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አይጠራም ኢየሱስ በመድረኩ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አይነገርም ከቶ ትምህርቱ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ይሰበካል እንጂ ታምራቱ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ለንግድ የሚሆን ጥራዝ ጥቅሱ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ይኑርልን ጌታ በቤቱ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ይሰንብት ለርስቱ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ሚፈልገው አለ ከነፍሱ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የማይኖር ያለ እሱ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ባይተዋር አናርገው አንግፋው ይኑርልን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ማለቱን አንናቅ ምህረቱ ሲበዛ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 ላያችን ሲታይ ጣዖት ተፀያፊ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በቤተ መቅደስ ግን ከእግዜር እጅ ዘራፊ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በድፍረት ልምምድ ጌታን ስንጋፋ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የምህረት ደጁን እግዜር እንዳይዘጋ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ና.. ባደባባይ ስምህ ተሰድቧል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 ና መልሰን ፊትህ ወድቀናል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ና.... የተወሰደው ክብር ይመለስ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ና. ና አንተ ቆይልን ሚሄድዉ ይሂድ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