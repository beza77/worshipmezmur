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Menden New Des Yemilegn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ምንድን ነው ደስ የሚለኝ ልቤን ደስታ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ጥያቄዬ ጥያቄዬ ይኼ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ምንድን ነው ደስ የሚለኝ ልቤን ደስታ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ሃሴት የማደርግበት ይኼ ሚስጥር ምንድን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ስላለኝ ነዋ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ስላለኝ ነዋ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ስላለኝ ነዋ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ስላለኝ ነዋ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ልብን የሚፈውስ ኢየሱስ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ነፍስን የሚያረካ ኢየሱስ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የሚኖር ኢየሱስ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ሁሉ ወዳጅ ኢየሱስ 3x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ምንድን ነው ደስ የሚለኝ ልቤን ደስታ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ጥያቄዬ ጥያቄዬ ይኼ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ምንድን ነው ደስ የሚለኝ ልቤን ደስታ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ሃሴት የማደርግበት ይኼ ሚስጥር ምንድን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ስላለኝ ነዋ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ስላለኝ ነዋ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ስላለኝ ነዋ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ስላለኝ ነዋ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ስኖር ሳለው በዚች 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ብርቄ አይደለም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ውበት ሰጪ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ከንቱ ነው ከአንተ ውጪ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አይደንቀኝም አያስደንቀኝም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አይገርምኝም አያስገርመኝም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የሚርመኝ ኢየሱስ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የሚደንቀኝ ኢየሱስ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ብርቅ የምለው ኢየሱስ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ውድ የምለው ኢየሱስ 3x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ስኖር ሳለው በዚች 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ብርቄ አይደለም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ውበት ሰጪ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ከንቱ ነው ከአንተ ውጪ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ምንድን ነው ደስ የሚለኝ ልቤን ደስታ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ሁልጊዜ ጥያቄዬ ጥያቄዬ ይኼ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ምንድን ነው ደስ የሚለኝ ልቤን ደስታ የሞላው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ሃሴት የማደርግበት ይኼ ሚስጥር ምንድን ነው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ስላለኝ ነዋ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ስላለኝ ነዋ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ስላለኝ ነዋ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ስላለኝ ነዋ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ስኖር ሳለው በዚች 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ብርቄ አይደለም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ውበት ሰጪ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ከንቱ ነው ከአንተ ውጪ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አይደንቀኝም አያስደንቀኝም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አይገርምኝም አያስገርመኝም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የሚገርመኝ ኢየሱስ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የሚደንቀኝ ኢየሱስ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ብርቅ የምለው ኢየሱስ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ውድ የምለው ኢየሱስ 3x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ስኖር ሳለው በዚች ዓለም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ነገር ብርቄ አይደለም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ጌታ ውበት ሰጪ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ከንቱ ነው ከአንተ ውጪ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