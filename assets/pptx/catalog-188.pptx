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Yeselam Tegu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በምን ይረካል ልቡ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ዓለሙም አያልፍም ልኩ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ነው የሰላም ጥጉ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የደስታ ጥጉ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የደስታ ጥጉ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ልብህ ሲፈካ እንደ አበባ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በአገኘው ነገር ሲፅናና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በዚያው ልክ የሃዘን ድባብ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ድብት ሲያደርገው ተስፋ ሲቆርጥ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ስንቱ ነው ሚታየው በሕይወት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ለዚያች ዕድሜ ተችሮት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አዋቂ ያ ብልሁ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በአምላክ ሲሆን ነው መደሰቱ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የማይናወጥ ሰላሜን ደስታዬን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አግኝቻለሁ ኢየሱስ ጌታዬን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የምድር ስኬት ሚሰጠው ምንድን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ሌላ ደስታ አለ ባይ ማን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በምን ይረካል ልቡ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ዓለሙም አያልፍም ልኩ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ነው የሰላም ጥጉ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የደስታ ጥጉ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የደስታ ጥጉ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መች በአንድ ነገር ልብ ይረካል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አንዱ ሲሰጠው ሌላ ይሻል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ያሻውንም ቢያገኝ ሰው ምኞቱ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 አይልም አይሞላለት ቋቱ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ሕይወት የሚረጋው በእረፍት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ሲገባ ወደ ቤት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የሰላም ምንጩን ከተጠጉ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ደስታ አይፈልጉ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የማይናወጥ ሰላሜን ደስታዬን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አግኝቻለሁ ኢየሱስ ጌታዬን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የምድር ስኬት ይሰጠው ምንድን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ሌላ ደስታ አለ ባይ ማን ነው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በምን ይረካል ልቡ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ዓለሙም አያልፍም ልኩ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ነው የሰላም ጥጉ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የደስታ ጥጉ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የደስታ ጥጉ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