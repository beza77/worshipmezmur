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Bebereket Yeminor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ሠማዩ የአንተ ነው የአንተ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ምድሩ የአንተ ነው የአንተ ነው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ባለጠግነትህ ዓለምን ሸፈነው (4x)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በበረከት የሚኖር ግርማው የሚያስፈራ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ድህነትን የማያውቅ ችግር የማይፈራ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በዘመናት መሃከል እንደ አንተ ያለ ማነው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ባለጠጋ መሆንክህን እኔ እናገራለሁ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ባለጠግነትህ ዓለምን ሸፈነው (4x)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አምላክ ክብር ያለዉ ክብር ያለው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ሞገስ ያለው ሞገስ ያለዉ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ያለው ሞገስ ያለዉ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ያለው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(4x)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ባለጠግነትህ ዓለምን ሸፈነው (4x)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ባህሪህ መልካም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ግሩም ነው ድንቅ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ተመልክቶ እማይወድ ማነው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የእኔ ጌታ አቤት የእኔ ጌታ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