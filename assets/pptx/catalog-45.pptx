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Hulun Qedemiewalehu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Bereket Tesfaye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የደስታዬ ምንጭ አንተ ነህ 2x ነገር ቢሞላ ነገር ባይሞላ የደስታዬ ምንጭ አንተ ነህ የሰላሜ ምንጭ አንተ ነህ 2x ነገር ቢሞላ ነገር ባይሞላ የሰላሜ ምንጭ አንተ ነህ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ጥበበኛዋ ሴት ቀዝቃዛውን ክረምት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ሩቅ አይታ ልብሷን ሰፋች መከራውን ቀደመች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እኔም እንደ እሷ ሁሉን ቀድምያለሁ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በእየሱስ ተደስቻለሁ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2x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ሃዘንን ቀድሜዋለው ጭንቀትን ቀድሜዋለው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ተድላን ቀድሜዋለው ስኬትን ቀድሜዋለው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የደስታዬ ምንጭ አንተ ነህ 2x ነገር ቢሞላ ነገር ባይሞላ የደስታዬ ምንጭ አንተ ነህ የሰላሜ ምንጭ አንተ ነህ 2x ነገር ቢሞላ ነገር ባይሞላ የሰላሜ ምንጭ አንተ ነህ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የተቀደመ ነው የቀረው ዘመኔ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የዘላለም ደስታ ኢየሱስ ሆኖኝ ለእኔ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ቀድሜ ተደስቻለው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2x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በኢየሱስ ተደስቻለው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2x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 ወንዝ ነው ሰላሜ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3x, ይፍለቀለቃል ከውስጤ, አይቋረጥም ሰላሜ, 3x, ይፍለቀለቃል ከውስጤ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የደስታዬ ምንጭ አንተ ነህ 2x ነገር ቢሞላ ነገር ባይሞላ የደስታዬ ምንጭ አንተ ነህ የሰላሜ ምንጭ አንተ ነህ 2x ነገር ቢሞላ ነገር ባይሞላ የሰላሜ ምንጭ አንተ ነህ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ደስታ እና ሃዘኔ እኩያ ነበሩ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በልኬት ቁመና የሚፎካከሩ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ግን የሰጠኝ ደስታ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አይስተካከል ከሁኔታ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አባቴ የስጠኝ ደስታ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አይስተካከል ከሁኔታ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 ወንዝ ነው ሰላሜ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3x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ይፍለቀለቃል ከውስጤ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 ወንዝ ነው ሰላሜ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3x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ይፍለቀለቃል ከውስጤ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የደስታዬ ምንጭ አንተ ነህ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ነህ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