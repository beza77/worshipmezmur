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Beseraw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በሥራው ትክክል በሥራው የማይሳሳት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በሥራው አንድ እንኳን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ሥራው ሥራው እንከን የሌለው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የማይሆነውን ነገር አይሆንም እያለ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የማይረባኝንም እየከለከለ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በምድረ በዳ ላይ እኔን እያባበለ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መራኝ እጄን ይዞ እሹሩሩ እያለ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እሹሩሩሩሩ ነይ ልጄ እያለ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ነይ ልጄ 3x እያለ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መራኝ እጄን ይዞ ነይ ልጄ እያለ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እኔንም መራኝ እንጂ እጄን በእጁ ይዞ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እያሸጋግረኝ ብዙ ብዙ ጉዞ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ማዕበልና ወጀቡን በሥልጣኑ አዞ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የሚነሳብኝን ጠላቴን ገስጾ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እቅፍ እቅፍ እቅፍ ድግፍ አርጐ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መራኝ እርሱ መራኝ እጄን ይዞ 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የማይሆነውን ነገር አይሆንም እያለ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የማይረባኝንም እየከለከለ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በምድረ በዳ ላይ እኔን እያባበለ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መራኝ እጄን ይዞ እሹሩሩ እያለ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እሹሩሩሩሩ ነይ ልጄ እያለ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ነይ ልጄ 3x እያለ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መራኝ እጄን ይዞ ነይ ልጄ እያለ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ህጻን ሆኜ ሳለሁ እንደ ህጻንነቴ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መራኝ ተንከባክቦ እንደ እናት እንደ አባቴ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አሁንም ባለሁበት እንደ እኔነቴ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ያኖረኛል በድል . 1 . ከፊቴ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እቅፍ እቅፍ እቅፍ ድግፍ አርጐ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መራኝ እርሱ መራኝ እጄን ይዞ 4x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በሥራው ትክክል በሥራው የማይሳሳት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በሥራው አንድ እንኳን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ሥራው ሥራው እንከን የሌለው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የማይሆነውን ነገር አይሆንም እያለ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የማይረባኝንም እየከለከለ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በምድረ በዳ ላይ እኔን እያባበለ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መራኝ እጄን ይዞ እሹሩሩ እያለ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እሹሩሩ ነይ ልጄ እያለ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ነይ ልጄ 3x እያለ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መራኝ እጄን ይዞ ነይ ልጄ እያለ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