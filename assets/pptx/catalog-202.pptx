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Kamlakachen Beqer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Bezu Mulugeta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ዘማሪ ብዙ ሙሉጌታ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ርዕስ ከአምላካችን በቀር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ጸሐፊ ሙሴ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ካምላካችን በቀር ማነው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ከአለቱስ በቀር ማነው አለት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እየሱስ የድል ጋሻ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ለክፉቀን ሆነልን መሸሻ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ጌታችንን እኛ እናምነዋለን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አሸንፎ ባይናችን ስላየን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እየሱስን እኛ እናምነዋለን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አሸንፎ ባይናችን ስላየን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ብዙዎች ተነሱ በእርሱ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በስልጣን በሃይሉ በክብሩ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አልጸኑም ወድቀዋል ተገርስሰው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በሃያሉ ክንዱ ተመልሰው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እኛም ታምነንበት በዚህ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እንዘላለን ዛሬ በደስታ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... እኔ ማመልከው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... የምስግድለት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... የምገዛለት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እግዚአብሄር ይሄ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አማልክቶች አሉ በመደር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ዝናቸው ለጥቂት ገኖ ሚታይ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አይጸኑም ይወድቃሉ በአንድ አፍታ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ሲነሳ በሃይሉ ይሄ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ሲያሰግድ አየነው በአይናችን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ሕዝቡን ያስከብራል አምላካችን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አባቶቻችንም ተማምነውት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ነብያት ሐዋርያት ስሙን ጠሩት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ሰማና ተገኝቶ አሳረፋቸው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በጠላት ፊት መፈራት ሆናቸው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በደንቅ የሰራው ይሄ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በዙፋኑ አለ ሰይረታ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አምላካችን ማነው አለን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በስሙ በክንዱ እኛ ፎከርን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በመከራው ዘመን ተማመንነው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ይሰራል ጌታችን ሃይለኛ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ለሁሉም ይሄን ክንዱን አሳያቸው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ጌታ ነው አሰኛቸው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