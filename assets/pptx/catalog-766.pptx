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Mesgana Yegebahal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ምሥጋና ይገባሃል ጌታ ሆይ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በእኛ ላይ ናትና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መንግሥትም የአንተ ናት ጌታ አምላክ ሆይ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ይገባሃል ክብር ሃሌሉያ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በመንገዱ ጻድቅ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ከቁጣም የራቀ ይቅር ባይ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እሩህሩህና መሃሪ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ምሥጋና ይገባሃል ጌታ ሆይ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በእኛ ላይ ናትና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መንግሥትም የአንተ ናት ጌታ አምላክ ሆይ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ይገባሃል ክብር ሃሌሉያ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በቃሎቹ ታማኝ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በስራውም ሁሉ ምስጉን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ለሚጠሩት ሁሉ ቅርብ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ምሥጋና ይገባሃል ጌታ ሆይ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በእኛ ላይ ናትና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መንግሥትም የአንተ ናት ጌታ አምላክ ሆይ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ይገባሃል ክብር ሃሌሉያ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የተፍገመገሙትን የሚደግፍ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የወደቁትን የሚያነሳ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እንደአንተ ያለ አጽናኝ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ምሥጋና ይገባሃል ጌታ ሆይ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በእኛ ላይ ናትና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መንግሥትም የአንተ ናት ጌታ አምላክ ሆይ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ይገባሃል ክብር ሃሌሉያ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የሁሉም ዐይን አንተን ተስፋ ያደርጋል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እጅህን ትከፍታለህ ይጠግባሉ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ክቡር ስምህንም ያከብራሉ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ምሥጋና ይገባሃል ጌታ ሆይ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በእኛ ላይ ናትና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መንግሥትም የአንተ ናት ጌታ አምላክ ሆይ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ይገባሃል ክብር ሃሌሉያ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