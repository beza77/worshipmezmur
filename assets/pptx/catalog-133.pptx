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Negeyien Betamr Yeqedmal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Tamerat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ነገየን በታምር ይቀድማል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ነገሬን በምሉ ውብ ያረጋል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የፈራሁትንም ያስወግዳል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በደስታ በሃሴት ይሞላኛል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በር ኣፌን የኋሊት ዘግቼን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በዘይት ይሞላል ገምቦየን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ለመሞት ኣንድ ምሽት ቢቀር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ሂወት ይቀጥላል በታምር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ሂወት ይቀጥላል በታምር4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ሂወቴን በታምር ልታኖረው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የወሰንክ የኣቀድክ ኣንተ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ያፍቃድ ጸንቶ የሚኖር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ሂወቴን ቀጥሳል በታምር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ሂወት ይቀጥላል በታምር4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ነገየን በታምር ይቀድማል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ነገሬን በምሉ ውብ ያረጋል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የፈራሁትንም ያስወግዳል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በደስታ በሃሴት ይሞላኛል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የምልህ ኣለኝ4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የኔ ጌታ ተመስገን የኔ ጌታ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