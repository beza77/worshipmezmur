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Selam Ale Lenie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አለኝ 3x በልቤ በልቤ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ቃሉን አንብቤ ደህንነት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 ሰላም አግኝቻለሁ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ሰላሜ በውስጤ እንዲህ የፈሰሰው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በደሙ ሕይወቴን ገዝቶት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በጭንቅ ከመወጠር አዕምሮዬ ያረፈው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የሚሰጠው ጌታ ስላለኝ ነው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ባይሆንማ ኢየሱስ ለእኔ ባይኖርልኝ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ባይገዛው ባይቆጣጠረኝ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በጭንቀት ተይቬ ጉስቁልና ከቦኝ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በስቃይ ተውጬ ነበረ የምገኝ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ጌታዬ ኢየሱስ እርሱ ስላለልኝ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አግኝቻለሁ ተፈትቻለሁኝ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ሰላም አለኝ 3x በልቤ በልቤ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ቅዱስ ቃሉን አንብቤ ደህንነት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 ሰላም አግኝቻለሁ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 መልካም ነገር እንዲህ ያፈለቀው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ሃሳብ ሕይወቴን ሞልቶት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ልቤን ለእርሱ አርፎ ተዋርዶ የተገዛው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እውነተኛ ፍቅሩን አውቆ ተረድቶት ነው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ነው ነው ሰላሜ ነው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እረፍቴ ነው ነው አቅሜ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ሌላ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ኢየሱሴ ካለ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ባይሆንማ ኢየሱስ ለእኔ ባይኖርልኝ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ባይገዛው ባይቆጣጠረኝ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በጭንቀት ተይቬ ጉስቁልና ከቦኝ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በስቃይ ተውጬ ነበረ የምገኝ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ጌታዬ ኢየሱስ እርሱ ስላለልኝ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አግኝቻለሁ ተፈትቻለሁኝ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በጤንነት ሆኜ መውጣቴ መግባቴ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ሆኖልኝ ነው ኃይልና ጉልበቴ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መልካም ስፍራ እግሬ የሚሮጠው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እግሬን የሚመራ ኢየሱስ ሆኖ ነው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ነው ነው ፈዋሼ ነው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እረፍቴ ነው ነው አቅሜ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ሌላ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ኢየሱሴ ካለ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ባይሆንማ ኢየሱስ ለእኔ ባይኖርልኝ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ባይገዛው ባይቆጣጠረኝ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በጭንቀት ተይቬ ጉስቁልና ከቦኝ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በስቃይ ተውጬ ነበረ የምገኝ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ጌታዬ ኢየሱስ እርሱ ስላለልኝ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አግኝቻለሁ ተፈትቻለሁኝ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አቅሜ የእርሱን ስራ እንዴት ሊናገረው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የእርሱ ውለታ በልቤ ሞልቶ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ልቤም መስቀሉ ስር ስለተዋረደ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መንፈስ በውስጤ ነደደ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ባይሆንማ ኢየሱስ ለእኔ ባይኖርልኝ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ባይገዛው ባይቆጣጠረኝ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በጭንቀት ተይቬ ጉስቁልና ከቦኝ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በስቃይ ተውጬ ነበረ የምገኝ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ጌታዬ ኢየሱስ እርሱ ስላለልኝ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አግኝቻለሁ ተፈትቻለሁኝ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ተለወጥኩኝ 3x በኢየሱስ በኢየሱስ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አዲስ ፍጥረት ሆኛለሁ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መንፈሱን አግኝቻለሁ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 ለውጥን አግኝቻለሁ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ማዳን ለሰው የማወራው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ማዳኑን በዐይኔ ስለአየሁኝ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ሰዎችን ለመውደድ ለማፍቀር የቻልኩት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በጌታዬ ፍቅር ስላገኘውሁ ነው እረፍት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አለኝ 3x በኢየሱስ በኢየሱስ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የማይጠፋ ደስታ የማይለወጥ ተስፋ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በሕይወቴ በጣም ተስፋፋ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ባይሆንማ ኢየሱስ ለእኔ ባይኖርልኝ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ሕይወቴን ባይገዛው ባይቆጣጠረኝ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በጭንቀት ተይቬ ጉስቁልና ከቦኝ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በስቃይ ተውጬ ነበረ የምገኝ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ግን ጌታዬ ኢየሱስ እርሱ ስላለልኝ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እረፍት አግኝቻለሁ ተፈትቻለሁኝ 2x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ሕይወቴ ነው ነው ፈዋሼ ነው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እረፍቴ ነው ነው አቅሜ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የምመካበት ሌላ ምን አለ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ለእኔስ ኢየሱሴ ካለ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