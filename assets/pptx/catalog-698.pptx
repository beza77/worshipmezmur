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Maranatha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ማራናታ 2 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ናልኝ 2 ና አሀሀሀ ናፍቄሀለሁ X2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እሄዳለሁ ሁ ሁ ሁ 2 እሄዳለሁ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ጌታዬን ፊትለፊት ላየው ሁ ሁ 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እሄዳለሁ ሁ ሁ ሁ እበራለሁ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እዚህ አልኖርም በቅርቡ እነጠቃለሁ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የመሬት ስበት አይዘኝም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ሁኔታዎች አያስቀሩኝም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መንፈሱ በኔ ስላለ ጥሼዉ እወጣለሁ ሁሉንም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የማምነው ተሰፋዬ ይሄ ነው ይመጣል እነጠቃለሁ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ማራናታ 2 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ናልኝ 2 ና አሀሀሀ ናፍቄሀለሁ X2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እሄዳለሁ ሁ ሁ ሁ 2 እሄዳለሁ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ጌታዬን ፊትለፊት ላየው ሁ ሁ 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እሄዳለሁ ሁ ሁ ሁ እበራለሁ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እዚህ አልኖርም በቅርቡ እነጠቃለሁ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በሚያስደንቅ ክብር ነው እየሱስ የሚገለጠው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የሱ የሆኑትን ሊነጥቅ ጥቂት ነው 2 የቀረው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እኮ በቅርብ ይመጣል በደመና ይመለሳል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ማራናታ 2 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ናልኝ 2 ና አሀሀሀ ናፍቄሀለሁ X2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እሄዳለሁ ሁ ሁ ሁ 2 እሄዳለሁ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ጌታዬን ፊትለፊት ላየው ሁ ሁ 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እሄዳለሁ ሁ ሁ ሁ እበራለሁ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እዚህ አልኖርም በቅርቡ እነጠቃለሁ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