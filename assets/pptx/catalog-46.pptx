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forgiven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Goodness and mercy shall follow 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All the days of my life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And I will dwell in your 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Forever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forgiven yeah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forgiven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a testimony, his blood wash me yee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forgiven yeah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forgiven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Goodness and mercy shall follow 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All the days of my life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And I will dwell in your house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Forever more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ላይለቅኝ ጌታ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በፍቅሩ ያዘኝ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ያዘኝ ለዘላለም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ያዘኝ ለዘላለም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forgiven yeah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 am forgiven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