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Minim Ayisanihm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Meskerem Getu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ተስፋ አድርጌ ፀልዬ ነበረ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ፀሎቴን ሰምተሃል ስለቴ ሰመረ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ተማምኜ ተስዬ ነበረ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ጩኸቴን ሰምተሃል ስለቴ ሰመረ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ፀሎትን ትሰማለህ እንባንም ታብሳለህ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ለሚጠሩህ ቅርብ ነህ ደጅህን ትከፍታለህ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ኡ አንዳንድ ጊዜ እታወካለሁ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የሚነፍሰው ነፋስ ታንኳዬን ሲንጠው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ኡ መርከቤ ላይ ጌታዬ ተኝተህ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ሁሉ ሲሆን አታይም ወይ ነቅተህ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ሚሆነው ሳይገባኝ ተጨንቄ ሳምጥ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ታንኳዬ በውሃ ሲሞላ ስናወጥ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ማዕበል ሚታዘዝህ ሚሰማህ ወጀቡ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በተነሳህ ጊዜ ግን ያወኩኝ ዝም አሉ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ምንም አይሳንህም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የማመልክህ አምላክ ትችላለህ ሁሉንም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ምንም አያቅትህም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የታመንኩህ ጌታ ትችላለህ ሁሉንም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ኡ ባለመዳኒት ያልተገኘላት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ለአስራ ሁለት አመት ደም እየፈሰሳት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ኡ ተንከራታች ንብረቷንም ሰታ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ማንም አልተገኘም ችግሯን ሚፈታ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ከህዝብ ሁሉ መሃል በእምነት ተጋፍታ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ፈውሷን ተቀበለች የልብስህን ጫፍ ነክታ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ለስንቱ መለኛ ላዋቂ ያቃተ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 መካር ሃያል ቀላል ነው ለአንተ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ምንም አይሳንህም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የማመልክህ አምላክ ትችላለህ ሁሉንም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ምንም አያቅትህም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የታመንኩህ ጌታ ትችላለህ ሁሉንም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