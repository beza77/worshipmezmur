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 Merkuachenen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ምርኳችንን በመለሰልን ጊዜ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ደስተኞች ሆንን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ሃሴትንም ደስታንም ተሞላን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ሃሌሉያ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ለዘለዓለም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ለእግዚአብሔር በሰማያት ሰማያት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ይገባዋል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ታላቅ አምላክ ምህረቱ ለዘለዓለም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ሃሌሉያ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ለዘለአለም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