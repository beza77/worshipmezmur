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Melaekt Adis Qenie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በዙፋኑ ላይም በተቀመጠው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በቀኝ እጁ ላይ በውስጥና በኋላ የተጻፈበት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በሰባትም ማኅተም የተዘጋ መጽሃፍ አየሁ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ብርቱም መልአክ "መጽሃፉን ይዘረጋ ዘንድ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ማኅተሞቹንም ይፈታ ዘንድ የሚገባው ማነው?"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ብሎ በታላቅ ድምጽ ሲያውጅ አየሁ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በሰማይም ቢሆን በምድርም ቢሆን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ከምድርም በታች ቢሆን መጽሃፉን ሊዘረጋ ወይም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ሊመለከተው ማንም አልተቻለውም መጽሃፉንም ሊዘረጋ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ወይም ሊመለከተው የሚገባው ማንም ስላልነበረ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አለቀስኩ ከሽማግሌዎቹም አንዱ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"አታልቅስ እነሆ ከይሁዳ ነገድ የሆነው አንበሳ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እርሱም የዳዊት ስር መጽሃፉን ይዘረጋ ዘንድ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ሰባቱንም ማኅተም ይፈታ ዘንድ ድል ነስቷል" አለኝ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መልአክት አዲስ ቅኔ ይዘምራሉ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እያሉ መጽሃፍት ወስደን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ማኅተሞቹን ትፈታ ዘንድ ይገባሃል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3x ታርደሃልና ትፈታ ዘንድ ይገባሃል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ሌሎች ሲሉ ሰማሁ የታረደው በግ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ሃይልና ባለጠግነት ጥበብ ብርታት ክብር ምሥጋና በረከት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ይቀበል ዘንድ ይገባዋል 2x በረከትን ይቀበል ዘንድ ይገባዋል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በረከት እና ክብር ምሥጋና ሃይልም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ከዘለዓለም እስከዘለዓለም በዙፋኑ ላይ ለተቀመጠው በጉ ይሁን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እያሉት ቅዱሳኑ ለበጉ ክብር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ይቀኛሉ ይዘምራሉ ያዜማሉ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