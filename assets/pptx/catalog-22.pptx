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Tihun Feqadeh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አሳብቤ/አስታክኬ ለጥቅሜ የፀለይኩት ፀሎቴ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ሳይሆን እጅህን እያየሁ የወሰድኩት መልሴ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ይሆናል ወይ ፊትህ ያልበራበት ምን ቢገኝ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ፀሎቴ ይገራ ልመናዬ ይመር መንፈስህ ያስተምረኝ x2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ትሁን ፈቃድህ በኔ አይሁን እኔ ያልኩት ለኔ x4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አባትነትህ ሳይሆን ስለ ክርክሬ ራርተህ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ደጅህን ስለጠናሁኝ እዬዬ ማለቴን አይተህ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ፀሎቴን እንዳትሰጠኝ ካልሆነ ያንተ ደስታ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ቃየል ጠብቀኝ ብዬ ከፊትህ እንዳልወጣ x2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የሌለህበትን ፊትህ ያልበራበትን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አትስጣት ለነፍሴ ካንተ ሚለየኝን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ሳትኖር በኔ ብትሰጠኝ ከነዓኔን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 እለያለሁ ከሌላዉ ህዝብ እኔ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ትሁን ፈቃድህ በኔ አይሁን እኔ ያልኩት ለኔ x4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አትህዲ ስትለኝ ከቤቴ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ያዉልህ ብለህ ፀሎቴ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አሳልፈህ ለኔ አትስጠኝ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ያለህን ብቻ አድርግልኝ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አትህዲ ስትለኝ ከቤቴ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ያዉልህ ብለህ ለምኞቴ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ለፈቃዴ እኔን አትስጠኝ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ያለህን ብቻ አድርግልኝ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ትሁን ፈቃድህ በኔ አይሁን እኔ ያልኩት ለኔ x4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