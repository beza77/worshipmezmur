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Ende Wala Seha Endamarew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ዋላ ውሃ እንዳማረው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በበረሃ ጥም እንደ ያዘው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አንተን ይላል, ልቤ አንተን ይላል [x2]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ጭው ባለ ደረቅ ምድረበዳ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ገሰገሰች ነብሴ አንተን ወዳ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ጥያቄዋ ጥሟ ውሃ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ለሷ ለዘላለም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X2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ዋላ ውሃ እንዳማረው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በበረሃ ጥም እንደ ያዘው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አንተን ይላል, ልቤ አንተን ይላል [x2]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የህይወት ሽታ ኢየሱስ የእኔ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መዐዛህን እሸታለው ጠዋት ማታ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አንተን አንተን እሸታለው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ላንተ ሰውን እማርካለው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ዋላ ውሃ እንዳማረው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በበረሃ ጥም እንደ ያዘው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አንተን ይላል, ልቤ አንተን ይላል [x2]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መንፈሴ በውስጤ ወደ አንተ ገሰገሰች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ነብሴም በለሊት አንተኑ ናፈቀች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የርሃቤ ጥጋብ የጥሜ ርካታ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(ኢየሱስ X2)የእኔ ጌታ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X2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ዋላ ውሃ እንዳማረው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በበረሃ ጥም እንደ ያዘው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አንተን ይላል, ልቤ አንተን ይላል [x2]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