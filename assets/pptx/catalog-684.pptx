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ነው 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ነው መኖሬ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ክብሬ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ደሙ በመቃኔ ላይ ስለተቀባ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ደሙ በጉበኔ ላይ ስለተቀባ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አለፈ ሄደ እራቀ ከእኔ ጋር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የጌታዬን ደም አይቶ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የኢየሱሴን ደም አይቶ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አለፈ ሞት አለፈ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ሄደ ከእኔ ርቆ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 መልአክት አያስፈራኝ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ተሸፍኛለሁ አያገኘኝ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ዙሪያዬ እኮ በደሙ ታጥሯል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 ቅጥር አልፎ እንዴት ይገባል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የሃዘን ለእኔ የደስታ ቀን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እየገባ ያለው በጠላቴ መንደር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ይዙር እንጂ ዙሪያዬን እንደሚያገሳ አንበሳ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ፍፁም መቅረብ አይችልም ከደሙ የተነሳ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ደሙ በመቃኔ ላይ ስለተቀባ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ደሙ በጉበኔ ላይ ስለተቀባ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አለፈ ሄደ እራቀ ከእኔ ጋር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የጌታዬን ደም አይቶ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የኢየሱሴን ደም አይቶ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አለፈ ሞት አለፈ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ሄደ ከእኔ ርቆ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ነው 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ነው መኖሬ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ክብሬ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