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Yewedegnal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በግ ይወደኛል 3X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ቦታ ታርዶልኛል ይወደኛል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ከፍ ያለ ነው 3X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ልሸከመው ከፍ ከፍ የማልችለው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ከፍ ያለ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በላዬ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በግ...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ወደደኝ ከእሱ የራኩትን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በክፉ በደል ተዘፈኩትን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 ደስ አለው የሚወደኝ ጌታ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ሞተልኝ የመሞቴ ለታ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ከራሱ ይልቅ እኔን ያፈቅረኛል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ይወደኛል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አይሏል ጨምሯል በላዬ 3X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ሰርቼ የማላሻሽለው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ጥሩ ሰርቼ ከፍ የማላደርገው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ሰርቼ የማላሻሽለው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ጥሩ ሰርቼ ከፍ የማላደርገው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ፍቅር ከፍ ከፍ ያለነዉ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በጎነት ያልተጀመረ ነዉ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 ፍቅር ከፍ ከፍ ያለነዉ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በጎነት ያልተጀመረ ነዉ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ይወደኛል 4X, ከፍ..., ፍቅርህ..., ከፍ..., ፍቅርህ...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