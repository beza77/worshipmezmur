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Anesu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በክርስቶስ ኢየሱስ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ተወለድኩ ከመንፈስ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ዳግም ዉልደት አግኝቻለው 3x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የጨዋዪቱ ልጅ ነኝ የባሪያዪቱ አይደለሁም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በተስፋ ቃሉ ወልዶ የርስቱ ወራሽ አረገኝ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በክርስቶስ ኢየሱስ የእግዚአብሔር ወራሽ 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ቃሉ ነህ የሚለኝን ልክ እንደዛው ነኝ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አነሱ ምድር ሰማይ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እርስቴን እግዚአብሔርን ሳይ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ፈልጌያቸው አጣኋቸው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ሳስተያያቸው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አደረገ አብ አባት ከላይ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እኔነቴን ሳይሆን ልጁን በእኔ ሲያይ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ልጅ መሆኔ ሳያንሰኝ የእግዚአብሔር ወራሽ ነኝ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አነሱ ምድር ሰማይ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እርስቴን እግዚአብሔርን ሳይ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ፈልጌያቸው አጣኋቸው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ሳስተያያቸው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