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የሕይወቴን ምዕራፍ ቀየረው ጌታዬ በደሙ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በደሙ ክብር ይሁን ለስሙ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የሕይወቴን ስርዓት ቀየረው ጌታዬ በሞቱ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በደሙ ክብር ይሁን ለስሙ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በሕይወት ተሸነፈ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አለቅነቱ ተገፈፈ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መውጊያው ከእጁ ተለየው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ገጠመው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ሲኦል የታል ድል መንሳቱ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የዘመናት ማስፈራቱ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የትንሣኤው ጌታ ረታው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የድል ንጉሥ የበረታው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በሞቱ ላነሣን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የለምና ከዚህ በላይ መዳን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ሆነ ከሲኦል በረሐ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በረከት የሰማይ ፍስሀ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ሆነ ከሲኦል በረሐ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በረከት የሰማይ ፍስሀ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በደሙ ላነፃን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የለምና ከዚህ በላይ መዳን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ሆነ ከሲኦል በረሐ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በረከት የኢየሱስ ፍስሀ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ሆነ ከሲኦል በረሐ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በረከት የሰማይ ፍስሀ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ብርና ወርቅ በማይገዙት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ብል ወይ ዝገት በማይበሉት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ዘላለሜ ተጠበቀ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ሞት በኢየሱሴ ወደቀ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የስጋን ሞት ማልፈራበት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ምከብርበት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መዝገብ አለኝ ከወደላይ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ከምድሩ ጋር ማይተያይ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በሞቱ ላነሣን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የለምና ከዚህ በላይ መዳን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ሆነ ከሲኦል በረሐ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በረከት የሰማይ ፍስሀ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ሆነ ከሲኦል በረሐ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በረከት የሰማይ ፍስሀ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በደሙ ላነፃን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የለምና ከዚህ በላይ መዳን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ሆነ ከሲኦል በረሐ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በረከት የኢየሱስ ፍስሀ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ማምለጥ ሆነ ከሲኦል በረሐ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በረከት የሰማይ ፍስሀ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ይገርመኛል, ይገርመኛል ይገርመኛል, መዳኔ ይደንቀኛል, ይገርመኛል ይገርመኛል, መዳኔ ይደንቀኛል, ይደንቀኛል ይደንቀኛል, መትረፌ ይደንቀኛል, ይደንቀኛል ይደንቀኛል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ነው ያለኝ ምስጋና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ለወለደኝ እንደገና አዎ እንደገና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ምስጋና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ነው ያለኝ ምስጋና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ላረገኝ እንደገና አዎ እንደገና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ይሁን ምስጋና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ይገርመኛል, ይገርመኛል ይገርመኛል, መዳኔ ይደንቀኛል, ይገርመኛል ይገርመኛል, መዳኔ ይደንቀኛል, ይደንቀኛል ይደንቀኛል, መትረፌ ይደንቀኛል, ይደንቀኛል ይደንቀኛል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በላይ ምን ይደንቀኛል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በላይ ምን ይገርመኛል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ይገርመኛል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