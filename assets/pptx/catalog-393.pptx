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ባነበብን ቁጥር ባወቅነው የማንለምደው ቃልህን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በገባን ቁጥር ባወቅነው ምንፈልገው ቃልህን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እንድትልልን ሳይሆን ልትል ያሰብከው ያግኘን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ያለመከልከል ተናግረህ ያለገደብ ስራብን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መንፈስህ ይግዛን ይስፈንብን በሙላት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የልብህ ሀሳብ ያጥምደን የሚያቆመን ያ ነው በጽናት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እናድጋለን እንጂ ሰርክ ወዳንተ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ልናድግ አይቻለንም ባንተ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ከፍለን ባወቅንህ ቁጥር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ዝቅ እንበል እንይ ወደላይ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ብናውቅ ጥበብ ቢጠጋን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ሲመስለን ያወቅን የበቃን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አናውቅም ባወቅን ቁጥር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ደቀ መዝሙር ነን ሁሌ ባንተ ስር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ተማሪዎች ነን ሁሌ ልጆችህ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መቼም በማንጨርሰው ትምህርትህ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ከፍለን ባወቅን ጥቂት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ትሁት አድርገን ባንተ ፊት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አድርገን ለቃልህ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አቅናን ለውድ ሀሳብህ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መስታወት በሆነው ቃልህ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አብቃን ለልብ መንገድህ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ተናገር ኢየሱስ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ተናገር በሀይል እንሰማሀለን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ተናገር መንፈስቅዱስ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ተናገር በሙላት እንሰማሀለን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ተናገር እንሰማሀለን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