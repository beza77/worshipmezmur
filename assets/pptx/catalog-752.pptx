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Bealem Chelema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Meseret Tsegie &amp; Endalkachew Kidanewold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በዓለም ጨለማ እውር ሆኜ ሳለሁ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አንድ ቀን ኢየሱስ ዓይኔን ከፍቶት አየሁ 3x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አንድ ቀን ኢየሱስ ዓይኔን ከፍቶት አየሁ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ብርሃኔ ተገፎ በዓለም ስደናቀፍ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ዓይኔን ከፈተልኝ ኢየሱስ ሥሙ ይክበር 3x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ዓይኔን ከፈተልኝ ኢየሱስ ሳሙ ይክበር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ከጉዳት የሚያድን መሪ እንኳን ሳይንረኝ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አንድ ኢየሱስ ብቻ እረዳት ሆነልኝ 3x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አንድ ኢየሱስ ብቻ እረዳት ሆነልኝ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ከጥንት ከበፊቱ እውር እንደነበርኩ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አሁን ግን እንደማይ ይህንን አውቃለሁ ሥሙ ይክበር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አሁን ግን እንደማይ ይህንን አውቃለሁ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ከሸንጐም ብወጣ በማንም ብጠላ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ጌታን አመልካለሁ የሕይወቴን ከለላ 3x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ጌታን አመልካለሁ የሕይወቴን ከለላ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ጠቃሚና ጐጂውን የማላውቅ ለይቼ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ብርሃኔ ተገልጦ ደስ አለኝ አይቼ 3x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ብርሃኔ ተገልጦ ደስ አለኝ አይቼ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