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Maranata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ማራናታ ሆ ማራናታ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ኣሜን ጌታ እየሱስ ቶሎ 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ማራናታ ሆ ማራናታ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ኣሜን ጌታ እየሱስ ቶሎ 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ኣንተን ሊያይ ጓጉቻለሁ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የላይ ቤቴን ናፍቂያለሁ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እስክትመጣልኝ ቸኩያለሁ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እየሱሴ ና እልሀለው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ና ና ና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ማራናታ ሆ ማራናታ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ኣሜን ጌታ እየሱስ ቶሎ ና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ሲያይ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መኖር ያዋጣኛል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 መጥተህ እንስከማይ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 እላለሁ ጌታ ሆይ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ና ና ና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