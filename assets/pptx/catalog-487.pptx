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Amenkuh Setenager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አመንኩህ ስትናገር ኦሆሆ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እውነተኛ ነህ ኦሆ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እውነተኛ ነህ አሃ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አልጥልሽም በፍፁም ኦሆሆ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አልተውሽም ብለህ ኦሆ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አልተውሽም ብለህ አሃሃ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በሕይወቴ ዘመን ማንን አምናለሁ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ሲያምኑት የሚታመን እግዚአብሔር ብቻ ነው ኦሆ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ሲያምኑት የሚታመን እግዚአብሔር ብቻ ነው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የሚታመን ልቤ የሚጣልበት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የሚወደድ ልቤ የሚጣልበት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የሚታመን ልቤ የሚጣልበት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የሚወደድ እንከን የሌለበት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አመንኩህ ስትናገር ኦሆሆ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እውነተኛ ነህ ኦሆ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እውነተኛ ነህ አሃ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አልጥልሽም በፍፁም ኦሆሆ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አልተውሽም ብለህ ኦሆ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አልተውሽም ብለህ አሃሃ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በሕይወቴ ዘመን ማንን አምናለሁ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ሲያምኑት የሚታመን እግዚአብሔር ብቻ ነው ኦሆ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ሲያምኑት የሚታመን እግዚአብሔር ብቻ ነው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የሚታመን ልቤ የሚጣልበት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የሚወደድ ልቤ የሚጣልበት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የሚታመን ልቤ የሚጣልበት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የሚወደድ እንከን የሌለበት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አመንኩህ ስትናገር ኦሆሆ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እውነተኛ ነህ ኦሆ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እውነተኛ ነህ አሃ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አልጥልሽም በፍፁም ኦሆሆ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አልተውሽም ብለህ ኦሆ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አልተውሽም ብለህ አሃሃ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