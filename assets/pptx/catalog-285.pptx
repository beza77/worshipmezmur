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Yedesta Qen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 ቀን ነው ደስ እያለን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 ቀን ነው ደስ ይበለን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ቃና ዘገሊላ ሰርግ ላይ የተገኘው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ጌታችን ዛሬም አለ ብለን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(ሆሆሆ) እንዘምራለን (አሃ) ደስ እያለን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(ሆሆሆ) እንዘምራለን (አሃ) ደስ እያለን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 ቃና ገሊላ ጌታ ከተጋበዘ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ለሰርጉ ብቻ ሳይሆን እንዲኖር ከታገዘ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ያለበት ትዳር ሁሌ ይጣፍጣል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ጨለማ ወደ ብርሃን ሁሌ ይለወጣል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ፈጥኖ በታማኝ እጁ ባዶውን ይሞላል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ይኑርበት እንጂ ሁሉ ይባረካል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 ቀን ነው ደስ እያለን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 ቀን ነው ደስ ይበለን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ቃና ዘገሊላ ሰርግ ላይ የተገኘው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ጌታችን ዛሬም አለ ብለን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(ሆሆሆ) እንዘምራለን (አሃ) ደስ እያለን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(ሆሆሆ) እንዘምራለን (አሃ) ደስ እያለን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ነው ያልውን ይኸው አሳይቶናል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ለዚህ ላበቃቸው ክብር ይገባዋል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ወግ ማድረጉ እዚህ መድረሱ መባረኩ መከናወኑ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አሃሃሃ አዎ (3x) ከእግዚአብሔር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አሃሃሃ አዎ (3x) ከእግዚአብሔር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 ቀን ነው ደስ እያለን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የደስታ ቀን ነው ደስ ይበለን (3x)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ቃና ዘገሊላ ሰርግ ላይ የተገኘው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ጌታችን ዛሬም አለ ብለን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(ሆሆሆ) እንዘምራለን (አሃ) ደስ እያለን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(ሆሆሆ) እንዘምራለን (አሃ) ደስ እያለን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