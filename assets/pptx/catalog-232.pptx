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Adirgehilignal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Birucktawit Assefa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ካንተ የተነሳ በሆነልኝ ነገር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ከማመስገን በቀር እኔ ምን ልናገር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አስበህ አቅደህ በሰጠህኝ በሙሉ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 ስምህ ይክበር አመሰግናለሁ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ከኔ የሆነ የለም አንድም አለፋሁም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እንዲያው ሰትጠኸኟል ይህን አረሳሁም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ስለዚ ጌታዬ ለእኔ ስላረከው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ተረድቻለሁ ስምህን ላክበረው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አድርገህልኛል ካይምሮዬ በላይ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ጌታዬ ተባረክ በምድርም በሰማይም/3/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አድርገህልኛልና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ለዘላለም አመሰግንሀለው /6/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እድሜዬን በሙሉ ብለፋና ብጥር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የማላገኘውን ሰማያዊ ሚስጥር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ለልቤ ተናግረህ ልቤንም ማረከው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ከዚህ ሁሉ በላይ የራስሕህአረከዉ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እኔም ተስማምቼ በፍቅርህ ተማረኩኝ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አምላኬ ጌታዬ ምርጫዬ አደረኩኝ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ከመረጥከኝ ወዴት እሄዳለሁ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ካንተ የበለጠ ምንስ አገኛለሁ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ይህንን ላረከው በልብህ ላሰብከኝ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ለአንተ ለአምላኬ ሁሌ እገዛለሁኘ /3/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አድርገህልኛል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ለዘላለም አመሰግንሀለው /6/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ነፍሴንም ባረካት ሥጋዬንም ፈወስከው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ባርኮትህን ሁሉ በቤት አፈሰስከው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ወዳንተ መጥቼ ምንም አልጎደለኝ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ነፍስና ሥጋዬን በሙሉ ባረክልኝ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አለሁኝ በቤትህ ገናም እኖራለሁ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ስለምታቆመኝ እታመንሃለሁ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ንጉሴ ከሆንህ ቤቴን የምትገዛ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ይሄ ነው መሻቴ የለኝም ከዚህ ሌላ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ጌታዬ እና አምላኬ በሕይወቴ ላክብርህ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ይሄ ነው ምኞቴ ዘምኔን ልሰጥህ /2/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ይሄ ነው ምኞቴ እድሚዬን ልሰጥህ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አድርገህልኛል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ለዘላለም አመሰግንሀለው /6/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