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Serah Gerum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Hillina Kassahun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ስራህ ግሩም Track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ግሩም ግሩም ግሩም እና ድንቅ….. ነህ እግዚአብሔር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አሻግርሻለሁ ስትል የታመንከው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በራስህ ጉልበት በራስህ ጉልበት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አቆምሻለሁ ስትል የታመንከው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በራስህ ጉልበት በራስህ ጉልበት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ጥያቄ የለኝም ጥርጥር አይገባኝ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ስራው የእኔ እኮ ነው ብለኸኛል ታማኝ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ኦሆ እግዚአብሔር ድንቅ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ኦሆ ክንድህን አይቻለሁ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ኦሆ የደነደነውን ልብ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ኦሆ እንደሰም ስታቀልጠው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ኦሆ ነፍሴ ተማርካለች ኦሆ እስከለዘላለም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ኦሆ ከሀሳብህ ውጪ ኦሆ የሚወስደኝ የለም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ስራህ ግሩም እና ድንቅ ነው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ክብርህ ግሩም እና ድንቅ ነው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እላለሁ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በሰራኸው ባደረከው ሁሉ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እጅግ ተደንቄ ተገርሚያለሁ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ክብርህን ስትገልጥ ዝናህን ስታሳይ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አጋዥ አትፈልግም አንት የሌለህ ከልካይ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ባደረከው ሁሉ በሰራህልኝ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ከተመስገን ሌላ የምለው የለኝ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ነገር ግን በፊትህ በክብርህ ውስጥ ሆኜ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እልሀለሁ...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ስራህ ግሩም እና ድንቅ ነው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ክብርህ ግሩም እና ድንቅ ነው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እላለሁ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ኦሆ ሰማያት ክብርህን ኦሆ ክብርህን ያወራሉ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ኦሆ ፍጥረታትም ደግሞ ኦሆ ይመሰክራሉ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ኦሆ እነርሱ ገብቷቸው ኦሆ ይገባዋል ካሉ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ኦሆ እኔ እኔማ እንዴት አልል ኦሆ ስራህ ግሩም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ስራህ ግሩም እና ድንቅ ነው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ክብርህ ግሩም እና ድንቅ ነው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እላለሁ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