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Medhanialem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የፍቅር አምላክ የሁሉም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ደስ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ስጠራው የመድኃኒዓለም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መድሃኒዓለም ለዘለዓለም አይጠገብም አሃ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መድሃኒዓለም አይጠገብም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ዘለዓለም ንገሥ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ኢየሱስ 2x ኢየሱስ የምለው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ተደርጐልኝ ቆሜ መሄዴ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ሞኝ ሆኜ አይደለም ወይም ተታልዬ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የምለው ሁሉን ነገር 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ገብቶብኝ ነው እንጂ ታላቁ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ደቀ መዝሙር ሆንኩኝ ሳላንገራግር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አሸንፎኝ በፍቅር አደረገኝ ደቀ መዝሙር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ከፍቶልኝ ትልቁን በር አደረገኝ ደቀ መዝሙር2x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የድሃ አደግ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የመበለት 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ቅንነት ያለበት ሁልጊዜ እውነተኛ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ቢፈለግ ቢፈለግ ዓለምም ቢዞር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አንድም አይገኝም እንደእግዚአብሄር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የምስኪን ጓደኛ መልካሙ እረኛ ኢየሱስ አለልኛ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ባልንጀራ ኢየሱስ አለልኛ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የምስኪን ጓደኛ መልካሙ እረኛ ኢየሱስ አለልኛ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የድሃ አደግ አባት የመበለት ዳኛ ኢየሱስ አለልኛ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የምስኪን ጓደኛ መልካሙ እረኛ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ባልንጀራ ኢየሱስ አለልኛ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የድሃ አደግ አባት የመበለት ዳኛ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ቅንነት ያለበት ሁልጊዜ እውነተኛ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የፍቅር አምላክ የሁሉም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ደስ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ስጠራው የመድኃኒዓለም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መድሃኒዓለም ለዘለዓለም አይጠገብም አሃ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መድሃኒዓለም አይጠገብም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ዘለዓለም ንገሥ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ቸሩ መድሃኒዓለም የዓለም መድሃኒት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የደረሰ በአስጨናቂው ሌሊት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ይታወጅ በአገሬ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የኢትዮጵያ አምላክ እርሱ አይደለም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ዘንዶውንም ወጋ ረሃብን ቆራረጠ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ለሃገሬ ልጆች ምግባቸውን ሰጠ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የኢትዮጵያ አምላክ 2x ሥምህ ይባረክ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የኢትዮጵያ አምላክ ሥምህ ይባረክ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የእኛ አምላክ ሥምህ ይባረክ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የኢትዮጵያ አምላክ ሥምህ ይባረክ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የእስራኤል አምላክ ሥምህ ይባረክ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