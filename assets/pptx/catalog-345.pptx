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Alteresahum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Hana Tekle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አልተረሳሁም ባንተ ዘንድ ከቶ አጠወኝም ከመንገድ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የሁልጊዜ ነው ወዳድነትህ አትለወትም ሁኔታን አይተህ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ታውቀኛለህ አንተ በስመ ከቶ አተወኝም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አትረሳኝም አንተ ሰውን ከቶ አትጥልም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በዚህ እፅናናለሁ አንተን አይሀለሁ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በዚህ እፅናናለሁ በረታለሁ አንተን ብቻ አይሀለሁ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የልቤ ጌታ ዉስጤን አዋቂ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እየሱስ ባገኘኝ ሁሉ ልቤን ጠባቂ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ተስፋዬ አንተ ብቻ ነህ የልቤ ብርታት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የመኖር አቅሜ የልቤ ጠገን የልቤ ፅናት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የለኝም የምመካበት/ የምፅናናበት ልቤን የማስተጋበት/የምጥልበት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የዉስተን አንተ ታውቃለህ/ታያለህ ልቤን ትደግፋለህ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እየሱስ ያልተፈጠሩ ቀኖቼን ያየህ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እየሱስ ያሰፈርካቸው በክብር ፅፈህ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አምናለሁ ለኔም እንዲህ ነህ አትዘነጋኝም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በእጆቺህ መዳፍ የቀረፅከኝን አትረሳኝም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ከመዳፍህ ካልተፋሁ ካወቀኝ ይበቃኛል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የተረሳሁ ሲመስለኝ መንፈስህ ያፀናኛል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ካይኖቺህ ፊት ውላለሁ እንደብዙ ሆናለሁ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ታውቀኛለህ በስሜ ሁሉን ባንተ እረሳለሁ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እፅናናለሁ ፊትህን ሳይ እበረታለሁ ፊትህን ሳይ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ቀና እላለሁ ፊትህን ሳይ እበረታለሁ አይንህን ሳይ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የለኝም የምመካበት/ የምፅናናበት ልቤን የማስተጋበት/የምጥልበት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የዉስተን አንተ ታውቃለህ/ታያለህ ልቤን ትደግፋለህ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