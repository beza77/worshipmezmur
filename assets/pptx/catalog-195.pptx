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Bezu Tetolegnal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Bezu Mulugeta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ትቶልኛል ብዙ እወደዋለሁ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እኔን ምሮኛል ብዙ አከብረዋለሁ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በብዙ ምሥጋና ፊቱ እቀርባለሁ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በብዙ ዝማሬ ጌታን አከብራለሁ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ገበናን ሰው መግለጥ ይወዳል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ኃጢአትን መቼ ይቅር ይላል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ውድ ከዝህ ሁሉ ልዩ 2×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ችሎኛል ሰዎች ይህንን ስሙኙ 2×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ስንቆም ሞገስ የሚያለብሰን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ጻድቃኖች አድርጐ የቆጠረን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ብዙ ትቶልናል 2×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ምሕረት ዛሬም ያኖረናል 2×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ለመውገር ሁሉም ይቸኩላል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ድንጋዩን በእጁ ተሸሟል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የሰውን ድካም ያውቃል 2×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ከአመድ ላይ ምስኪኑን ያነሳል 2×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ውለታው ለእኔ በዝቶብኛል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ነውሬን ኢየሱስ ወስዶልኛል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ውበቴ ድምቀቴ ሽቶዬ 2×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ጠረኔ ሆነልኝ ጌታዬ 2×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ትቶልኛል ብዙ እወደዋለሁ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እኔን ምሮኛል ብዙ አከብረዋለሁ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በብዙ ምሥጋና ፊቱ እቀርባለሁ 4×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በብዙ ዝማሬ ጌታን አከብራለሁ 4×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