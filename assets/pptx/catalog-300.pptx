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Efelegalehu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Biruk Gebretsadiq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ካንተ ጋር ነው ህይወት ጣእም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አጣፍጠው ህይወቴን በመገኘትህ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ካንተ ጋር ነው ኑሮ ትርጉም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አጣፍጠው ህይወቴን በመገኘትህ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ተጠምታለች ያንተን ህልውና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ነገር ቀርቶ መኖር ካንተ ጋራ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ተጠምታለች ያንተን ህልውና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ነገር ቀርቶ መኖር ካንተ ጋራ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እፈልግሃለሁ3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እፈልግሃለሁ3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እፈልግሃለሁ3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እፈልግሃለሁ3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ከፊትህ ልቤን እከፍታለሁ እንድትገባ ኢየሱስ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እባክህ ህይወቴን ንካ ለውጠው በመገኘትህ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እፈልግሃለሁ3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እፈልግሃለሁ3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እፈልግሃለሁ3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እፈልግሃለሁ3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