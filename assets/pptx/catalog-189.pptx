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11680"/>
            <a:ext cx="1088136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5400" b="1">
                <a:solidFill>
                  <a:srgbClr val="FFFFFF"/>
                </a:solidFill>
                <a:latin typeface="Ebrima"/>
                <a:ea typeface="Ebrima"/>
                <a:cs typeface="Ebrima"/>
              </a:rPr>
              <a:t>Yezemariew Gulbet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023360"/>
            <a:ext cx="1088136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0">
                <a:solidFill>
                  <a:srgbClr val="CCCCCC"/>
                </a:solidFill>
                <a:latin typeface="Ebrima"/>
                <a:ea typeface="Ebrima"/>
                <a:cs typeface="Ebrima"/>
              </a:rPr>
              <a:t>Bethlehem Tezera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የዝማሬው ጉልበት ያለው በአፌ ላይ (2x)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ለአምላኬ የክብሩ ሙዳይ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ለጠላቴ የበረዶ ድንጋይ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ለእግዚአብሔር የክብሩ ሙዳይ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ለጠላቴ የበረዶ ድንጋይ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የዝማሬው ቅባት ያለው በእኔ ላይ (2x)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ለአምላኬ የክብሩ ሙዳይ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ለጠላቴ የበረዶ ድንጋይ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ለእግዚአብሔር የክብሩ ሙዳይ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ለጠላቴ የበረዶ ድንጋይ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ሰልፉን አይቼ ልቤ ሲርድ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በእጃቸው ገባሁ ዛሬ ሳልወድ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ብዬ አምላኬን ምነው ስል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ትዕዛዝ አወጣ እንዲህ ሲል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ማለዳ ቆሜ ተራራ ላይ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ክብሬን ዘምሪ ክብር እንድታዪ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እኔም ሰምቼው ስዘምር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ሰደደባቸው ድብቅ ጦር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ማልጄ ሆ ብዬ እነሳለሁ ከበሮዬን አነሳለሁ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ለአምላኬ ስዘምርለት ይርዳል የጠላቴ ጉልበት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ማልጄ ሆ ብዬ እነሳለሁ በገናዬን አነሳለሁ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ለአምላኬ ስዘምርለት ይፈታ የጠላቴ ጉልበት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የዝማሬው ጉልበት ያለው በአፌ ላይ (2x)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ለአምላኬ የክብሩ ሙዳይ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ለጠላቴ የበረዶ ድንጋይ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ለእግዚአብሔር የክብሩ ሙዳይ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ለጠላቴ የበረዶ ድንጋይ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የዝማሬው ቅባት ያለው በእኔ ላይ (2x)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ለአምላኬ የክብሩ ሙዳይ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ለጠላቴ የበረዶ ድንጋይ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ለእግዚአብሔር የክብሩ ሙዳይ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ለጠላቴ የበረዶ ድንጋይ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ወደ ጓዳዬ እንደለመድኩት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ለአምላክ ስዘምር እንዳደግኩት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ዛሬ አደባባይ ወጣሁና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ሥሙን ጠራሁት እንደገና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ብላቴኖችን የሚወደው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እግዚአብሔር ቀባኝ አትበሉ እንዴት ነው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ክፉ መንፈስ አይቶኝ ሲሸሽ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ጌታ ይከብራል ነግቶ እስኪመሽ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ማልጄ ሆ ብዬ እንነሳለሁ ከበሮዬን አነሳለሁ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ለአምላኬ ስዘምርለት ይርዳል የጠላቴ ጉልበት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ማልጄ ሆ ብዬ እንነሳለሁ በገናዬን አነሳለሁ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ለአምላኬ ስዘምርለት ይፈታ የጠላቴ ጉልበት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የዝማሬው ጉልበት ያለው በአፌ ላይ (2x)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ለአምላኬ የክብሩ ሙዳይ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ለጠላቴ የበረዶ ድንጋይ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ለእግዚአብሔር የክብሩ ሙዳይ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ለጠላቴ የበረዶ ድንጋይ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የዝማሬው ቅባት ያለው በእኔ ላይ (2x)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ለአምላኬ የክብሩ ሙዳይ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ለጠላቴ የበረዶ ድንጋይ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ለእግዚአብሔር የክብሩ ሞዳይ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ለጠላቴ የበረዶ ድንጋይ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