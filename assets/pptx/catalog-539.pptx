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Kitir Serteh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ቅጥር ሰርተህ እኔን ከበህ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ዓይንህ ብሌን ተጠንቅቀህ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ጥበቃህ ጥበቃህ ያስደንቀኛል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ከክፉ ሁሉ ሁሉ አድነኸኛል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መሪ ነው ሁሌ ይመራኛል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ከረግረግ ከጭቃ እኔን ያወጣኛል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እግሬን በሰላሙ መንገድ የሚያቀና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የታመነ አምላክ ይድረሰው ምሥጋና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ቅጥር ሰርተህ እኔን ከበህ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ዓይንህ ብሌን ተጠንቅቀህ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ጥበቃህ ጥበቃህ ያስደንቀኛል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ከክፉ ሁሉ ሁሉ አድነኸኛል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መንፈስ ወደ እውነት መርቶኛል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በትዕዛዛትህ እንድሄድ አድርጐኛል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የቅዱሳንህን እግር የምትጠብቅ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በክንፎችህ ጥላ እኔን የምትደብቅ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ቅጥር ሰርተህ እኔን ከበህ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ዓይንህ ብሌን ተጠንቅቀህ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ጥበቃህ ጥበቃህ ያስደንቀኛል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ከክፉ ሁሉ ሁሉ አድነኸኛል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የወደደው ተማምኖ ይኖራል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በትከሻው መሃል በክብርም ያድራል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ተወደድኩኝ ፍቅሩንም አየሁኝ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ሳሳልኝ ተጠነቀቀልኝ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ቅጥር ሰርተህ እኔን ከበህ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ዓይንህ ብሌን ተጠንቅቀህ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ጥበቃህ ጥበቃህ ያስደንቀኛል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ከክፉ ሁሉ ሁሉ አድነኸኛል 4x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