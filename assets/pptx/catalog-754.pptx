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Bechegerie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በችግር ጓደኛ በመከራ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የሚሰቃይ ከእኔ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በታናሽነቴ የማይንቀኝ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ዘመድ አግኝቻለሁ የሚወደኝ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የሚባል ድንቅ መካር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የሰላም አለቃ ደግሞም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የሚባል ጓደኛ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በእርሱ ሰላም ረክቻለሁ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በችግር ጓደኛ በመከራ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የሚሰቃይ ከእኔ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በታናሽነቴ የማይንቀኝ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ዘመድ አግኝቻለሁ የሚወደኝ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ችግሬን በሙሉ ወስዶት እርሱ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ደስታን ለእኔ ሰጠኝ ከመንፈሱ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ስወርድ አብሮኝ ከእኔ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ስደሰትም አብሮኝ በተራራ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በችግር ጓደኛ በመከራ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የሚሰቃይ ከእኔ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በታናሽነቴ የማይንቀኝ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ዘመድ አግኝቻለሁ የሚወደኝ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ለነፍሱ ሳይሳሳ የሞተልኝ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በጣም አድርጐ የሚወደኝ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አግኝቻለሁ የማይተወኝ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ለዘለዓለም የሚመራኝ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በችግር ጓደኛ በመከራ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የሚሰቃይ ከእኔ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በታናሽነቴ የማይንቀኝ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ዘመድ አግኝቻለሁ የሚወደኝ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