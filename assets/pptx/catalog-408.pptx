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Hallelujah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Hannah Alayou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ያለነው እግዚያአብሔር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የተፈራ በዙፋኑ ያለና የሚኖር እስከዘላለሙ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ዝቅ ሊልለት ሊሰግድለት ከግሩ ስር የተገባ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 ያለነው አምላካችን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የተፈራ በዙፋኑ ያለና የሚኖር እስከዘላለሙ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ዝቅ ልልለት ልሰግድለት ከግሩ ስር የተገባ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 ሉያ ሃሌ ሉያ ሃሌ ሉያ ሃሌ ሉያ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እጆቼን አንስቼ ሃሌ ሉያ እይልኩኝ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 አንተን ሳመልክህ እኔ ረካለሁኝ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መስዋዕቴ ይኸው ላንተ ይሽተት 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ክቡርና ታላቅ አንተን ብቻ ነህ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 ሉያ ሃሌ ሉያ ሃሌ ሉያ ሃሌ ሉያ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መላእክቶችህ ሁሉ አንተን ያመልኩሃል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ሌትና ቀን ወድቀው ቅዱስ ነህ ይሉሃል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ከነርሱ ጋር ይኸው ተባብሬ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አመልክሃለሁኝ ቅዱስ ቅዱስ ብዬ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ቅዱስ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ቅዱስ ቅዱስ ቅዱስ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ከእልፍ የተመረጥክ መልከመልካም አምላክ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ውበትህ ቁንጅናህ ከሰው ልጆች ያምራል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የቆላ አበባዬ የሳሮን ፅጌረዳ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ውዴ ወድሃለው አምልኮዬን እንካ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በሁሉ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ሁሉም ያለው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የሰማይ የምድር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የፍጥረት ገዢ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