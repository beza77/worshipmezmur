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Legietachen Yezemer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ሀያ አራቱ ሽማግሌዎች ወድቀው ለእርሱ የሚሰግዱለት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ለታረደው በግ ለኢየሱስ ክብር ይሁን ዘለዓለም ይንገሥ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እኛም ዛሬ እንዘምራለን አናቆምም እናመልካለን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በዕልልታ በደስታ እንዘምር ለውዱ ጌታ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ከሰማነው ከአነበብነው ጌታ ኢየሱስ ልቆ አየነው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መሸማቀቅ የለም ዛሬ እናምልከው በዝማሬ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ለጌታችን ለንጉሡ ይዘመር ለቅዱሱ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ለጌታችን ይዘመር ለአምላካችን ይዘመር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ለውዳችን ይዘመር ለአባታችን ይዘመር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ኦሮምኛ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ኪሩበል ሱራፌል የሚያመልኩት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ተንበርክከው ቅዱስ የሚሉት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በአብ ቀኝ የተቀመጠው ስለእኛ የሚማልደው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የሚቃወምስ ማነዉ የሚከሰን ኧረ የቱ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ከሰማይ ልጆች ካለን የመንግሥቱ ወራሾች ነን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ከሰማነው ከአነበብነው ጌታ ኢየሱስ ልቆ አየነው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መሸማቀቅ የለም ዛሬ እናምልከው በዝማሬ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ለጌታችን ለንጉሡ ይዘመር ለቅዱሱ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ለጌታችን ይዘመር ለአምላካችን ይዘመር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ለውዳችን ይዘመር ለአባታችን ይዘመር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ኦሮምኛ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ከሰማነው ከአነበብነው ጌታ ኢየሱስ ልቆ አየነው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መሸማቀቅ የለም ዛሬ እናምልከው በዝማሬ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ለጌታችን ለንጉሡ ይዘመር ለቅዱሱ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ለጌታችን ይዘመር ለአምላካችን ይዘመር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ለውዳችን ይዘመር ለአባታችን ይዘመር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