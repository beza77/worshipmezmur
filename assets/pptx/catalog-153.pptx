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Edmieyie Bebieteh Yileq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ቤትህን ሊሰራ የተመረጠው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የተወደደ ጥበብ የሞላው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ሲሆንለት ዝና ሲተርፈው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የአባቶቹን አምላክ እንደማያውቀው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ጣዖት አምልኮ ሞት ሆነ ፍጻሜው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ዕድሜዬ ይለቅልኝ ቤትህ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ይለቅልኝ በፊትህ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 ይመርልኝ ፊትህ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ይመርልኝ በፊትህ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ሩጫዬ እንዳይገታ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ጠብቀኛ የእኔ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እንዳልሆን ለእኔው ጠላቴ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ሰውረኝ ከዓይን አምሮቴ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አህያ ፍለጋ ተልኮ ቢወጣ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እጣ ወደቀበት ህዝብን እንዲመራ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ከፍልስጤማዊ ነጻ እንዲያወጣ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ደርሶ ንጉሥ ሲሆን ትህትና አጣ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ክፉ መንፈስ ያዘው ከአንተ መንገድ ወጣ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መውደቂያው ሆነበት የጊልቦዓ ተራራ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ዘመኔ ይለቅልኝ ቤትህ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ይለቅልኝ በፊትህ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 ይመርልኝ ፊትህ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ይመርልኝ በፊትህ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ሩጫዬ እንዳይገታ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ጠብቀኛ የእኔ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እንዳልሆን ለእኔው ጠላቴ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ሰውረኝ ከዓይን አምሮቴ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በትንሳኤው ጉልበት ዓይናቸው የበራ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ጨከኑ በሕይወት ለሰሙት አደራ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ቤታቸውን ሰጡ ለወንጌል አደራ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አርበኞች ሆነዋል እስሩም ቢጠና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ነገሥታት ፊት ቆሙ ወንጌልን ሰበኩና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ሰማዕት ሆነው አለፉ ዋጋ ተመኑና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ለነሳው ከሕይወት አክሊል ታቀዳጃለህ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ለነሳው በቤትህ እንዲኖር ትሾመዋለህ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ጅማሬዬ እንዳማረልኝ ፍጻሜዬም ይስመርልኝ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መዝገብ ላከማች በሠማይ ቤትህ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ብል በማይበላው በሌለበት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ሳታፍርብኝ እንድቆም ፊትህ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ዕድሜዬ ይለቅ እቤትህ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ሳታፍርብኝ እንድቆም ፊትህ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ዘመኔ ይለቅ እቤትህ (2x)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ለነሳው ከሕይወት አክሊል ታቀዳጃለህ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ለነሳው በቤትህ እንዲኖር ትሾመዋለህ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ጅማሬዬ እንዳማረልኝ ፍጻሜዬም ይስመርልኝ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መዝገብ ላከማች በሠማይ ቤትህ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ብል በማይበላው በሌለበት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ሳታፍርብኝ እንድቆም ፊትህ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ዕድሜዬ ይለቅ እቤትህ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ሳታፍርብኝ እንድቆም ፊትህ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ዘመኔ ይለቅ እቤትህ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ሳታፍርብኝ እንድቆም ፊትህ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 ይመር እፊትህ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ሳታፍርብኝ እንድቆም ፊትህ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ውበቴ ይለቅ እቤትህ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ሳታፍርብኝ እንድቆም ፊትህ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ዕድሜዬ ይለቅ እቤትህ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ሳታፍርብኝ እንድቆም ፊትህ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ዘመኔ ይለቅ እቤትህ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