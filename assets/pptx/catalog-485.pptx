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Amelkehalehu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አመልክሃለሁ አመልክሃለሁ አመልክሃለሁ አመልክሃለሁ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አመልክሃለሁ አመልክሃለሁ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አመልክሃለሁ አመልክሃለሁ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አመልካለሁ እጄን አንስቼ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ሌላ ማየት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ሌላ ማሰብ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ነገር ማየት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ሌላ ማሰብ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አመልክሃለሁ አመልክሃለሁ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አመልክሃለሁ አመልክሃለሁ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ተወት አድርጌ የኔን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ላሰላስል ስለ እግዚአብሔር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ተወት አድርጌ የኔን ጉዳይ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ልዘምር ስለ ሰማይ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አመልክሃለሁ አመልክሃለሁ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አመልክሃለሁ አመልክሃለሁ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አመልካለሁ እጄን አንስቼ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ሌላ ማየት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ሌላ ማሰብ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ነገር ማየት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ሌላ ማሰብ ትቼ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ቤቱ ነኝ እስቲ ላምልከው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የሳምንቱ ሃሳብ ልቤን ሳይሰርቀው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ፊቱ ነኝ እስቲ ላምልከው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ሌላው ሃሳቤ ልቤን ሳይሰርቀው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አመልክሃለሁ አመልክሃለሁ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አመልክሃለሁ አመልክሃለሁ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አመልካለሁ እጄን አንስቼ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ሌላ ማየት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ሌላ ማሰብ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ነገር ማየት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ሌላ ማሰብ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አመልክሃለሁ አመልክሃለሁ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አመልክሃለሁ አመልክሃለሁ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በልማድ አይደለም መሆን ስላለበት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መዘመር ማገልገል ስለምችልበት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ከልቤ ነው እንጂ ተዘጋጅቼበት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ላመልክህ ምመጣው ተዘጋጅቼበት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በደንብ አስቤበት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በደንብ አስቤበት ተዘጋጅቼበት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ዋዛ አላየውም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ቀላል ነገር አልቆጥረውም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ዘበት አላየውም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መሆን እንዳለበት አልቆጥረውም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አመልካለሁ እጄን አንስቼ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ሌላ ማሰብ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ሌላ ማየት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ነገር ማየት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ሌላ ማሰብ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አመልክሃለሁ አመልክሃለሁ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አመልክሃለሁ አመልክሃለሁ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