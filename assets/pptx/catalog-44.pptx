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Holy Ghost Fire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Bereket Tesfaye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YAHWEH /x2/ YESHUA /x2/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Spirit of Life ooh the Sprit of Life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The Breath of GOD ooh the Breath of GOD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Alpha &amp; Omega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The self-existing One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From everlasting to everlasting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Your Kingdom remains ooh You rule and reign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And every breath every tongue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Shall glorify Your holy name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Creation bows to You renown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In awe of Your majestic fame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When I worship the Mighty GOD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When I mention His wonderful name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When I worship JESUS CHRIST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When I mention his wonderful name from my heart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Holy Spirit moved like a fire /x4/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Consume my heart; set me apart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Empower me to rise again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The old is gone; behold I'm new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The righteousness of JESUS CHRIST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Fire /x2/ Holy Ghost fire /x2/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Fire /x2/ Holy Ghost fire /x2/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Fire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When I lift up His glorious name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When I declare His powerful name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All my problems melt away; turn my night into day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His presence hear to stay; never to leave my side, He came forever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Holy Spirit move like a fire /x2/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