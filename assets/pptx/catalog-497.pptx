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Atelewawetem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የነበረ ያለ የሚኖር እግዚአብሔር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በመደነቅ የሚከታተለው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የነበረው ሁሉ በነበር አለቀ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የድሮ ታሪክ ነው እጅጉን የራቀ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ድሮም ዛሬም ነገም ነበረ ያልሆነው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በዘመናት መሃል እግዚአብሔር ብቻ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የነበረ ያለ የሚኖር እግዚአብሔር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በመደነቅ የሚከታተለው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 አትለዋወጥም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ኃይልህ አይቀንስም አዎ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ዘመንህ አያልቅም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ጉልበትህ አይዝልም አሃ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አትለዋወጥም አሃሃ (16x)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እኮ የሚገርመኝ ሁልጊዜ ያው መሆንህ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እኮ የሚደንቀኝ ሁልጊዜ ያው መሆንህ ነው (8x)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 አትለዋወጥም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ኃይልህ አይቀንስም አዎ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ዘመንህ አያልቅም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ጉልበትህ አይዝልም አሃ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አትለዋወጥም አሃሃ (16x)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አይተናል አዎ ኃያላን ሲያልፉ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አይተናል አዎ ብርቱዎች ሲደክሙ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አይተናል አዎ ቁንጅና ሲያልፍ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አይተናል አዎ ውበት ሲረግፍ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 አትለዋወጥም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ኃይልህ አይቀንስም አዎ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ዘመንህ አያልቅም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ጉልበትህ አይዝልም አሃ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አትለዋወጥም አሃሃ (16x)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 ኃያላን እነ አለቆች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 ኃያላን እነ አለቆች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 ነገሥታት እነ አልሞት ባዮች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በአንድ ሁሉም ሁሉም አለፉ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እያየናቸው ከምድር ላይ ጠፉ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አትለዋወጥም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አትለዋወጥም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አምላክህ አይለዋወጥም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አምላክሽ አይለዋወጥም አሃ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እኮ አይለዋወጥም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አይለዋወጥም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አምላክህ አይለዋወጥም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አምላክሽ አይለዋወጥም አሃ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አትለዋወጥም አሃሃ (16x)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ሰፊ ነህ ጥልቅ ነህ ረቂቅ 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በዓይኔ በብረቱ አይቻለሁ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አይቻለሁ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የማይሆነው ሲሆን አይቻለሁ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ያለቀ ሲጀምር አይቻለሁ አሃ (2x)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ስለዚህ/እኔማ አምልክሃለሁ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ወገቤን ታጥቄ አምልክሃለሁ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ልክህን አውቄ አምልክሃለሁ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ልክህን አውቄ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