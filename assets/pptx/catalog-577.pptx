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Yalante Nuro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ያላንተ ኑሮ አይሆንልኝም ጌታዬ አይሆንልኝም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ያላንተ አይሆንልኝም ጌታዬ አይሆንልኝም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ወጣሁ ወረድኩ ብዙ አየሁኝ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እንዳንተ የሚሆን መቼ አገኘሁኝ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ድካሜ ሁሉ ከንቱ ነበረ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ስትመጣ ሕይወቴ አማረ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ታዲያ ያላንተ እንዴት አድርጌ እኖራለሁ እንዴት አድርጌ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ያላንተ ኑሮ አይሆንልኝም ጌታዬ አይሆንልኝም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የዓለም ፍቅር ተሟጦ ያልቃል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ያንተ ፍቅር ግን መቼ ያረጃል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አትጠገብም ቀርቦ ላየህ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አቤት ጌታዬ ምን አይነት ነህ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ታዲያ ያላንተ እንዴት አድርጌ እኖራለሁ እንዴት አድርጌ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ያላንተ ኑሮ አይሆንልኝም ጌታዬ አይሆንልኝም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የአሕዛብ ኑሮ ሁሌ ይደንቀኛል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ሰው ካለ ኢየሱስ እንዴት ይኖራል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አንተን ያጣ ሰው ያልታደለ 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ከርታታ መና ተስፋ የሌለው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እኔስ ኑሮ አይሆንልኝም ጌታዬ አይሆንልኝም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እኔስ ያላንተ አይሆንልኝም ኢየሱስ አይሆንልኝም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