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Feqreh Nektognal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Meheret Etefa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ምህረትህና ቸርነትህ በሕይወቴ ዘመን ሁሉ ይከተሉኛል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እለት እለት ክቡር ደሙ ይሸፍነኛል ይጠብቀኛል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ቤትህ ያገቡኛል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ታማኙ እጅህ መቼ ይጥላል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ታማኙ እጅህ ቤት ያደርሳል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ቤትህ ያገቡኛል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ዝም ዝም አትበል ነፍሴ ትለኛለች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የአምላኳን ውለታ ሁሌም ታስባለች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የምን ዝም ዝም ዝምታ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ለሞላው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ነክቶኛል ልመስክርልህ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ሁሉ ይወቅ ማያውቅ አለ እንዴ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እኔ አንተን ልውደድ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አመልክሃለሁ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በጣም እወድሃለሁ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አመልክሃለሁ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በጣም እወድሃለሁ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የምን ዝም ዝም ዝምታ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በልቤ ለሞላው ጌታ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 ነክቶኛል ልመስክርልህ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ሰው ሁሉ ይወቅ ማያውቅ አለ እንዴ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ሃሌሉያ እኔ አንተን ልውደድ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ያለፈው ዘመኔ አለፈ አለፈ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ዳግመኛ ላላየው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ያለፈው ኑሮዬ አለፈ አለፈ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ዳግመኛ ላላየው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ቀሪውን ዘመኔን ባርከው ባርከው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የአንተው ለአንተው አድርገው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ያለአንተ መኖር ከቶ አይሆንልኝም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እንካ ተቆጣጠረኝ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ከእንግዲህ እንካ እንካ ጌታ ተቆጣጠረኝ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