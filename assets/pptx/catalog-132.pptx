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Maranata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ማራናታ ሆ ማራናታ 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ኣሜን ጌታ እየሱስ ቶሎ 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ማራናታ ሆ ማራናታ 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ኣሜን ጌታ እየሱስ ቶሎ 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ኣንተን ሊያይ ጓጉቻለሁ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የላይ ቤቴን ናፍቂያለሁ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እስክትመጣልኝ ቸኩያለሁ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እየሱሴ ና እልሀለው (2)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ና ና ና 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ማራናታ ሆ ማራናታ 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ኣሜን ጌታ እየሱስ ቶሎ ና (2)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ሲያይ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ጋር መኖር ያዋጣኛል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ኣንተ መጥተህ እንስከማይ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ና እላለሁ ጌታ ሆይ (2)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ና ና ና (2)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