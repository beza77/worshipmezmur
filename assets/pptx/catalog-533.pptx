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ክበር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ተመስገን:ጌታ: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ንገስ:ንገስ :ንገስ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:ጌታ ንገስ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ይገባሃልና መስዕዋቴ ይገባሃልና አምልኮዬ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አመልክሃለሁኝ ጌታዬ(2x)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አምላኬ አመልክሃለው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አክባሪ አከብርሃለው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ወዳጅ እወድሃለው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ታዛዥ እታዘዛለው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አምልክሃለሁ እስከ ለዘለዓለም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ዋጋ አለው አንተ ካልከበርክ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በቤትህ/በሕይወቴ ከፍ ከፍ ካላልክ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ይበልህ ተደላደልና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ላመስግንህ/ላሞጋግስህ ዛሬም እንደገና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አምልክሃለሁ እስከ ለዘለዓለም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እንዳበደ ሰው አይምሮውን እንዳጣ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 ወደ አንተ ሥመጣ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የሌለኝን ሳይሆን ያለኝን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ተመሥገን ተመሥገን እላለሁ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ይገባሃልና መስዕዋቴ ይገባሃልና አምልኮዬ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አመልክሃለሁኝ ጌታዬ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ክበር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ጌታ ክበር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ክብር ክበርልኝ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አንተ ክብር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