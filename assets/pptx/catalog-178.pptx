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11680"/>
            <a:ext cx="10881360" cy="1828800"/>
          </a:xfrm>
          <a:prstGeom prst="rect">
            <a:avLst/>
          </a:prstGeom>
          <a:noFill/>
        </p:spPr>
        <p:txBody>
          <a:bodyPr wrap="square" anchor="ctr">
            <a:spAutoFit/>
          </a:bodyPr>
          <a:lstStyle/>
          <a:p>
            <a:pPr algn="ctr">
              <a:lnSpc>
                <a:spcPct val="125000"/>
              </a:lnSpc>
            </a:pPr>
            <a:r>
              <a:rPr sz="5400" b="1">
                <a:solidFill>
                  <a:srgbClr val="FFFFFF"/>
                </a:solidFill>
                <a:latin typeface="Ebrima"/>
                <a:ea typeface="Ebrima"/>
                <a:cs typeface="Ebrima"/>
              </a:rPr>
              <a:t>Wediet Aleh</a:t>
            </a:r>
          </a:p>
        </p:txBody>
      </p:sp>
      <p:sp>
        <p:nvSpPr>
          <p:cNvPr id="3" name="TextBox 2"/>
          <p:cNvSpPr txBox="1"/>
          <p:nvPr/>
        </p:nvSpPr>
        <p:spPr>
          <a:xfrm>
            <a:off x="640080" y="4023360"/>
            <a:ext cx="10881360" cy="1097280"/>
          </a:xfrm>
          <a:prstGeom prst="rect">
            <a:avLst/>
          </a:prstGeom>
          <a:noFill/>
        </p:spPr>
        <p:txBody>
          <a:bodyPr wrap="square" anchor="ctr">
            <a:spAutoFit/>
          </a:bodyPr>
          <a:lstStyle/>
          <a:p>
            <a:pPr algn="ctr">
              <a:lnSpc>
                <a:spcPct val="125000"/>
              </a:lnSpc>
            </a:pPr>
            <a:r>
              <a:rPr sz="3000" b="0">
                <a:solidFill>
                  <a:srgbClr val="CCCCCC"/>
                </a:solidFill>
                <a:latin typeface="Ebrima"/>
                <a:ea typeface="Ebrima"/>
                <a:cs typeface="Ebrima"/>
              </a:rPr>
              <a:t>Bethlehem Tezera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ልቤ ዋተተ ዋተተ መንፈሴም ታወከብኝ ልጄ አንተን አጥቼ ከጉያዬ እንዴት ልረፍ በምን anjet chye እህ እህህህህ እህህ ሆነብኝ ጠዋት ማታ ወንድሞችህ ቢኖሩም በቤት አይተኩትም ለአንተ ያለኝን ቦታ ወዴት አለህ ድምጼን ሰምተህ አለሁ በለኛ ፈጠን ብለህ ወደ እቅፌ ግባ 2x ደጅ/በር አፍ ላይ ቆሞ ያንኳኳል ወዳጅ ይጣራል ወዳጅ 2x ድምጹን ሲያሰማ አስገባው ከፍተህ አይጥና ደጅ አይጥና ደጅ 2x እናት ትረሳ ይሆናል አምጣ የወለደችውን እኔማ እንዴት እንዴት ነው እንዴት አንተን ጥሎ መኖር በሞቀ ቤት ልጄን ካልያዝኩት አልረካ ክርትት አለ ዓይኔ አንተን ፍለጋ ወድሃለሁ ልጄ ናና ናና ሙሉ እንዲሆን የቤቴ ምሥጋና ወዴት አለህ ድምጼን ሰምተህ አለሁ በለኛ ፈጠን ብለህ ወደ እቅፌ ግባ 2x ደጅ/በር አፍ ላይ ቆሞ ያንኳኳል ወዳጅ ይጣራል ወዳጅ 2x ድምጹን ሲያሰማ አስገባው ከፍተህ አይጥና ደጅ አይጥና ደጅ 2x አባ አባባ ስትለኝ እስቲ ልስማህ ያ ድምጽህ ናፈቀኝ ሸክምህን አውርድ ከጫንቃህ ላሳርፍህ አለሁ አባትህ የሚያሳየው ጐልጐታ ዛሬም ያው ነው ፍቅሬ መች ተገታ በላ እንሂድ ወደ ቤታችን ልቤ ዋተተ ዋተተ መንፈሴም ታወከብኝ ልጄ አንተን አጥቼ ከጉያዬ እንዴት ልረፍ በምን anjet chye እህ እህህህህ እህህ ሆነብኝ ጠዋት ማታ ወንድሞችህ ቢኖሩም በቤት አይተኩትም ለአንተ ያለኝን ቦታ ወዴት አለህ ድምጼን ሰምተህ አለሁ በለኛ ፈጠን ብለህ ወደ እቅፌ ግባ 2x ደጅ/በር አፍ ላይ ቆሞ ያንኳኳል ወዳጅ ይጣራል ወዳጅ 2x ድምጹን ሲያሰማ አስገባው ከፍተህ አይጥና ደጅ አይጥና ደጅ 2x እናት ትረሳ ይሆናል አምጣ የወለደችውን እኔማ እንዴት እንዴት ነው እንዴት አንተን ጥሎ መኖር በሞቀ ቤት ልጄን ካልያዝኩት አልረካ ክርትት አለ ዓይኔ አንተን ፍለጋ ወድሃለሁ ልጄ ናና ናና ሙሉ እንዲሆን የቤቴ ምሥጋና ወዴት አለህ ድምጼን ሰምተህ አለሁ በለኛ ፈጠን ብለህ ወደ እቅፌ ግባ 2x ደጅ/በር አፍ ላይ ቆሞ ያንኳኳል ወዳጅ ይጣራል ወዳጅ 2x ድምጹን ሲያሰማ አስገባው ከፍተህ አይጥና ደጅ አይጥና ደጅ 2x አባ አባባ ስትለኝ እስቲ ልስማህ ያ ድምጽህ ናፈቀኝ ሸክምህን አውርድ ከጫንቃህ ላሳርፍህ አለሁ አባትህ የሚያሳየው ጐልጐታ ዛሬም ያው ነው ፍቅሬ መች ተገታ በላ እንሂድ ወደ ቤታችን እኔም ልረፍ አግኝቼ አንተን ወዴት አለህ ድምጼን ሰምተህ አለሁ በለኛ ፈጠን ብለህ ወደ እቅፌ ግባ ወዴት አለህ ወዴት አለህ ድምጼን ሰምተህ ድምጼን ሰምተህ አለሁ በለኛ አለሁ በለኛ ፈጠን ብለህ ወደ እቅፌ ግባ 2x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