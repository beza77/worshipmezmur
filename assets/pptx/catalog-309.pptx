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Amleko Alegn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Habtamu Kumela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 የሌለውን ሰው ተስፈኛ ላደረከው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ላላወቀውም ክብር ላሳየከው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አለኝ አምልኮ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ዝማሬ አለኝ ዝማሬ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አለኝ ዝማሬ አለኝ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አለኝ ስግደት አለኝ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አለኝ አምልኮ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ዝማሬ አለኝ ዝማሬ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ግራ ቀኙ ሁሉ ተስፋ ሚያስቆርጥ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የሚሰማው ነገር አንገት ሚያስደፋ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የጌታዬን ድምጽ ቀና ስል ስሰማ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 አለህ አለኝ ጠላቴ እየሰማ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ተስፋዬ ጌታዬ እኮ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በዝማሬ እስቲ ላክብረው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ተስፋዬ ጌታዬ እኮ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በሽብሸባ እስቲ ላክብረው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 የሌለውን ሰው ተስፈኛ ላደረከው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ላላወቀውም ክብር ላሳየከው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አለኝ አምልኮ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ዝማሬ አለኝ ዝማሬ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ሁሉም በየፊናው በምርጫው ቢጓዝም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ከግብጽ ያወጣውን አምላኩን ባይመርጥም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በዘመን ፍጻሜ ከጌታ ሆነናል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በእኔና በእኔ ቤት ጌታ ይመለካል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አለኝ ዝማሬ አለኝ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አለኝ ስግደት አለኝ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አለኝ አምልኮ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ዝማሬ አለኝ ዝማሬ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