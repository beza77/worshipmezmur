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Misgun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“ምስጉንነው”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ምስጉን ነው ምስጉንነው ምስጉን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በአምላኩ በእግዚአብሔር የተማመነው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እንደዚህ ነው የህይወት መንገድ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ከአምላኩ ጋር ሲራመድ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ፅድቅና ቅድስናው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መታወቂያ መለያው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1. በክፉዎች ምክር ያልሄደ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በኅጢአተኞች መንገድ ያልቆመ ከዋዘኞች ጋር ያልተቀመጠ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የህይወትን ቃል ያልሸቀጠ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በእግዚአብሔር ህግ ደስ ይለዋል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ቃሉን ሌትናቀን ያስባል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ህግህ ተድላዬ ነው እያለ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 ቅጥሩን እየዘለለ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---- እንደዚህ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2. ለዚች ዓለም ጀርባውን ሰጥቶ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አተኩሮ አይቶ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የጠራውንንለማስደት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እዮት ፃድቅ ወዶ ሲዘምት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አልተሰፋምልቡ ምድር ላይ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ይናፍቃል እንጂ ወደ ሰማይ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እግዚአብሔር ርስቴ እያለ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ፃድቅ መገስገሱን ቀጠለ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3. በውሃ ዳር እንደተተከለ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በወንዝ ዳር ስር እንደሚዘረጋ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ሙቀት ሲመጣ እንደማይፈራ, በምድርቅ ዓመት እንደማይሰጋ, ፍሬው እንደማያቁዋርጥ ዛፍ, ቅጠሉም ደግሞ እንደማይረግፍ, የፀጋው ክብር ያስመሰግናል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የእዚአብሄር ስም በእርሱ ይከበራል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