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Egziabhier Alelgn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አለልኝ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ይበቃኛል በቃ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ሚበልጥ ሌላ ሌላ ሌላ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አምላክ የሚሻል ሌላ ሌላ ሌላ አለ ወይ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አለ ወይ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አለ ወይ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ጌታ አለልኝ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አለልኝ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ፍሰሃ ነህ ፍሰሃ ነህ ፍሰሃ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ደስታ ነህ ደስታ ደስታ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አንድ ተስፋ ከቶ የማይጠፋ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ይባላል ነፍሴን ይመልሳል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አንድ ተስፋ ከንቱ የማይጠፋ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ይባላል ነፍሴን ይመልሳል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ይመልሳል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አለልኝ ጌታ አለልኝ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አለልኝ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ከልዑሎችም በላይ አንተ ልዑል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መተከያም መለኪያ የለውም ለልዑልናህ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ለልዑልናህ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ለልዑልናህ 3x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 ላይ ላለው ክብር ክብር ይሁንለት ይሁንለት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በማደሪያው ላይ ላለው ክብር ክብር ይሁንለት ይሁንለት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ይሁንለት 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ታናናሾች ታላላቆች ሁሉ ቅዱሳኑም የምትፈሩት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አምላካችንን አክብሩት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አምጡ ምሥጋናውን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አምጡ ክብሩን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አምጡ ክብሩን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አምጡ ምሥጋናውን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አምጡ ክብሩን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አምጡ ክብሩን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ምሥጋናውን አምጡ ክብሩን አምጡ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ምሥጋናውን አምጡ ክብሩን አምጡ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ነዉ የታወቀ በዓለም ዝናው የገነነ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 ሁሉ የሚሰግድለት ምላስ ሁሉ የሚያወራለት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ለእግዚአብሔር እሰግዳለሁ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ለእግዚአብሔር እኖራለሁ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ለእግዚአብሔር እግዛለሁ 3x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መጸለይ አለልኝ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እጸልያለሁኝ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ነገርኩት 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ለእግዚአብሔር ሰጠሁት በቃ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ከጸሎት ሚበልጥ ሌላ ሌላ ሌላ አለ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ከጸሎት የሚሻል ሌላ ሌላ ሌላ አለ ወይ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አለ ወይ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