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Ante Ko Yaw Ante Neh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Mesfin Gutu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ያው አንተው ነህ/2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ሸለቆም ቢሆን ያው አንተው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ከፍታም ቢሆን ያው አንተው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ያው አንተው ነህ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ጎንበስ ቀና ብዬ ጌታዬን ላክብረው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ያምላኬ ወለታው እጅጉን ብዙ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በጨነቀኝ ጊዜ በጊዜው መጣና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ጏዳዬን አስዋበው እርሱ ደረሰና ጌታዬ መጣና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ክብር ከሆነልኝማ/2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ልሰዋ ምስጋና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ክብር ከሆነልኝማ/2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ልሰዋ ምስጋና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እሱ እኮ ሲመጣ አምላኬ ሲመጣ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ሲመጣ አባቴ ሲመጣ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መግቢያ አጣ/2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ችግር መግቢያ አጣ/2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ያው አንተው ነህ 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ጠላት አይኑ እያየ እኔን ላከበረ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 ጨምራለው መቼ ተዘመረ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 የዘምርኩት ገና ምዘምረው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ለእየሱሰ ክብር ይኸ ይሁንለት አሜን ይሁንለት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ክብር ከሆነልኝማ 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እሱ እኮ ሲመጣ 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ያው አንተው ነህ 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