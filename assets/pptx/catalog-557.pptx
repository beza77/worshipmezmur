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Nefsien Yemiyareka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ነገር አይደለም ነፍሴን የሚያረካት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ሆይ አንተ ናና በመገኘትህ አርካት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ነገር አይደለም ነፍሴን የሚያረካት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ሆይ አንተ ናና በመገኘትህ አርካት 5x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አንዳንዶች ገንዘብ ይላሉ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አንዳንዶች ዝና ይላሉ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አንዳንዶች ዘመድ ይላሉ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አንዳንዶች ዕውቀት ይላሉ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እርግጠኛ 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ነህ የምትበልጠው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አንተ ብቻ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ለሰዎች ሁሉ መፍትሄ 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 ሆይ አንተ ብቻ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ለሰዎች ሁሉ መፍትሄ 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ወደደችህ ወዴት ትገኛለህ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ስፍራውን አሳየኝ የት ታሰማራለህ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ብርና ወርቅ አያጓጓኝም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አይነካኝም ዓይኔን አይስበኝም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የሚያጓጓኝ የእግዚአብሔር መንግሥት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ርሃቤ ጥማቴ ጽድቁ ነው ጽድቁ ነው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ነው ነፍሴ የተጠማችው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ነው ነፍሴ የተመኘችው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የአንተን ስጦታ መፈለግ ትታለች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እራህን ትፈልጋለች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የአንተን በረከት መፈለግ ትታለች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ራስህን ትፈልግሃለች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አዲስ ነገር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ፀሐይ በታች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ነው እንጂ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ለሰዎች የሚበጅ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 ነው እንጂ ለሰዎች የሚበጅ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ወደደችህ ወዴት ትገኛለህ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ስፍራውን አሳየኝ የት ታሰማራለህ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መዝገቤ እኮ አንተ ጋር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መዝገቤ በሰማይ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መዝገቤ በአለበት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ልቤስ በዚያ አይደል ወይ 3x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ወደደችህ ወዴት ትገኛለህ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ስፍራውን አሳየኝ የት ታሰማራለህ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አንተ ብቻ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ለሰዎች ሁሉ መፍትሄ 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 ሆይ አንተ ብቻ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ለሰዎች ሁሉ መፍትሄ ያለህ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