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Ejeg Yemimer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ጻድቅ ነህ ጌታ ስራህ ትክክል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የማታደላ የማትበድል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ለታላቅነትህ ፍጻሜ የለው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ጌታ ሆይ ስራህ ድንቅ ነው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ምላሴ ጽድቅህን ሁልጊዜ ምሥጋናህን ይናገራል (3x)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ምላሴ ጽድቅህን ሁልጊዜ ምሥጋናህን ይናገራል (3x)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ደግሜ ደጋግሜ እባርክሃለሁ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ምሥጋና ዘወትር ዘወትር በአፌ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ማለዳ በምሥጋና አፌን እከፍታለሁ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ከአንደበቴ ፍሬ ለአንተው እነግራለሁ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ምላሴ ጽድቅህን ሁልጊዜ ምሥጋናህን ይናገራል (3x)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ምላሴ ጽድቅህን ሁልጊዜ ምሥጋናህን ይናገራል (3x)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እጅግ የሚምር የሚራራ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አምላክ ነውና የእኔ ጌታ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ይድረሰው ምሥጋና የእኔ ጌታ ይድረሰው ምሥጋና (2x)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እንኳንስ ምረሄኝ ቀርቶልኝ አበሳ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እኔስ ምሥጋናዬን ሁልጊዜው አልረሳ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ምህረትህ በእኔ ላይ ጠንክራለችና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ኃይሌ ታድሶልኝ ቆምኩኝ እንደገና (2x)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እጅግ የሚምር የሚራራ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አምላክ ነውና የእኔ ጌታ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ይድረሰው ምሥጋና የእኔ ጌታ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ይድረሰው ምሥጋና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ጌታ ይድረሰው ምሥጋና (4x)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ማዳኑን አስታውቆ ጽድቁንም ገለጠ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ከእኛ መተላለፍ ምህረቱ በለጠ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በሞገሱ ጋሻ እየከለለን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ከአዳነን በኋላ ምህረቱ ያዘን (2x)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አንድ ላይ ተስማሙ እውነትና ምህረት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መግባትም ተቻለን እግዚአብሔር ካለበት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ጻድቅ ፈራጅ ሲሆን እንከን የሌለበት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አልፈረደብኝም ምህረቱ አይሎበት (2x)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እጅግ የሚምር የሚራራ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አምላክ ነውና የእኔ ጌታ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ይድረሰው ምሥጋና የእኔ ጌታ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ይድረሰው ምሥጋና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ጌታ ይድረሰው ምሥጋና (4x)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እልሃለሁ አንተን አመልካለሁ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አምላክ እልሃለሁኝ አንተን አመልካለሁ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አመልካለሁ አንተን አመልካለሁ (2x)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ይገባሃል የአንደበቴ ቃል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ይገባሃል የአፌ ምሥጋና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ይገባሃል ልዘምርልህ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ይገባሃል ላገለግልህ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አምላክ እልሃለሁኝ አንተን አመልካለሁ (5x)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እስከዛሬ ተመስገን ብያለሁ ተባረክ ብያለሁ አሃ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ከፍ በል ብያለሁ እስከዛሬ ተመስገን ብያለሁ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ተባረክ ብያለሁ አሃ ከፍ በል ብያለሁ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ደግሞ ዛሬ ዛሬ ምን ልበል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 ምን ልበል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ደግሞ አሁን አሁን ምን ልበል ጌታ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አሁን ምን ልበል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ደግሞ ዛሬ ዛሬ ምን ልበል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 ምን ልበል ዛሬ ምን ልበል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ይገባሃል የአንደበቴ ቃል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ይገባሃል የአፌ ምሥጋና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ይገባሃል ላገለግልህ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ይገባሃል ልዘምርልህ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ሃሌሉያ ሃሌሉያ (4x)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ሃሌሉያ ሃሌሉያ (4x)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ሃሌሉያ ሃሌሉያ (4x)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