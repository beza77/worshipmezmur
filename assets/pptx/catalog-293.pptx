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Yetesfaw Qal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ከዘመድ አዝማድህ ተለይተህ ውጣ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የሚልን ድምጽ ሰምቶ በእምነት የወጣ [1]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አብርሃም ዛሬ ግን መቶ ዕድሜ ሊሞላ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አስር አመት ቀረው ሊሻገር እርጅናን [2]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ሲዘገይ የተስፋው ቃልኪዳን ሲጠፋ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ከአብርሃምና ሳራ ተሟጠጠ ተስፋ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ሃሳባቸውን ሳቱ እስማኤልም መጣ [3]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ለዛ ጻድቅ ሰው ቤት ሁከትን አመጣ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ነገር ግን ለመቶ አንዲት አመት ስትቀር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የሳራን ማህጸን አሰበ እግዚአብሔር [4]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ይስሃቅ የተስፋው ልጅ ወዲያው ተወለደ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የተስፋው ጨለማ ተወገደ (2x) [5]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የተስፋው/የተስፋህ ቃል ምንም ቢዘገይም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መፈጸሙ አይቀርም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የተስፋ/የተስፋሽ ቃል ቢዘገይም እንኳን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ፍሬ አለው በኋላ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እስራኤላውያን ከነዓን እንዳይገቡ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ጋሬጣ ሆነባቸው የእያሪኮ ግንቡ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ቀንደ መለከትን በእጃቸው ይዘው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በታላቅ ዝማሬ ሊነድሉት ቆርጠው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ፍፁም ሳይሰለቹ ህዝቡና እያሱ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የእያሪኮን ቅጥር ሊደረማምሱ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ቆርጠው ተነስተዋል ዙረት ጀምረዋል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ሳይነደል ስድስት ቀን አልፎታል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ለመጨረሻ መዞር ጀምረዋል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መለከት መንፋቱን ተያይዘውታል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በዚህ ታላቅ ተስፋ እያሪኮን ሲዞሩ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የእያሪኮን ቅጥር አፈረሱ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የተስፋው/የተስፋህ ቃል ምንም ቢዘገይም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መፈጸሙ አይቀርም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የተስፋ/የተስፋሽ ቃል ቢዘገይም እንኳን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ፍሬ አለው በኋላ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ሃናም መካኗ ሴት ልጅን ያልወለደች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ለብዙ አመታት ብዙ ያለቀሰች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ወደ አምላኳ የምታፈስ እንባ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ከአስር ልጆች ሁሉ ያልተሻላት ባሏ [6]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ቤተ መቅደስ ስትጸልይ ገብታ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እንባዋን ስትዘራ ለላይኛው ጌታ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ካህኑ ኤሊ ግን ሰካራም ነሽ አላት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የልቧል ሰቆቃ መቼ ተረዳላት [7]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ልጅ ስጠኝ ለአንተው ሰጥሃለሁ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ተንበርክኬ ቃልኪዳን እገባለሁ [8]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እያለች በተስፋ ስትጠብቅ ሳትሰለች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ሳሙኤልን . (1) . ወለደች (2x) [9]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የተስፋው/የተስፋህ ቃል ምንም ቢዘገይም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መፈጸሙ አይቀርም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የተስፋ/የተስፋሽ ቃል ቢዘገይም እንኳን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ፍሬ አለው በኋላ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ማርያምና ማርታ ታላቅ ወንድማቸው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እጅግ የሚወዱትም ያ መመኪያቸው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አልዓዛር ታሞ አልጋ ላይ ተኝቷል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መሞቱም አይቀርም ብለውም ሰግተዋል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ቶሎ በአፋጣኝ መልዕክትን ሰደዱ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ወዳጁን ኢየሱስን ሊያስጠሩ ወደዱ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የአላዓዛር ሀመም እያደረ ባሰ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እዛው በተኛበት ወንድማቸው ሞተ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ተስፋቸውን ቆረጡ ወስደውም ቀበሩት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አራት ቀን አለፈ ዋሻ ውስጥ ጣሉት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በአራተኛው ቀን ያ ወዳጁ መጣ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ሟችሁን ከሙት በሃል አወጣ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የተስፋው/የተስፋህ ቃል ምንም ቢዘገይም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መፈጸሙ አይቀርም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የተስፋ/የተስፋሽ ቃል ቢዘገይም እንኳን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ፍሬ አለው በኋላ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