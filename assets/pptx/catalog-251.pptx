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Enmereqachuhalen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በስመአብ ወወልድ ወመፈስ ቅዱስ አንድ አምላክ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ጋብቻ የተባረከ ጋብቻ ይሁንልን አሜን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ኑሮ አዲስ ቤት አሃዱ የተባለው 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 እንዲዘልቅ ይህ የፍቅር ጅማሬ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እንመርቃቹሃለን አሜን (6x)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በወልድ በመንፈስ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ተባረኩ ብለን እንመርቃቹሃለን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ክርስቶስ እርሱ የሆነው መሰረት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እራስ ሆኖ ይንገሥበት እዚህ ይግባልን??? ቸርነት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ትዳሩም በመንፈስ ቅዱስ ተመርቶ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የባርኮት ሽታ ሸቶ በምሳሌነት ተሞልቶ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ከድግስ ያለፈ (አዎ) በሕይወታቸው ጉዞ (አዎ)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ይምራቹህ እጃችሁን ይዞ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ኑሮ አዲስ ቤት አሃዱ የተባለው 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 እንዲዘልቅ ይህ የፍቅር ጅማሬ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እንመርቃቹሃለን አሜን (6x)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በወልድ በመንፈስ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ተባረኩ ብለን እንመርቃቹሃለን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ቤተሰብ ጤናማ ቤተክርስቲያን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ያድርጋት እንደብርሃን በፀጋው ብዛት ለማዳን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ምንጭ ሆኖ ይፍለቅለቅበት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የተጠሙም የሚረኩበት ያዘኑም የሚደሰቱበት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አዘዘ (አዎ) ጋብቻ እንዲከበር (አዎ)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ከጥንቱም ልክ እንደዚህ ነበር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ቃልኪዳን አላቹህና ከእግዚአብሔር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ተባዙ ተባልን የአምላካቹህ ባርኮት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ውለዱ ክበዱ ይሁን ደስታ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በፍቅር አምላክ በጌታ በሕይወታችሁ አለኝታ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ያኖራል (አዎ) መኖሪያቹህ ሆኖ (አዎ)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 አፍሯል በእርሱ ተማምኖ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ኑሮ አዲስ ቤት አሃዱ የተባለው 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በመልካም እንዲዘልቅ ይህ የፍቅር ጅማሬ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እንመርቃቹሃለን አሜን (6x)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በአብ በወልድ በመንፈስ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ተባረኩ ብለን እንመርቃቹሃለን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