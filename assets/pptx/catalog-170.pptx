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Sew Kebur New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Bethlehem Tezera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ማንም ወንድሙን አይናቀው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ያገኘም ያጣ ሰው ክቡር ነው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ማንም ታናሹን አይናቀው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ያገኘም ያጣ ሰው ክቡር ነው 2x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ለምን ተስፋ ይቁረጥ ለምንስ ይቆዝም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ዳቦ አይሁንበት አይራበው ፍቅር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ወንድሜ መገለሉ ይቅር 3x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ከእናቴም ባይወለድ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የአዳም ዘር የእግዜር ፍጡር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አብሬው ልቁረስ ልስጠው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በልቼ አይራበው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አያሳዝንም ወይ የራበው ሳያንሰው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አያሳዝንም ወይ ፍቅር ሲቸግረው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አያሳዝንም ወይ ጥግ ይዞ ሲያለቅስ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አያሳዝንም ወይ አንጀቱ ሲላወስ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መጽናናቱ ልሁንለት 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እያለሁ ወንድሜ አይሙት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ትላንትና እንዴት ይረሳል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አፈር ባፈር ላይ እንዴት ይኮራል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አያሳዝንም ወይ የራበው ሳያንሰው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አያሳዝንም ወይ ፍቅር ሲቸግረው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አያሳዝንም ወይ ጥግ ይዞ ሲያለቅስ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አያሳዝንም ወይ አንጀቱ ሲላወስ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መፅናናቱ ልሁንለት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እያለሁ ወንድሜ አይሙት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ትላንትና እንዴት ይረሳል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አፈር ባፈር ላይ እንዴት ይኮራል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ባልንጀራህን እንደራስህን ውደድ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ለራስህ የክብር ወንበር አትውሰድ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ጌታው ሲፈርድ ኋላ እንዳትወሰድ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ባልንጀራህን እንደራስህን ውደድ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ለራስህ ክብር ወንበር አትውሰድ 2x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