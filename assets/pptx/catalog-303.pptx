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Mekneyatu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ባለፍኩበት በሄድኩበት በመንገዴ ሁሉ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ከነበርኩባቸው አስጨናቂ ቀኖቼ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ፀጋህ ምህረትህ እያገዘኝ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ዛሬን አደረሰኝ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ምክንያቱ ነህ አንተ ዛሬን ለመድረሴ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ምክንያቱ ነህ አንተ በህይወት ለመኖሬ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ከማህፀን ገና ሳለሁ በስሜ የጠራኸኝ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ከልጅነቴ ጀምሮ መንገድ የመራኸኝ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ከጥፋት ጎዳና ጠበከኝ ዛሬን አሳየኸኝ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ምክንያቱ ነህ አንተ ዛሬን ለማየቴ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ምክንያቱ ነህ አንተ በህይወት ለመኖሬ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የሆነ ከቶ ምንም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ባንተ ነው የሆነው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የሆነ ከቶ ምንም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ካንተ ነው የሆነው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ምክንያቱ ነህ አንተ ዛሬን ለመድረሴ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ምክንያቱ ነህ አንተ በህይወት ለመኖሬ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ምክንያቱ ነህ አንተ በህይወት ለመኖሬ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