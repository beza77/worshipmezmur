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Amelkhalehu Betam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ውዴ ሆይ ድምጼን ላሰማ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ፊቴን ላሳይህ ፊቴን ላሳይህ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በጣም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ቀልድ አይደለም ጨዋታ ጨዋታ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ላመልክ ስመጣ ስመጣ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ልማድ አይደል ችሎታ ችሎታ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የምሰጠው ለጌታ ለጌታ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ተጨምቃ ምስጋና አፍልቃ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ትልቅነትህን ጠንቅቃ አውቃ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ታመልክሀለች በጣም አድርጋ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ታደንቅሀለች በጣም አድርጋ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በጣም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ውዴ ሆይ ድምጼን ላሰማ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ፊቴን ላሳይህ ፊቴን ላሳይህ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እወድሃለሁ በጣም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ቀልድ አይደለም ጨዋታ ጨዋታ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ላመልክ ስመጣ ስመጣ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ልማድ አይደል ችሎታ ችሎታ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የምሰጠው ለጌታ ለጌታ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ተጨምቃ ምስጋና አፍልቃ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ትልቅነትህን ጠንቅቃ አውቃ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ታመልክሀለች በጣም አድርጋ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ታደንቅሀለች በጣም አድርጋ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ደጃፌን ከፍቼ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መብራቴን አብርቼ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ወገቤን ታጥቈ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ዘይቴን ሞልቼ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ላምልክህ ተግቼ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