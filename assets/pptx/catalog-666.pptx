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Yehew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Mamay Worku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ከስምህ ሌላ ቀንበር አይጫነኝ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ከፍቅርህ ሌላ ዕዳ አይኑርብኝ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ሆይ እባክህ አግዘኝ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በፍቅርህ አኑረኝ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ይኽው እራሴን እሰጣለሁ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ወደጄ ለአንተ አስገዛለሁ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ይኽው ይኽው እራሴን እሰጣለሁ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ፈቅጄ ለአንተ እኖራለሁ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የልቤን ሃሳብ መርምረህ ታውቃለህ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አረማመዴን ትመለከታለህ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ሆይ ፍፁም ህግህ ይግዛኝ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የተሰወረ ኀጢአት እንዳይገዛኝ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ይኽው እራሴን እሰጣለሁ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ፈቅጄ ለቃልህ እገዛለሁ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እራሴን እሰጣለሁ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ወድጄ ልቤን አስገዛለሁ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ፍፁም ነው ነፍስን ይመልሳል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ስራትህ ልብን ደስ ያሰኛል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ልጠብቀው ለቃልህ እተጋለሁ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የዚያን ጊዜ ፍፁም እሆናለሁ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ይኽው እራሴን እሰጣለሁ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ፈቅጄ ለቃልህ እገዛለሁ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ይኽው ይኽው እራሴን እሰጣለሁ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ፈቅጄ ወድጄ ልቤን አስገዛለሁ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ትእዛዝህ ብሩህ ዐይንንም ያበራል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ፍራትህ ንጹህ ዘላለም ይኖራል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ከከበረ እንቁ ይመረጣል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ከማር ይልቅ እጅግ ይወደዳል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ይኽው እራሴን እሰጣለሁ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ወድጄ ለአንተ እገዛለሁ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ይኽው ይኽው እራሴን እሰጣለሁ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ፈቅጄ ለአንተ እኖራለሁ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ይኽው ይኽው እራሴን እሰጣለሁ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ወድጄ ለአንተ እገዛለሁ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እራሴን እሰጣለሁ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ፈቅጂ ለአንተ እኖራለሁ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ይኽው ይኽው እራሴን እሰጣለሁ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ፈቅጄ ለቃልህ እገዛለሁ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 ይኽው ይኽው እራሴን እሰጣለሁ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ወድጄ ልቤን አስገዛለሁ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ይኽው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