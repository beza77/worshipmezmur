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Betekebebech Ketema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በተከበበች ከተማ የሚያስደንቀውን ምህረቱን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 የገለጠው እግዚአብሔር ይመስገን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ደመናም ውኃም ባላይ ሸለቆውን የሚሞላ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እታመናለሁ በክንዶቹ ጥላ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ጌታን ተስፋ አድርገው የሚጠባበቁ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እንዳይጠፉ አውቃለሁ ከቶም እንዳይወድቁ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በተከበበች ከተማ የሚያስደንቀውን ምህረቱን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 የገለጠው እግዚአብሔር ይመስገን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ሰማያት ተናውጠው በክብሩ ይወርዳል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የልጆቹ ነገር ጌታ ግድ ይለዋል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ታምኜ እቆማለሁ በዓለቱ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በፍጽሜው ዘመን ዐይኖቹን እስካይ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በተከበበች ከተማ የሚያስደንቀውን ምህረቱን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 የገለጠው እግዚአብሔር ይመስገን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የልጅነት ስልጣን እንዲያው ተሰጥቶኛል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 በግንባሬ ማኅተም ሆኖኛል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አምላክሽ ወዴት ነው አትበለኝ ጠላቴ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አይቆይም ይመጣል ፈጥኖ ረዳቴ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በተከበበች ከተማ የሚያስደንቀውን ምህረቱን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 የገለጠው እግዚአብሔር ይመስገን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