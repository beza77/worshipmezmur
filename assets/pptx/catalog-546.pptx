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Maranatha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ማራናታ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ቶሎ ና የኔ ጌታ የኔ ጌታ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ቃልህን በመግለጥ፧ ዓለምን ሙላና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በድንቅ በተዓምር ተመላለስና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ተቀብለው ነፍሳት ይዳኑና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የኔ ጌታ ኢየሱስ እባክህ ቶሎ 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ማራናታ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ቶሎ ና የኔ ጌታ የኔ ጌታ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እመጣለሁ ብለህ ቃል ገብተህልናል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ቃልህ እንዲፈጸም ልጆችህ ናፍቀናል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የታረደውን በግ ስለበደላችን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ልናይ እንወዳለን ሁላችን በዓይናችን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ማራናታ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ቶሎ ና የኔ ጌታ የኔ ጌታ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በዕንቁ በወርቅ አርጐ እግዚአብሔር የሰራት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ጥላቻ ተረስቶ ፍቅር የሞላባት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ለእኛ ለልጆቹ አምላክ ያዘጋጃት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ኢየሩሳሌምን መቼ ነው የማያት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ማራናታ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ቶሎ ና የኔ ጌታ የኔ ጌታ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