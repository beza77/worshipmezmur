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Abietu Gulbetie Hoy Ewedihalehu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በዙሪያዬ ሆኖ ጠላት ሲያውከኝ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ያሸነፈ መስሎ ሲፎክርብኝ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በጨነቀኝ ጊዜ ወዳንተ ጮህኩኝ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ሰማይን ዝቅ አርገህ ከተፍ አልክልኝ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ጉልበቴ ሆይ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የእኔ ጌታ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አለቴ አምባ መድኃኒቴ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የምታመንበት ሆነኝ እረዳቴ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እጆቼን አንስቼ ተገፋው አልኩኝ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ከሰማይ ተበቀለልኝ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ተናወጠች ቁጣውም ነደደ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በጠላቶቼ ላይ መብረቅ አወረደ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ጉልበቴ ሆይ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የእኔ ጌታ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አለቴ አምባ መድኃኒቴ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የምታመንበት ሆነኝ እረዳቴ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እግሮቼም ቆሙልኝ አልተንሸራተቱም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ጠላቶቼን ያዝኩኝ አላመለጡኝም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በኮረብቶቹም ላይ ለሚያቆመኝ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ላመስግነው ልዘምር በእልልታ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ጉልበቴ ሆይ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የእኔ ጌታ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አለቴ አምባ መድኃኒቴ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የምታመንበት ሆነኝ እረዳቴ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ለሚታመኑበት እርሱ ጋሻ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ክፉዬን አይወድም ይነዳል ቁጣው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ከመቅደሱ ሆኖ ድምፄን ይሰማኛል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አይቶ ጠላቴ ፈርቶኛል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ጉልበቴ ሆይ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የእኔ ጌታ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አለቴ አምባ መድኃኒቴ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የምታመንበት ሆነኝ እረዳቴ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ጉልበቴ ሆይ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የኔ ጌታ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አለቴ አምባ መድኃኒቴ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የምታመንበት ሆነኝ እረዳቴ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