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Kenehatiatie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Biruk Gebretsadiq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ጨለማ ውጧት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መግቢያው መውጫው ጠፍቷት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 በሀጥያት ተዘፍቃ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ልጅህ ልሆን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በቤትህ ውስጥ ልኖር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መኖር ማይገባኝ ባሪያ ነበርኩ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ከነሀጥያቴ ወደድከኝ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ከነሀጥያቴ መረጥከኝ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ልጅህ አደረከኝ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በማይጠፋው ፍቅርህ ለወጥከኝ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መንገዴ ተሳስቶ እዳን ተሸክሜ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በፊህ ለመሆን እጅጉን ቆሽሼ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ልጅህ ልሆን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በቤትህ ውስጥ ልኖር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መኖር ማይገባኝ ባሪያ ነበርኩ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ከነሀጥያቴ ወደድከኝ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ከነሀጥያቴ መረጥከኝ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ልጅህ አደረከኝ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በማይጠፋው ፍቅርህ ለወጥከኝ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ወዶኛል አዳነኝ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በምህረቱ ሰው አረገኝ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ሞቼ ሳለሁ ከፍጥረቴ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ሕያው ሆንኩኝ በኢየሱሴ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ከነሀጥያቴ ወደድከኝ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ከነሀጥያቴ መረጥከኝ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ልጅህ አደረከኝ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በማይጠፋው ፍቅርህ ለወጥከኝ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