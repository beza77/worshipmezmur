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Esti Lelemenew Gietayien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ወደ እግዚአብሔር ልመና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ጸሎት ምልጃና ምሥጋና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ለሰዎች ሁሉ እንዲደረግ ከሁሉም በፊት እመክራለሁ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በመንፈሳዊነትና በመልካም ጠባይ እየተመራን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በሰላምና በጸጥታ እንድንኖር በተለይ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ለነገሥታትና በስልጣን ላይ ላሉ ሁሉ ጸልዩ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ልለምነው ጌታዬን ስለአገሬ ስለህዝቤ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የራሴን የግሌን ነገር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ልለምነው ጌታዬን ስለአገሬ ስለምድሬ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የራሴን የጸሎት ርዕስ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ለሹማምንት ለገዢዎች ለአለቆች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ፊቱ ልቅረብ ልጸልይ ተግቼ ስለሌሎች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ለሹማምንት ለገዢዎች ለአለቆች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ፊቱ ልቅረብ ልጸልይ ተግቼ ስለሌሎች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የአገሬ መፍትሄዋ የእንቆቅልሿ መፍቻዋ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ቁልፉ ያለው ሰው ጋር አይደል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ማንም አይታለል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ስለእልቂቷ ወሬን ትቼ ስንበረከክ ተደፍቼ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ይሰማኛል አምነዋለሁ ከዚም በፊት አይቻለሁ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ነገር ያበጀዋል ዝብርቅርቁን ያሳምራል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ልለምነው ጌታዬን ስለአገሬ ስለህዝቤ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የራሴን የግሌን ነገር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ልለምነው ጌታዬን ስለአገሬ ስለምድሬ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የራሴን የጸሎት ርዕስ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ለሹማምንት ለገዢዎች ለአለቆች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ፊቱ ልቅረብ ልጸልይ ተግቼ ስለሌሎች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ለሹማምንት ለገዢዎች ለአለቆች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ፊቱ ልቅረብ ልጸልይ ተግቼ ስለሌሎች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በችግሯ ከምሳለቅ ይልቅ እኔ ፊቱ ልውደቅ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ባለምነው ባልጠይቀው እዳው በእኔ ጫና ላይ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መፍትሄ ላይሆን ወሬን ትቼ ልንበረከክ ፊቱን ሽቼ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ሰሚ አምላክ እያመንኩኝ ለምን መፍትሄ አጣለሁኝ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ትልቅም ለውጥ አመጣለሁ ለምድሬም ፈውስ እሆናለሁ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ልለምነው ጌታዬን ስለአገሬ ስለህዝቤ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የራሴን የግሌን ነገር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ልለምነው ጌታዬን ስለአገሬ ስለምድሬ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የራሴን የጸሎት ርዕስ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ለሹማምንት ለገዢዎች ለአለቆች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ፊቱ ልቅረብ ልጸልይ ተግቼ ስለሌሎች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ለሹማምንት ለገዢዎች ለአለቆች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ፊቱ ልቅረብ ልጸልይ ተግቼ ስለሌሎች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ብለምነው ስለአገሬ ሸክም ቢኖረኝ ለምድሬ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ያለባትን ችግር ሁሉ ይዤ ብቀርብ ከመስቀሉ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እኮ ያደምጠኛል እንደሃሳቡ ይመልሳል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ሳልታክት ፊቱ እቀርባለሁ ቃሉም ይላል ጸልያለሁ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ሸክሟን ሳሳየው የምድሬን ይፈውሳታል አገሬን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ልለምነው ጌታዬን ስለአገሬ ስለህዝቤ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የራሴን የግሌን ነገር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ልለምነው ጌታዬን ስለአገሬ ስለምድሬ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የራሴን የጸሎት ርዕስ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ለሹማምንት ለገዢዎች ለአለቆች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ፊቱ ልቅረብ ልጸልይ ተግቼ ስለሌሎች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ለሹማምንት ለገዢዎች ለአለቆች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ፊቱ ልቅረብ ልጸልይ ተግቼ ስለሌሎች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ኢትዮጵያን ግብኛት ተመልከታት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በቃልኪዳንህ አስባት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