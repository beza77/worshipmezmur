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Menoriyayie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ዘማሪ ቤቴልሔም ወልዴ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ርዕስ መኖሪያዏ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አልበም ቸር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መኖሪያዏ ነህ ጌታዏ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መኖሪያዏ ነህ ኢየሱስ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አሳርፈኸኛል እፎይ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እፎይ ብያለሁ አንተን አግኝቻለሁ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ወዳጅ እንደሌላቸው አልተዋችሁም አልረሳችሁም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ብለህ ተናግረሃል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ያልከውን ልትፈጽም አንተ ሄደሃል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ባለህበት እኛን ልታኖረን ልታሳርፈን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በቅርብ ትመጣለህ አሜን ጌታችን ቶሎ ናልን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መኖሪያዏ ነህ ጌታዏ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መኖሪያዏ ነህ ኢየሱስ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አሳርፈኸኛል እፎይ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እፎይ ብያለሁ አንተን አግኝቻለሁ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በአባቴ ቤት ብዙ መኖሪያ አለ ማረፊያ አለ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ተመለሱ ይብቃ ኑ ወደ እረፍቱ ግቡ ትላለህ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ሰምቶ ላመነበት መኖሪያ አንተ ነህ ማረፊያ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ነፍስን ከሚያጐድል ትጠብቃለህ ትጋርዳለህ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መኖሪያዏ ነህ ጌታዏ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መኖሪያዏ ነህ ኢየሱስ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አሳርፈኸኛል እፎይ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እፎይ ብያለሁ አንተን አግኝቻለሁ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