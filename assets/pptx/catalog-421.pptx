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2011680"/>
            <a:ext cx="10881360" cy="18288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5400" b="1">
                <a:solidFill>
                  <a:srgbClr val="FFFFFF"/>
                </a:solidFill>
                <a:latin typeface="Ebrima"/>
                <a:ea typeface="Ebrima"/>
                <a:cs typeface="Ebrima"/>
              </a:rPr>
              <a:t>Alemdewem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4023360"/>
            <a:ext cx="10881360" cy="10972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3000" b="0">
                <a:solidFill>
                  <a:srgbClr val="CCCCCC"/>
                </a:solidFill>
                <a:latin typeface="Ebrima"/>
                <a:ea typeface="Ebrima"/>
                <a:cs typeface="Ebrima"/>
              </a:rPr>
              <a:t>Hillina Kassahun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5943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አልለምደውም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5943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28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ኢየሱስ ኢየሱስ</a:t>
            </a:r>
          </a:p>
          <a:p>
            <a:pPr algn="ctr">
              <a:lnSpc>
                <a:spcPct val="125000"/>
              </a:lnSpc>
            </a:pPr>
            <a:r>
              <a:rPr sz="28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እግዚአብሄር ሰው ሆኖ ከዙፉኑ መውረዱ</a:t>
            </a:r>
          </a:p>
          <a:p>
            <a:pPr algn="ctr">
              <a:lnSpc>
                <a:spcPct val="125000"/>
              </a:lnSpc>
            </a:pPr>
            <a:r>
              <a:rPr sz="28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ዛሬም ትኩስ</a:t>
            </a:r>
          </a:p>
          <a:p>
            <a:pPr algn="ctr">
              <a:lnSpc>
                <a:spcPct val="125000"/>
              </a:lnSpc>
            </a:pPr>
            <a:r>
              <a:rPr sz="28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ይሄን ስጋ ለብሶ ራሱን ማዋረዱ</a:t>
            </a:r>
          </a:p>
          <a:p>
            <a:pPr algn="ctr">
              <a:lnSpc>
                <a:spcPct val="125000"/>
              </a:lnSpc>
            </a:pPr>
            <a:r>
              <a:rPr sz="28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ዛሬም ትኩስ</a:t>
            </a:r>
          </a:p>
          <a:p>
            <a:pPr algn="ctr">
              <a:lnSpc>
                <a:spcPct val="125000"/>
              </a:lnSpc>
            </a:pPr>
            <a:r>
              <a:rPr sz="28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ሞትና ትንሳኤው ዛሬም ትኩስ</a:t>
            </a:r>
          </a:p>
          <a:p>
            <a:pPr algn="ctr">
              <a:lnSpc>
                <a:spcPct val="125000"/>
              </a:lnSpc>
            </a:pPr>
            <a:r>
              <a:rPr sz="28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የፈሰሰው ደሙ ዛሬም ትኩስ</a:t>
            </a:r>
          </a:p>
          <a:p>
            <a:pPr algn="ctr">
              <a:lnSpc>
                <a:spcPct val="125000"/>
              </a:lnSpc>
            </a:pPr>
            <a:r>
              <a:rPr sz="28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የመስቀል ትግሉ ዛሬም ትኩስ</a:t>
            </a:r>
          </a:p>
          <a:p>
            <a:pPr algn="ctr">
              <a:lnSpc>
                <a:spcPct val="125000"/>
              </a:lnSpc>
            </a:pPr>
            <a:r>
              <a:rPr sz="28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በእኔ ውስጥ ማደሩ ዛሬም ትኩስ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5943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24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ኢየሱስ ኢየሱስ ኢየሱስ</a:t>
            </a:r>
          </a:p>
          <a:p>
            <a:pPr algn="ctr">
              <a:lnSpc>
                <a:spcPct val="125000"/>
              </a:lnSpc>
            </a:pPr>
            <a:r>
              <a:rPr sz="24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አልለምደውም አልንቀውም</a:t>
            </a:r>
          </a:p>
          <a:p>
            <a:pPr algn="ctr">
              <a:lnSpc>
                <a:spcPct val="125000"/>
              </a:lnSpc>
            </a:pPr>
            <a:r>
              <a:rPr sz="24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አልረሳውም አላቀለውም</a:t>
            </a:r>
          </a:p>
          <a:p>
            <a:pPr algn="ctr">
              <a:lnSpc>
                <a:spcPct val="125000"/>
              </a:lnSpc>
            </a:pPr>
            <a:r>
              <a:rPr sz="24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አልለምደውም አልንቀውም</a:t>
            </a:r>
          </a:p>
          <a:p>
            <a:pPr algn="ctr">
              <a:lnSpc>
                <a:spcPct val="125000"/>
              </a:lnSpc>
            </a:pPr>
            <a:r>
              <a:rPr sz="24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አልረሳውም አላቀለውም</a:t>
            </a:r>
          </a:p>
          <a:p>
            <a:pPr algn="ctr">
              <a:lnSpc>
                <a:spcPct val="125000"/>
              </a:lnSpc>
            </a:pPr>
            <a:r>
              <a:rPr sz="24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ተአምር ነው ተአምር ነው ተአምር ነው</a:t>
            </a:r>
          </a:p>
          <a:p>
            <a:pPr algn="ctr">
              <a:lnSpc>
                <a:spcPct val="125000"/>
              </a:lnSpc>
            </a:pPr>
            <a:r>
              <a:rPr sz="24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የሄድክበት ርቀት እርቅን ለመፈጸም</a:t>
            </a:r>
          </a:p>
          <a:p>
            <a:pPr algn="ctr">
              <a:lnSpc>
                <a:spcPct val="125000"/>
              </a:lnSpc>
            </a:pPr>
            <a:r>
              <a:rPr sz="24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ተአምር ነው</a:t>
            </a:r>
          </a:p>
          <a:p>
            <a:pPr algn="ctr">
              <a:lnSpc>
                <a:spcPct val="125000"/>
              </a:lnSpc>
            </a:pPr>
            <a:r>
              <a:rPr sz="24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ፍቅርህን ለመግለጽ መንፈስህን ለማፍሰስ</a:t>
            </a:r>
          </a:p>
          <a:p>
            <a:pPr algn="ctr">
              <a:lnSpc>
                <a:spcPct val="125000"/>
              </a:lnSpc>
            </a:pPr>
            <a:r>
              <a:rPr sz="24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ተአምር ነው</a:t>
            </a:r>
          </a:p>
          <a:p>
            <a:pPr algn="ctr">
              <a:lnSpc>
                <a:spcPct val="125000"/>
              </a:lnSpc>
            </a:pPr>
            <a:r>
              <a:rPr sz="24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ተአምር ነው ተአምር ነው ተአምር ነው</a:t>
            </a:r>
          </a:p>
          <a:p>
            <a:pPr algn="ctr">
              <a:lnSpc>
                <a:spcPct val="125000"/>
              </a:lnSpc>
            </a:pPr>
            <a:r>
              <a:rPr sz="24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የሄድክበት ርቀት እርቅን ለመፈጸም</a:t>
            </a:r>
          </a:p>
          <a:p>
            <a:pPr algn="ctr">
              <a:lnSpc>
                <a:spcPct val="125000"/>
              </a:lnSpc>
            </a:pPr>
            <a:r>
              <a:rPr sz="24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ተአምር ነው</a:t>
            </a:r>
          </a:p>
          <a:p>
            <a:pPr algn="ctr">
              <a:lnSpc>
                <a:spcPct val="125000"/>
              </a:lnSpc>
            </a:pPr>
            <a:r>
              <a:rPr sz="24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ፍቅርህን ለመግለጽ መንፈስህን ለማፍሰስ</a:t>
            </a:r>
          </a:p>
          <a:p>
            <a:pPr algn="ctr">
              <a:lnSpc>
                <a:spcPct val="125000"/>
              </a:lnSpc>
            </a:pPr>
            <a:r>
              <a:rPr sz="24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ተአምር ነው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5943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32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ኢየሱስ ኢየሱስ ኢየሱስ</a:t>
            </a:r>
          </a:p>
          <a:p>
            <a:pPr algn="ctr">
              <a:lnSpc>
                <a:spcPct val="125000"/>
              </a:lnSpc>
            </a:pPr>
            <a:r>
              <a:rPr sz="32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አልለምደውም አልንቀውም</a:t>
            </a:r>
          </a:p>
          <a:p>
            <a:pPr algn="ctr">
              <a:lnSpc>
                <a:spcPct val="125000"/>
              </a:lnSpc>
            </a:pPr>
            <a:r>
              <a:rPr sz="32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አልረሳውም አላቀለውም</a:t>
            </a:r>
          </a:p>
          <a:p>
            <a:pPr algn="ctr">
              <a:lnSpc>
                <a:spcPct val="125000"/>
              </a:lnSpc>
            </a:pPr>
            <a:r>
              <a:rPr sz="32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አልለምደውም አልንቀውም</a:t>
            </a:r>
          </a:p>
          <a:p>
            <a:pPr algn="ctr">
              <a:lnSpc>
                <a:spcPct val="125000"/>
              </a:lnSpc>
            </a:pPr>
            <a:r>
              <a:rPr sz="32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አልረሳውም አላቀለውም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5943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28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ገና አለማት ሳይፈጠር በራስህ ውስጥ</a:t>
            </a:r>
          </a:p>
          <a:p>
            <a:pPr algn="ctr">
              <a:lnSpc>
                <a:spcPct val="125000"/>
              </a:lnSpc>
            </a:pPr>
            <a:r>
              <a:rPr sz="28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ያለ ነውር ያለ እንከን</a:t>
            </a:r>
          </a:p>
          <a:p>
            <a:pPr algn="ctr">
              <a:lnSpc>
                <a:spcPct val="125000"/>
              </a:lnSpc>
            </a:pPr>
            <a:r>
              <a:rPr sz="28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ንጹሕ አድርገህ በአብ ፊት ያቀረብከን</a:t>
            </a:r>
          </a:p>
          <a:p>
            <a:pPr algn="ctr">
              <a:lnSpc>
                <a:spcPct val="125000"/>
              </a:lnSpc>
            </a:pPr>
            <a:r>
              <a:rPr sz="28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አንዲች ሀጥያት እንኳን ሳትሰራ</a:t>
            </a:r>
          </a:p>
          <a:p>
            <a:pPr algn="ctr">
              <a:lnSpc>
                <a:spcPct val="125000"/>
              </a:lnSpc>
            </a:pPr>
            <a:r>
              <a:rPr sz="28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መሰዋትነትህን ቀድመህ ያፀናህ</a:t>
            </a:r>
          </a:p>
          <a:p>
            <a:pPr algn="ctr">
              <a:lnSpc>
                <a:spcPct val="125000"/>
              </a:lnSpc>
            </a:pPr>
            <a:r>
              <a:rPr sz="28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ጊዜው ሲደርስ የትግሉ</a:t>
            </a:r>
          </a:p>
          <a:p>
            <a:pPr algn="ctr">
              <a:lnSpc>
                <a:spcPct val="125000"/>
              </a:lnSpc>
            </a:pPr>
            <a:r>
              <a:rPr sz="28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አይንህን አትኩረህ ወደ መስቀሉ</a:t>
            </a:r>
          </a:p>
          <a:p>
            <a:pPr algn="ctr">
              <a:lnSpc>
                <a:spcPct val="125000"/>
              </a:lnSpc>
            </a:pPr>
            <a:r>
              <a:rPr sz="28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ፍንክች እንኳን ሳትል ቀኝና ግራ</a:t>
            </a:r>
          </a:p>
          <a:p>
            <a:pPr algn="ctr">
              <a:lnSpc>
                <a:spcPct val="125000"/>
              </a:lnSpc>
            </a:pPr>
            <a:r>
              <a:rPr sz="28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መራራውን ጽዎ ለአንዴ የጠጣህ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5943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32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ኢየሱስ ኢየሱስ ኢየሱስ</a:t>
            </a:r>
          </a:p>
          <a:p>
            <a:pPr algn="ctr">
              <a:lnSpc>
                <a:spcPct val="125000"/>
              </a:lnSpc>
            </a:pPr>
            <a:r>
              <a:rPr sz="32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አልለምደውም አልንቀውም</a:t>
            </a:r>
          </a:p>
          <a:p>
            <a:pPr algn="ctr">
              <a:lnSpc>
                <a:spcPct val="125000"/>
              </a:lnSpc>
            </a:pPr>
            <a:r>
              <a:rPr sz="32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አልረሳውም አላቀለውም</a:t>
            </a:r>
          </a:p>
          <a:p>
            <a:pPr algn="ctr">
              <a:lnSpc>
                <a:spcPct val="125000"/>
              </a:lnSpc>
            </a:pPr>
            <a:r>
              <a:rPr sz="32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አልለምደውም አልንቀውም</a:t>
            </a:r>
          </a:p>
          <a:p>
            <a:pPr algn="ctr">
              <a:lnSpc>
                <a:spcPct val="125000"/>
              </a:lnSpc>
            </a:pPr>
            <a:r>
              <a:rPr sz="32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አልረሳውም አላቀለውም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5943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28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በአብ ቀኝ በራስህ ውስጥ አስቀምጠህ</a:t>
            </a:r>
          </a:p>
          <a:p>
            <a:pPr algn="ctr">
              <a:lnSpc>
                <a:spcPct val="125000"/>
              </a:lnSpc>
            </a:pPr>
            <a:r>
              <a:rPr sz="28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የልጅነት መብትን ስልጣን</a:t>
            </a:r>
          </a:p>
          <a:p>
            <a:pPr algn="ctr">
              <a:lnSpc>
                <a:spcPct val="125000"/>
              </a:lnSpc>
            </a:pPr>
            <a:r>
              <a:rPr sz="28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አባ ምልበት ድፍረትን አጎናፅፈህ</a:t>
            </a:r>
          </a:p>
          <a:p>
            <a:pPr algn="ctr">
              <a:lnSpc>
                <a:spcPct val="125000"/>
              </a:lnSpc>
            </a:pPr>
            <a:r>
              <a:rPr sz="28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ወደ ፀጋህ ዙፋን ስር በነጻነት</a:t>
            </a:r>
          </a:p>
          <a:p>
            <a:pPr algn="ctr">
              <a:lnSpc>
                <a:spcPct val="125000"/>
              </a:lnSpc>
            </a:pPr>
            <a:r>
              <a:rPr sz="28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እንድቀርብ ሆነልኝ ክብርህ ባለበት</a:t>
            </a:r>
          </a:p>
          <a:p>
            <a:pPr algn="ctr">
              <a:lnSpc>
                <a:spcPct val="125000"/>
              </a:lnSpc>
            </a:pPr>
            <a:r>
              <a:rPr sz="28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ዛሬም በፀጋህ ስመላለስ</a:t>
            </a:r>
          </a:p>
          <a:p>
            <a:pPr algn="ctr">
              <a:lnSpc>
                <a:spcPct val="125000"/>
              </a:lnSpc>
            </a:pPr>
            <a:r>
              <a:rPr sz="28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እባብና ጊንጡን እየረጋገጥኩ</a:t>
            </a:r>
          </a:p>
          <a:p>
            <a:pPr algn="ctr">
              <a:lnSpc>
                <a:spcPct val="125000"/>
              </a:lnSpc>
            </a:pPr>
            <a:r>
              <a:rPr sz="28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አውቃለሁ አንዳችም ከእኔ እንዳልሆነ</a:t>
            </a:r>
          </a:p>
          <a:p>
            <a:pPr algn="ctr">
              <a:lnSpc>
                <a:spcPct val="125000"/>
              </a:lnSpc>
            </a:pPr>
            <a:r>
              <a:rPr sz="28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ከሞት ያስነሳህ መንፈስ በእኔ እንዳደረ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5943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32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ኢየሱስ ኢየሱስ ኢየሱስ</a:t>
            </a:r>
          </a:p>
          <a:p>
            <a:pPr algn="ctr">
              <a:lnSpc>
                <a:spcPct val="125000"/>
              </a:lnSpc>
            </a:pPr>
            <a:r>
              <a:rPr sz="32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አልለምደውም አልንቀውም</a:t>
            </a:r>
          </a:p>
          <a:p>
            <a:pPr algn="ctr">
              <a:lnSpc>
                <a:spcPct val="125000"/>
              </a:lnSpc>
            </a:pPr>
            <a:r>
              <a:rPr sz="32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አልረሳውም አላቀለውም</a:t>
            </a:r>
          </a:p>
          <a:p>
            <a:pPr algn="ctr">
              <a:lnSpc>
                <a:spcPct val="125000"/>
              </a:lnSpc>
            </a:pPr>
            <a:r>
              <a:rPr sz="32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አልለምደውም አልንቀውም</a:t>
            </a:r>
          </a:p>
          <a:p>
            <a:pPr algn="ctr">
              <a:lnSpc>
                <a:spcPct val="125000"/>
              </a:lnSpc>
            </a:pPr>
            <a:r>
              <a:rPr sz="32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አልረሳውም አላቀለውም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5943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32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ያንተ ሽታ ለሚጠፉት ነው የሞት መአዛ</a:t>
            </a:r>
          </a:p>
          <a:p>
            <a:pPr algn="ctr">
              <a:lnSpc>
                <a:spcPct val="125000"/>
              </a:lnSpc>
            </a:pPr>
            <a:r>
              <a:rPr sz="32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ለሚድኑት ግን የህይወት እፎይታ</a:t>
            </a:r>
          </a:p>
          <a:p>
            <a:pPr algn="ctr">
              <a:lnSpc>
                <a:spcPct val="125000"/>
              </a:lnSpc>
            </a:pPr>
            <a:r>
              <a:rPr sz="32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ለሚድኑት ግን የህይወት እፎይታ</a:t>
            </a:r>
          </a:p>
          <a:p>
            <a:pPr algn="ctr">
              <a:lnSpc>
                <a:spcPct val="125000"/>
              </a:lnSpc>
            </a:pPr>
            <a:r>
              <a:rPr sz="32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ያንተ ሽታ ለሚጠፉት ነው የሞት መአዛ</a:t>
            </a:r>
          </a:p>
          <a:p>
            <a:pPr algn="ctr">
              <a:lnSpc>
                <a:spcPct val="125000"/>
              </a:lnSpc>
            </a:pPr>
            <a:r>
              <a:rPr sz="32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ለሚድኑት ግን የህይወት እፎይታ</a:t>
            </a:r>
          </a:p>
          <a:p>
            <a:pPr algn="ctr">
              <a:lnSpc>
                <a:spcPct val="125000"/>
              </a:lnSpc>
            </a:pPr>
            <a:r>
              <a:rPr sz="32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ለሚድኑት ግን የህይወት እፎይታ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