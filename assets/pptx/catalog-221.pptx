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Medan Ye Egziabher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Binyam Wale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ብርቱ መታመኛዬ ነው መደገፊያዬ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በእርሱ ዘላለም አርፋለው እፎይም እላለው/2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ማዳን የእግዚአብሔር ነው/2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ሃይል የእግዚአብሔር ነው/2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እነዚ በሰረገላቸው ይታመናሉ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እነዚያ በፈረሶቻቸው ይታመናሉ/2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እኛ ግን በአምላካችን በእግዚአብሔር ስም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 ከፍ ከፍ ከፍ እንላለን/4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አሃ ከበባው ሲበዛ አሄ ጠላት ሲበረታ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አሃ እምነቴ ሲደክም አሄ መውጫውም ሲጠፋ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በጥቂቱም በብዙውም ማዳን የእግዚአብሔር ነው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አሃ በወጀቡ ላይ አሄ መንገድ ያለው 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አሃ ጩኸቴንም ሰምቶ አሄ ሊያድነኝም መጣ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በጥቂቱም በብዙውም ማዳን የእግዚአብሔር ነው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ማዳን የእግዚአብሔር ነው/2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ሃይል የእግዚአብሔር ነው/2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እነዚ በሰረገላቸው ይታመናሉ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እነዚያ በፈረሶቻቸው ይታመናሉ/2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እኛ ግን በአምላካችን በእግዚአብሔር ስም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 ከፍ ከፍ ከፍ እንላለን/4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አሃ ማን አለ እንደኔ አሄ ምስጉን የሆነ 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አሃ ከጠላቱ ዛቻ አሄ ባምላኩ የዳነ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በጥቂቱም በብዙውም ማዳን የእግዚአብሔር ነው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አሃ የዘላለም አምላክ አሄ ሆኖልኝ መከታ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አሃ ድሉ የኔ ሆነ አሄ የማታ የማታ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በጥቂቱም በብዙውም ማዳን የእግዚአብሔር ነው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ማዳን የእግዚአብሔር ነው/2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ሃይል የእግዚአብሔር ነው/2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