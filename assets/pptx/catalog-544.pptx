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Manew Manew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በኪሩቤል ላይ የተቀመጠው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በሰማይ በምድር ታላቅ የሆነው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ከዙፋኑ ላይ ውረድ የሚለው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እሱን ተክቶ የሚቆም ማነው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ማነው ማነው እንዳንተ ማነው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ከአምላክ በቀር አምላክስ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ማነው እንዳንተ ማነው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በቀር አምላክስ ማነው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ውሆች በእፍኙ የሰፈረው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ሰማይ በስንዝሩ የለካው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በምን ምሣሌ እንመስለው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እግዚአብሔር ማን እንበለው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ማነው ማነው እንዳንተ ማነው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ከአምላክ በቀር አምላክስ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ማነው እንዳንተ ማነው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በቀር አምላክስ ማነው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ባህርን ከፍሎ የሚያሻግረው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ሰማይን ከፍቶ መና የሚያወርደው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በጸናች ክንዱ የሚታደገው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የእስራኤል አምላክ እርሱ ብቻ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ማነው ማነው እንደእርሱ ማነው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ከእርሱስ በቀር አምላክስ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ማነው እንዳንተ ማነው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በቀር አምላክስ ማነው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ክንዱ አይዝልም የምናመልከው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ሁሌ ብርቱ ነው የማይታክተው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አምላካችን ዛሬም ሕያው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ተወዳዳሪ መሳይ የሌለው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ማነው ማነው እንዳንተ ማነው(2x)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በቀር አምላክስ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ማነው እንደእርሱ ማነው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ከእርሱስ በቀር አምላክስ ማነው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በነፃ ብሉ ጠጡ የሚለው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ዋጋ ማይጠይቅ ማያስከፍለው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አንድያ ልጁን ወዶ ሚሰጠው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ከእግዚአብሔር በቀር ወዳጅስ ማነው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ማነው ማነው እንዳንተ ማነው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በቀር አምላክስ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ማነው እንዳንተ ማነው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በቀር ወዳጅስ ማነው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ይቀርባል እሩህሩህ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እንደሰው አይደል አይሰለቸው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ወረትን አያውቅ ጊዜ አይለውጠው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አምላክ እግዚአብሔር ነው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ማነው ማነው እንዳንተ ማነው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ከአምላክ በቀር አምላክስ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ማነው እንዳንተ ማነው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በቀር አምላክስ ማነው (3x)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