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Negus Lewededew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ንጉሥ ለወደደው እንዲህ ይደረግለታል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ንጉሥ ላፈቀረው እንዲህ ይደረግለታል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ንጉሥ ለወደደው ዘንጉ ይዘረጋለታል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ንጉሥ ላፈቀረው ካባ ይደረብለታል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ስለወደደኝ ኢየሱስን ሰጠኝ እኔን ስላፈቀረኝ መድኃኒትን ሰጠኝ እኔን ስለወደደኝ አንድ ልጁን ሰጠኝ እኔን ስላፈቀረኝ አማኑኤልን ሰጠኝ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ንጉሥ ስለወደደኝ እኔስ ዕድለኛ ነኝ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ንጉሥ ስላከበረኝ እኔስ ዕድለኛ ነኝ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የተደረገው ብዙ እኮ ነው ለእኔ የተሰራው ብዙ እኮ ነው አንድ በአንድ እቆጥራለሁ የእርሱን መልካምነት እናገረዋለሁ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ያልተደረገ ያልሆነልኝ አለ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ጀምሮ ለእኔ ያልተሰጠ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ከመልካምነቱ እኔን አጠገበ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ንጉሥ እኔን ወዶ እንዲህ አደረገ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የተደረገው ብዙ እኮ ነው ለእኔ የተሰራው ብዙ እኮ ነው አንድ በአንድ እቆጥራለሁ የእርሱን መልካምነት እናገረዋለሁ (2x)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አክሊል እንደለበሰ ያጌጠ ሙሽራ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በደሙ ታጥባ አምራ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በፊቱ የመግባትን ድፍረት አግኝታለች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ለልዑል እግዚአብሔር ዛሬ ታዜምለታለች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ነው (2x) ምሕረቱ ብዙ ነው ፍቅሩ የማያልቅ ነው (2x)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ወደደኝ አዳነኝ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ለክብሩ እኔን መረጠኝ (2x)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(ወደደኝ አዳነኝ ለክብሩ እኔን መረጠኝ (2x))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