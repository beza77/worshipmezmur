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Ale Yemigebaw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Lemma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ከሞት ሊያድነው ወደሚችል አምላክ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ጸሎት ልመናን አቀረበ በእንባ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አለ የማይገባው ሰው ሆኖ ሰውን ስላየው / ማይረዳው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ትሁት ሆኖ በመታዘዝ ወዶን የል እስከሞት ድረስ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 የሚገባው አለ ሰው የሆነ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 ሚራራልን አለ የተፈተነ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 በመስቀል ሞት አለ ህመም ያወቀ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 ደም እስኪያልበው አለ ጭንቀትን ያየ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ወደሰማይ ያረገው ታላቅ ሊቀ ካህን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የራሱን ደም ይዞ ገባ አስታረቀን ከአብ ጋር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የዘላለም ቤዛነትን ሊያስገኝልን በደሙ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እግዚአብሔርን እንድናመልክ ህሊናችንን አጠበው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 የሚገባው አለ ሰው የሆነ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 ሚራራልን አለ የተፈተነ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 በመስቀል ሞት አለ ህመም ያወቀ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 ደም እስኪያልበው አለ ጭንቀትን ያየ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ይራራል ቢባል በሱ ያምራል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ይረዳል ቢባል ከሱ ማን ይልቃል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በመከራ ተፈትኖ መታዘዝን ተምሮአል *2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እግዲህ ምህረትን እንድንቀበል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እንዲያግዘን ጸጋው በሚያስፈልገን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 ጸጋው ዙፋን በእምነት እንቀርባለን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ሲደክመን አግዘን እንላለን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