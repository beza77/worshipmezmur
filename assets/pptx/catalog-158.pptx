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Eyababelegn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ጠብቆ ገሸሽ ይልብኝ ይሆን ወይ?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ስል ዓይንሽ/ህ ለአፈር ይለኛል ወይ?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እንዳልል እንዳልሰጋበት ዛሬም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አለ ቤቴ ባይመቸውም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እንዳልል እንዳልሰጋበት ዛሬም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አለ ቤቴ ባይመቸውም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እየበደልኩት ቻለኝ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እየራቅኩት ቀረበኝ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ሰለቸኝ ወዲያ አላለኝ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ብሸሸው ብርቀው አለቅ ያደረገኝ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አይደል ወይ ጌታ አይደለም ዎይ?!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ከ'ነማንነቴ የወደደኝ ጌታ አይደለም ዎይ?!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እያባበለኝ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ተሸከመኝ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በምክሩም ሲያስተምረኝ ደጉን ሲያሰየኝ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አባት ሲቀጣኝ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ምን እንደሆነ አወኩኝ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መልሶ ሲያባብለኝ አለው ሲለኝ ሲያበረታታኝ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ማለት ምን እንደሆነ አወ'ኩኝ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እያባበለኝ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ተሸከመኝ 3x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ጠብቆ ገሸሽ ይልብኝ ይሆን ወይ?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ስል ዓይንሽ/ህ ለአፈር ይለኛል ወይ?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እንዳልል እንዳልሰጋበት ዛሬም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አለ ቤቴ ባይመቸውም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እየበደልኩት ቻለኝ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እየራቅኩት ቀረበኝ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ሰለቸኝ ወዲያ አላለኝ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አፋፍ ነጥቆ ተስፋን የጨመረልኝ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አይደል ወይ ጌታ አይደለም ዎይ?!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የተቆረጠውን የቀጠለልኝ ጌታ አይደለም ዎይ?!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እያባበለኝ እያባበለኝ እያባበለኝ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ተሸከመኝ ተሸከመኝ ተሸከመኝ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