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Kibrehen Laye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ላየ ለተረዳ 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ማምለክ እጅግ ቀላል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ብዬ አመልክሃለሁ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የኔን ጉዳይ አንተው አንተው አንተው ጨርሰው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አዝኜ ልቤ ተሰብሮ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ሳላውቅህ ሳላውቅህ ድሮ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ብጣራም 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ብጮህም 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የሚሰማኝ አላገኘሁም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ኢየሱስ ደረሰልኝ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ከላይ ሆኖ ልጁን ላከልኝ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ወድቄ ሳለው ከጨለማው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ብቻ ነው እኔን ያየው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ስላየኸኝ ደስ ብሎኛል ስላየኸኝ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በባዶ ሜዳ ዝም ብለህ ስላልተውከኝ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ስላሰብከኝ ደስ ብሎኛል ስላሰብከኝ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በምድረበዳ ዝም ብለህ ስላልተውከኝ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ተመስገንልኝ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አዝኜ ልቤ ተሰብሮ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ሳላውቅህ ሳላውቅህ ድሮ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ብጣራም 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ብጮህም 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የሚሰማኝ አላገኘሁም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ኢየሱስ ደረሰልኝ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ከላይ ሆኖ ልጁን ላከልኝ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ወድቄ ሳለው ከጨለማው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ብቻ ነው እኔን ያየው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አለፈ ያ ዘመን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አለፈ ያ ጊዜ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አለፈ ያ ለሊት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አለፈ ያ ጊዜ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ስላለፈ ደስ ብሎኛል ስላለፈልኝ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በባዶ ሜዳ ዝም ብለህ ስላልተውከኝ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ስላለፈ ደስ ብሎኛል ስላለፈልኝ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በምድረበዳ ዝም ብለህ ስላልተውከኝ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ላየ ለተረዳ 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ማምለክ እጅግ ቀላል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ብዬ አመልክሃለሁ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የኔን ጉዳይ አንተው አንተው አንተው ጨርሰው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