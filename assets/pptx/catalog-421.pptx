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Alemdewem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Hillina Kassahun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አልለምደውም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ኢየሱስ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እግዚአብሄር ሰው ሆኖ ከዙፉኑ መውረዱ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ዛሬም ትኩስ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ይሄን ስጋ ለብሶ ራሱን ማዋረዱ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ዛሬም ትኩስ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ሞትና ትንሳኤው ዛሬም ትኩስ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የፈሰሰው ደሙ ዛሬም ትኩስ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የመስቀል ትግሉ ዛሬም ትኩስ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በእኔ ውስጥ ማደሩ ዛሬም ትኩስ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ኢየሱስ ኢየሱስ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አልለምደውም አልንቀውም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አልረሳውም አላቀለውም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አልለምደውም አልንቀውም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አልረሳውም አላቀለውም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ተአምር ነው ተአምር ነው ተአምር ነው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የሄድክበት ርቀት እርቅን ለመፈጸም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ተአምር ነው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ፍቅርህን ለመግለጽ መንፈስህን ለማፍሰስ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ተአምር ነው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ተአምር ነው ተአምር ነው ተአምር ነው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የሄድክበት ርቀት እርቅን ለመፈጸም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ተአምር ነው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ፍቅርህን ለመግለጽ መንፈስህን ለማፍሰስ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ተአምር ነው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ኢየሱስ ኢየሱስ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አልለምደውም አልንቀውም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አልረሳውም አላቀለውም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አልለምደውም አልንቀውም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አልረሳውም አላቀለውም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ገና አለማት ሳይፈጠር በራስህ ውስጥ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ያለ ነውር ያለ እንከን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ንጹሕ አድርገህ በአብ ፊት ያቀረብከን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አንዲች ሀጥያት እንኳን ሳትሰራ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መሰዋትነትህን ቀድመህ ያፀናህ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ጊዜው ሲደርስ የትግሉ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አይንህን አትኩረህ ወደ መስቀሉ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ፍንክች እንኳን ሳትል ቀኝና ግራ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መራራውን ጽዎ ለአንዴ የጠጣህ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ኢየሱስ ኢየሱስ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አልለምደውም አልንቀውም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አልረሳውም አላቀለውም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አልለምደውም አልንቀውም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አልረሳውም አላቀለውም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በአብ ቀኝ በራስህ ውስጥ አስቀምጠህ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የልጅነት መብትን ስልጣን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አባ ምልበት ድፍረትን አጎናፅፈህ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ወደ ፀጋህ ዙፋን ስር በነጻነት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እንድቀርብ ሆነልኝ ክብርህ ባለበት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ዛሬም በፀጋህ ስመላለስ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እባብና ጊንጡን እየረጋገጥኩ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አውቃለሁ አንዳችም ከእኔ እንዳልሆነ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ከሞት ያስነሳህ መንፈስ በእኔ እንዳደረ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ኢየሱስ ኢየሱስ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አልለምደውም አልንቀውም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አልረሳውም አላቀለውም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አልለምደውም አልንቀውም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አልረሳውም አላቀለውም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ያንተ ሽታ ለሚጠፉት ነው የሞት መአዛ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ለሚድኑት ግን የህይወት እፎይታ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ለሚድኑት ግን የህይወት እፎይታ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ያንተ ሽታ ለሚጠፉት ነው የሞት መአዛ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ለሚድኑት ግን የህይወት እፎይታ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ለሚድኑት ግን የህይወት እፎይታ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