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Dehna Negn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ቀናቶቼ በከንቱ ዓመታቶቼ በችኮላ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እንዲሁ እንዳያልፉ ከዚህ በኋላ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ዘመኔን በሙሉ በፊቴ ያለውን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 ፍሬ እንዳልሆን አስታጥቀኝ ኃይልን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ደህና ደህና ነኝ እግዚአብሔር ይመስገን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ደህና ደህና ነኝ እግዚአብሔር ይመስገን (5x)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የሕይወቴን መጸሃፍ የጻፈው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ደራሲው እርሱ ነው ተራኪዋ እኔ ነኝ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የመጨረሻውን ምዕራፉን ሳነበው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ደህና ነሽ በሎኛል ደህና ነኝ እላለው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ደህና ደህና ነኝ እግዚአብሔር ይመስገን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ደህና ደህና ነኝ እግዚአብሔር ይመስገን (5x)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ሳለ መድሃኒያለም በዙፋኑ 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በቀኝም በግራም ሠላም አይደል ወይ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ይመስገን እፎይ ብያለሁ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በአገሪቱ ላይ ተዘልያለሁ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ደህና ደህና ነኝ እግዚአብሔር ይመስገን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ደህና ደህና ነኝ እግዚአብሔር ይመስገን (5x)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አምላኬ ደህንነት ሆነልኝ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አምላኬ እፎይታ ሆነልኝ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አምላኬ ጸጥታ ሆነልኝ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አምላኬ ሠላሜ ሆነልኝ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ደህና ደህና ነኝ እግዚአብሔር ይመስገን (5x)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ደህና ደህና ነኝ እግዚአብሔር ይመስገን (5x)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 የሚገባው አምልኮ የሚገባው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የሚገባው እግዚአብሔር አምላኬ ነው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የሚገባው እግዚአብሔር አምላኬ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መምስገን የሚገባው እግዚአብሔር አምላኬ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መወደድ የሚገባው እግዚአብሔር አምላኬ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መከብር የሚገባው እግዚአብሔር አምላኬ ነው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አምላኬ ነው (4x)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