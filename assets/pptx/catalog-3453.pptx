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Amelkihalehu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“አመልክሃለሁ”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1. አመልክሃለሁ ጌታ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እገዛልሃለሁ በደስታ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ምርኮን እንዳገኘ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ባንተ ደስ ተሰኘ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አመልሃለሁ ጌታ......, ብርሃናትን ተላብሰህ, ግርማን ተጎናፅፈሃል, በቅድስናህ ልቀህ, በሞገስ ተውበሃል, የውበት መደምደሚያ, የፅድቅ ፍፃሜ ሆይ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መኖርን ያስመኘኸኝ አንተ አይደለህም ወይ?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ሰማይህ ዙፋንህ ሆኖ ምድር የእግርህ መረገጫ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 እንኳን ሳይጎልህ, ሳታጣ መቀመጫ, የልቤን ጓዳ መርጠህ, ቤቴ የገባኸው, አይደል እግር ጥሎህ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ፍቅር ግድ ብሎህ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በቅፅበትም ቢሆን ሳየው ያንተን ፊት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 ይሆንልኛል ምድራዊ ገነት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የሚሰማኝ ስሜት ሲጠራ ያንተ ስም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ካልሆነ በምድር የለም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......አመልክሃለሁ ጌታ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