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Silmwedih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Hillina Kassahun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ወዴ ስለምወድህ ስለምወድህ ሁለንተናዬ የኸውልህ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እየሱስ ወዴ ስለምወድህ ስለምወድህ ሁለንተናዬ የኸውልህ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ከቃላት ያለፈ ፍቅር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ዋጋን የሚያስከፍል መሰዋት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ይዤልህ ልምጣ እንደገና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ብቸኛውን ይሳቄን ልሰዋ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እራስህን በቃልኪዳንህ የሰጠኸኝ እንኳን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አይበልጥብኝም ካንተ እራስህ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አይተካልኝም አብሮነትህን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አልሸሽግም የልቤን ክፍሎች ወደሗላ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አልደብቅም በሬ ክፍት ነው ላንተ ጌታ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መርምረኝ የውስጠኛዬን ጠልቀህ እወቀው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ታደገኝ ብኩርናዬን እንዳልሸጠው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በመታዘዜ እንድወድህ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እድሜ ዘመኔን እንድገዛልህ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ወዴ ስለምወድህ ስለምወድህ ሁለንተናዬ የኸውልህ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እየሱስ ወዴ ስለምወድህ ስለምወድህ ሁለንተናዬ የኸውልህ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መሰዋቴን ላዘጋጅልህ እንዳዘዝከኝ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ቢሸከምም የተስፈዬን ቃሌ ራስህ የሰጠኸኝ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አልቆጥረውም የምድረኛውን ዋና አድርጌ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ርስቴ አንተው ነህ ሌላው አይጎድለኝ ቢወጣ ከእጄ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ብቻ ጌታዬ ደስ ይበልህ ሁለንተናዬ ያገልግልህ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ብቻ ጌታዬ ደስ ይበልህ ሁለንተናዬ ያገልግልህ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ወዴ ስለምወድህ ስለምወድህ ሁለንተናዬ የኸውልህ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እየሱስ ወዴ ስለምወድህ ስለምወድህ ሁለንተናዬ የኸውልህ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ከቃላት ያለፈ ፍቅር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ዋጋን የሚያስከፍል መሰዋት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ይዤልህ ልምጣ እንደገና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ብቸኛውን ይሳቄን ልሰዋ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