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Gera Alegabam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ግራ አልጋባም ጌታ ሆይ አንተ መልካም ነህ በሰው አይምሮ መች ትለካለህ (4x)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አላማህ በእኔ ላይ ፍቅር ነው ግልጽ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በጐ ነው ሃሳብህ አንተ የምታውቀው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የምታውቀው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መንገዴን አልስትም ወደ ኋላ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አልፈቅድም ጉልበቴም አንዲላላ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ግሩም ነው ድንቅ ነው ቆንጆ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በእኔ ይሆናል ያለው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ግራ አልጋባም ጌታ ሆይ አንተ መልካም ነህ በሰው አይምሮ መች ትለካለህ (4x)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ተስፋና ፍጻሜ መጨረሻ አለው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ተጀምሮ አይቀርም እግዚአብሔር ያለው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ያለው (2x)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መንገዴን አልስትም ወደ ኋላ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አልፈቅድም ጉልበቴም አንዲላላ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ግሩም ነው ድንቅ ነው ቆንጆ ነው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በእኔ ይሆናል ያለው (2x)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ግራ አልጋባም ጌታ ሆይ አንተ መልካም ነህ በሰው አይምሮ መች ትለካለህ (4x)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መንገዴን አልስትም ወደ ኋላ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አልፈቅድም ጉልበቴም አንዲላላ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ግሩም ነው ድንቅ ነው ቆንጆ ነው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በእኔ ይሆናል ያለው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