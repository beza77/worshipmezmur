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I am forgiven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Goodness and mercy shall follow 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All the days of my life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And I will dwell in your house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Forever more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I am forgiven yeah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I am forgiven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I am a testimony, his blood wash me yee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I am forgiven yeah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I am forgiven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Goodness and mercy shall follow me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All the days of my life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And I will dwell in your house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Forever more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ለዘላለም ላይለቅኝ ጌታ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በፍቅሩ ያዘኝ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ምህረቱ ያዘኝ ለዘላለም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 ያዘኝ ለዘላለም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I am forgiven yeah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I am forgiven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