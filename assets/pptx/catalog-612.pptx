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Keburena Qedus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ፅድቅና መንግሥትህ እንደምን ያምራሉ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ወድያ ሕይወት ለምን ያሰኛሉ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የአባትነትህ ፍቅርህ በኢየሱስ ያየነው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ማርኮ አስቀርቶናል ኑሮዋችን የአንተ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ክቡርና ቅዱስ 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አባት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ሥራህን እያየን እናደንቅሀለን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ፍቅርህን ጌታ እናስባለን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መንፈስና ሥጋ ነፍሳችን ተስማምተው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ያመሰግኑሃል ክበር ጌታ ብለው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ክቡርና ቅዱስ 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አባት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ውለታህ አለብን ከልብ የማይጠፋ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እኛን የረዳኸን ኢየሱስ ክብርህ ይስፋ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ምን አለና ለእኛ ያላደረከው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መድኃኒታችን ሆይ ክብራችን ከአንተ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ክቡርና ቅዱስ 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አባት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ከፀሐይ ሰባት እጅ ድምቀህ ትታያለህ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ሁለንተናህ ውብ ነው ምንም አልጐደለህ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ለግርማዊነትህ ክብር እንሰግዳለን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ለሥምህ እንዘምራለን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ክቡርና ቅዱስ 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አባት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(4x)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ክቡርና ቅዱስ 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አባት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አልነበረም ደግሞ አይኖርም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