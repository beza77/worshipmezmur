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Ohoho Bemeder Lay Ohoho Besemay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ኦሆሆ በምድር ላይ ኦሆሆ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በምድር ላይ እልልታ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ከበረ በዓለም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ነገሠ በዓለም ላይ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የወንጌሉ ስራ ድንቅን አደረገ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ጸድቅን እየዘራ ፍርድን አስወገደ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ሽባው ተተርትሮ እውሩ ዐይኑ 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ምስኪኑ ከወድቀት ተነስቶ እግሩ ጸና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ኦሆሆ በምድር ላይ ኦሆሆ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በምድር ላይ እልልታ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ከበረ በዓለም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ነገሠ በዓለም ላይ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ለነገድ ለቋንቋ ተነገረ አዋጁ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እንደሰጠን እግዚአብሔር በልጁ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የምስራቹ ቃል ሆነልን ብርሃን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ያሉ አዩት ጌታችንን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ኦሆሆ በምድር ላይ ኦሆሆ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በምድር ላይ እልልታ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ከበረ በዓለም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ነገሠ በዓለም ላይ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 እየነጐደ ምድርን አለበሰ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የዲያቢሎስን ክንድ እያፈራረሰ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ለኃጢአት እስረኞች ክብደት ጸናባቸው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ዋስ ሆነና ነፃ ለቀቃቸው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ኦሆሆ በምድር ላይ ኦሆሆ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በምድር ላይ እልልታ በሰማይ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ከበረ በዓለም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ኢየሱስ ነገሠ በዓለም ላይ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