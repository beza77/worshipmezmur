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Amlekoh Yafere Yelem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አሁንም : እህሌን ውኃዬን ባርከሃል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በሽታን ከቤቴ ከደጄ አርቀሃል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የዘመኔን ቁጥር ሞልተሃል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የዘመኔን ቁጥር ሞልተሃል አሃሃ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አመልክሃለው ወድጄ አመልክሃለው ፈቅጄ 4x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አምልኮህ ያፈረ የለም አንተን አሞጋግሶ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እዚያው ቀርቷል እንጂ ክብርህ ጋር ደርሶ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አምልኮህ ያፈረ የለም አንተን አሞጋግሶ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እዚያው ቀርቷል እንጂ ክብርህ ጋር ደርሶ 4x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አምልኮህ አምልኮህ አንተን ወዶህ ወዶህ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ወዶህ ወዶህ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የቀረ አለ ከበረከት ማዶ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ከበረከት ማዶ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አሁንም እህሌን ውኃዬን ባርከሃል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በሽታን ከቤቴ ከደጄ አርቀሃል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የዘመኔን ቁጥር ሞልተሃል ኦሆሆ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የዘመኔን ቁጥር ሞልተሃል አሃሃ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አምልኮህ ያፈረ የለም አንተን አሞጋግሶ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እዚያው ቀርቷል እንጂ ክብርህ ጋር ደርሶ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ጸልዮ ያፈረ የለም አንተን ተለማምጦ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ተቀብሏል እንጂ ከሁሉ አብልጦ 4x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አመልክሃለው ወድጄ አመልክሃለው ፈቅጄ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