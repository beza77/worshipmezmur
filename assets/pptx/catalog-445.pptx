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Tselote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ምለው ማንነት እንዳይኖረኝ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የምኖረው ህይወት ያንተ እንዲሆንልኝ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ፀሎቴ የየእለትም ምልጃዬ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የተሰበርን መንፈስ ባንተ ምትደገፍም ነፍስ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ሚገዛልህ ስጋን ጌታዬ ስጠኝ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ምለው ማንነት እንዳይኖረኝ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የምኖረው ህይወት ያንተ እንዲሆንልኝ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ፀሎቴ የየእለት ምልጃዬ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የተሰበርን መንፈስ ባንተ ምትደገፍም ነፍስ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ሚገዛልህ ስጋን ጌታዬ ስጠኝ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የጏዳዬን የስውሩን ማንም ሳይኖር ምኖረውን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ቀድስልኝ በመንፈስህ እጠብል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ማያየው ማያውቀውን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በሀሳቤ ሚቀመጠውን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ቃልህ እንደ ባህሪህ አድርግልኝ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አድርግልኝ ቀድስልኝ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አድርግልኝ ቀድስልኝ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ከቃላት ያለፈ ስር የሰደደ ለውጥ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የስጋን ፈቃድ ቸንክሮ የሚሰቅል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በመንፈስ ቅዱስ ፍሬም የሚትረፈረፍ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ልጆች የሚቆረስ ለብዙዋችም የሚተርፍ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እንደተጻፈልኝ ጌታዬ አርገኝ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የጏዳዬን የስውሩን ማንም ሳይኖር ምኖረውን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ቀድስልኝ በመንፈስህ እጠብል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ማያየው ማያውቀውን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በሀሳቤ ሚቀመጠውን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ቃልህ እንደ ባህሪህ አድርግልኝ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አድርግልኝ ቀድስልኝ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አድርግልኝ ቀድስልኝ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መስቀሌን ተሸክሜ እከተልሀለሁ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በጠባብዋ መንገድ ዛሬም እጎዛለሁ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እስካሳርፍ ድንኳኔን በአይኔ እስካይህ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ትኩረቴ ሁሉ ወደ አንተ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ህይወቴን ላንተ እንድኖረው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አጋዠ መንፈስ ቅዲስ ዘወትር ቀባኝ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የጏዳዬን የስውሩን ማንም ሳይኖር ምኖረውን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ቀድስልኝ በመንፈስህ እጠብል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ማያየው ማያውቀውን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በሀሳቤ ሚቀመጠውን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ቃልህ እንደ ባህሪህ አድርግልኝ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አድርግልኝ ቀድስልኝ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አድርግልኝ ቀድስልኝ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ነፍሱን ሊያተርፍ ቢፈልጋት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 ያገኛታል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ነፍሱን ሊያድን ቢፈልጋት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 ያገኛታል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ቢሰዋት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ቢሰዋት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ነፍሱን ሊያተርፍ ቢፈልጋት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 ያገኛታል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ነፍሱን ሊያድን ቢፈልጋት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 ያገኛታል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ቢሰዋት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ቢሰዋት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ቢሰዋት ላንተ ቢሰዋት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ቢሰዋት ላንተ ቢሰዋት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