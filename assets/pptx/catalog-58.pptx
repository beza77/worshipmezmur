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Qal Alegn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Tesfaye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ፈውሱን ፍልጌ ስንከራተት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መፍትሄ አጥቼ ስባትት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አንዴ ወደዛ አንዴ ወዲህ ስል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እሩጬ ሩጬ ልቤ እስኪዝል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ከዚህ ሁሉ ጣጣ የገላገለኝ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የዳዊት ዘር ነው ቃልን የሰጠኝ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በአንዲት ቃል ብቻ ተገላገልኩ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ተባረክ ብዬ አመሰገንኩ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 አለኝ በፍፁም አልወድቅም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 አለኝ ጌታ የሰጠኝ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(ቃል አለኝ) በልጅነቴ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(ቃል አለኝ) ቃል ገብቶልኛል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(ቃል አለኝ) እንደማይተወኝ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(ቃል አለኝ) ጌታ ነግሮኛል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(ቃል አለኝ) ከአሁን በኋላ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(ቃል አለኝ) የምኖረው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(ቃል አለኝ) ቃሉን ከፊቴ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(ቃል አለኝ) አስቀድሜ ነው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 አለኝ (5x)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ከጨለማ ውስጥ እኔን የጠራኝ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አስደናቂውን ብርሃን ያሳየኝ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የተናኩትን ና ብሎ ጠርቶ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በወንጌል ዘይት ራሴን ቀብቶ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የሚያየኝ ሁሉ እስኪገረም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አቆመኝ ጌታ ለምስክር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መልካሙ እንደዛ መሬት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ቃሉን ዘራብኝ አረኩኝ ሀሴት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 አለኝ በፍፁም አልወድቅም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 አለኝ ጌታ የሰጠኝ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(ቃል አለኝ) በልጅነቴ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(ቃል አለኝ) ቃል ገብቶልኛል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(ቃል አለኝ) እንደማይተወኝ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(ቃል አለኝ) ጌታ ነግሮኛል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(ቃል አለኝ) ከአሁን በኋላ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(ቃል አለኝ) የምኖረው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(ቃል አለኝ) ቃሉን ከፊቴ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(ቃል አለኝ) አስቀድሜ ነው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 አለኝ (5x)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አብርሃም በድንቅ የጠራኝ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ሁሉንም ተወው ውጣ አትፍራ ያለኝ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እስከ ዓለም ፍጻሜ ከእኔ ጋራ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የቃሉ መንፈስ በውስጤን ያለው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 አልፈራም አልሸበር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ድምፅን ሰማሁኝ ከእግዚአብሔር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ወድቄ የምቀር መቼ ሆንኩና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ነግሮኛል ሄዳልሁ ገና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 አለኝ በፍፁም አልወድቅም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 አለኝ ጌታ የሰጠኝ (2x)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(ቃል አለኝ) በልጅነቴ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(ቃል አለኝ) ቃል ገብቶልኛል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(ቃል አለኝ) እንደማይተወኝ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(ቃል አለኝ) ጌታ ነግሮኛል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(ቃል አለኝ) ከአሁን በኋላ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(ቃል አለኝ) የምኖረው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(ቃል አለኝ) ቃሉን ከፊቴ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(ቃል አለኝ) አስቀድሜ ነው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 አለኝ (5x)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(ቃል አለኝ) በልጅነቴ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(ቃል አለኝ) ቃል ገብቶልኛል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(ቃል አለኝ) እንደማይተወኝ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(ቃል አለኝ) ጌታ ነግሮኛል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(ቃል አለኝ) ከአሁን በኋላ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(ቃል አለኝ) የምኖረው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(ቃል አለኝ) ቃሉን ከፊቴ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(ቃል አለኝ) አስቀድሜ ነው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 አለኝ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