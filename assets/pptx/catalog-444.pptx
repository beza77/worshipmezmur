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Talka Sigeba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Hillina Kassahun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ጣልቃ ሲገባ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እግዚአብሄር ጣልቃ ሲገባ እጁ ሲነሳ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ሚረዳ ማነው ሚያስረዳ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ሚረዳ ማነው ሚያስረዳ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እግዚአብሄር ጣልቃ ሲገባ እጁ ሲሰራ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ሚረዳ ማነው ሚያስረዳ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ሚረዳ ማነው ሚያስረዳ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የዘመናትን ጥያቄ በአንዲት ለሊት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የእድሜ ዘመን ቋጠሮ በአንድ ሰከንድ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አየን ሲፈታ አየን ሲፈታ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የዘመናትን ጥያቄ በአንዲት ለሊት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የእድሜ ዘመን ቋጠሮ በአንድ ሰከንድ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አየን ሲፈታ አየን ሲፈታ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አየን ሲፈታ አየን ሲፈታ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ርህራሄህ ቸርነትህ አያልቅምና አያልቅምና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የሰው ልጆች ሁሉ መጡ ወዳንተ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እረፍት ፍለጋ እረፍት ፍለጋ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ርህራሄህ ምህረትህ አያልቅምና አያልቅምና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ፍጥረት ሁሉ መጡ ወዳንተ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ህይወት ፍለጋ ህይወት ፍለጋ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የሰራዊት አምላክ ዛሬም አንተ ስራ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በአምላክረት በክብርህ ፊትህ ያብራ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ፊትህ ያብራ ፊትህ ያብራ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ጣልቃ ግባ ጣልቃ ግባ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የሰራዊት አምላክ ዛሬም አንተ ስራ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በአምላክረት በክብርህ ፊትህ ያብራ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ፊትህ ያብራ ፊትህ ያብራ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ጣልቃ ግባ ጣልቃ ግባ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ይህቺ እማ የእግዚአብሔር ጣት ናት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ይህቺ እማ የእግዚአብሔር ክንድ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የሚያስብልን ተአምራት ስታደርግ በምህረትህ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ሰምተው መጡ ዙሪያዬ ያሉ ሁሉ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አላዛሬን ሊጎበኙ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የሸተተው የገነዝኩት ቆሞ ሲሄድ በድንገት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ይህቺ እማ የእግዚአብሔር ጣት ናት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ይህቺ እማ የእግዚአብሔር ክንድ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የሚያስብልን ተአምራት ስታደርግ በምህረትህ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ሰምተው መጡ ዙሪያዬ ያሉ ሁሉ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አላዛሬን ሊጎበኙ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የሸተተው የገነዝኩት ቆሞ ሲሄድ በድንገት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ሙታን የሚታዘዙለት ስላስነሳው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ሙታን አቤት የሚሉት ስለጠራው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ሙታን የሚታዘዙለት ስላስነሳው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ሙታን አቤት የሚሉት ስለጠራው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ርህራሄህ ቸርነትህ አያልቅምና አያልቅምና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የሰው ልጆች ሁሉ መጡ ወዳንተ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እረፍት ፍለጋ እረፍት ፍለጋ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የሰራዊት አምላክ ዛሬም አንተ ስራ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በአምላክረት በክብርህ ፊትህ ያብራ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ፊትህ ያብራ ፊትህ ያብራ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ጣልቃ ግባ ጣልቃ ግባ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ከባርነት ከእድሜ ልክ እስር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በአንድ ቀን ዮሴፍ ሲነግስ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በእኔ እርዳታ በእኔ ማገዝ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እዚህ ደርሳል ማንስ ሊል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የማንም እጅ ያልተባበረበት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ብቻውን ያለበት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ሆኖ ፀና ግሩም ተአምር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 ዛሬ ነው ምስክር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ከልጅነት የጠራውን ተማምኖበት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ህልሙን የሰጠውን ጌታ ተወራርዶበት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ከልጅነት የጠራውን ተማምኖበት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ህልሙን የሰጠውን ጌታ ተወራርዶበት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የህይወቴ በሮች ሁሉ ክፍት ናቸው ለንጉሱ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ለንጉሱ በሮች ይከፈቱ ለንጉሱ ደጆች ይከፈቱ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የህይወቴ በሮች ሁሉ ክፍት ናቸው ለንጉሱ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ለንጉሱ በሮች ይከፈቱ ለንጉሱ ደጆች ይከፈቱ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