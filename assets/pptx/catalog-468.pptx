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Masreshiyayie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Kaleab Tsegaye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ሃዘኔን የረሳሁብህ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ይዤህ ወጥቼ ያላፈርኩብህ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ለቅሶዬን የረሳሁብህ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ይዤህ ወጥቼ ያላፈርኩብህ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ማስረሺያዬ 3x ማስረሺያዬ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ማስረሺያዬ 4x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እናት ከእናትም በላይ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ከአባትም በላይ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ልበለው ኧረ ማን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ማን ልበለው ኧረ ማን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ወንድም ጋሼ አልኩት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መከታዬ አልኩት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ተመቸኛ ኢየሱስ የነገሥታት ንጉሥ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ሳለቅስ የደረሰ እንባዬን የአበሰ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ሰዎች ሲርቁኝ እኔ አለሁልህ ያለኝ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ጉድጓዱን አሻገረኝ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ከመንገድ ላይ አነሳኀኝ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ያለእድሜዬ አከበርከኝ ሰው አደረከኝ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ከትልልቅ ሰዎች ጋራ አደባለከኝ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እድሜዬ አይፈቅድልኝ ጊዜም አይፈቅድልኝ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ሁኔታው አይፈቅድልኝ ዕውቀቴ አይፈቅድልኝ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ያደረከኝ አንተ ነህ ሰው ያደረከኝ 4x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እድሜዬ አይፈቅድልኝ ጊዜም አይፈቅድልኝ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ሁኔታው አይፈቅድልኝ ዕውቀቴ አይፈቅድልኝ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እላለሁ ምን 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አመሰግናለሁ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