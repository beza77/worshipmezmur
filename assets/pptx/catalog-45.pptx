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Hulun Qedemiewalehu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የደስታዬ ምንጭ አንተ ነህ (2x) ነገር ቢሞላ ነገር ባይሞላ የደስታዬ ምንጭ አንተ ነህ የሰላሜ ምንጭ አንተ ነህ (2x) ነገር ቢሞላ ነገር ባይሞላ የሰላሜ ምንጭ አንተ ነህ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ጥበበኛዋ ሴት ቀዝቃዛውን ክረምት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ሩቅ አይታ ልብሷን ሰፋች መከራውን ቀደመች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እንደ እሷ ሁሉን ቀድምያለሁ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በእየሱስ ተደስቻለሁ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ሃዘንን ቀድሜዋለው ጭንቀትን ቀድሜዋለው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ተድላን ቀድሜዋለው ስኬትን ቀድሜዋለው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የደስታዬ ምንጭ አንተ ነህ (2x) ነገር ቢሞላ ነገር ባይሞላ የደስታዬ ምንጭ አንተ ነህ የሰላሜ ምንጭ አንተ ነህ (2x) ነገር ቢሞላ ነገር ባይሞላ የሰላሜ ምንጭ አንተ ነህ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የተቀደመ ነው የቀረው ዘመኔ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የዘላለም ደስታ ኢየሱስ ሆኖኝ ለእኔ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ቀድሜ ተደስቻለው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በኢየሱስ ተደስቻለው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ወንዝ ነው ሰላሜ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(3x), ይፍለቀለቃል ከውስጤ, አይቋረጥም ሰላሜ, (3x), ይፍለቀለቃል ከውስጤ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የደስታዬ ምንጭ አንተ ነህ (2x) ነገር ቢሞላ ነገር ባይሞላ የደስታዬ ምንጭ አንተ ነህ የሰላሜ ምንጭ አንተ ነህ (2x) ነገር ቢሞላ ነገር ባይሞላ የሰላሜ ምንጭ አንተ ነህ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ደስታ እና ሃዘኔ እኩያ ነበሩ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በልኬት ቁመና የሚፎካከሩ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ግን የሰጠኝ ደስታ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አይስተካከል ከሁኔታ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አባቴ የስጠኝ ደስታ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አይስተካከል ከሁኔታ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ወንዝ ነው ሰላሜ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(3x)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ይፍለቀለቃል ከውስጤ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ወንዝ ነው ሰላሜ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(3x)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ይፍለቀለቃል ከውስጤ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የደስታዬ ምንጭ አንተ ነህ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ነህ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