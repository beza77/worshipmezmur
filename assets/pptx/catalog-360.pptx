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2011680"/>
            <a:ext cx="10881360" cy="18288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5400" b="1">
                <a:solidFill>
                  <a:srgbClr val="FFFFFF"/>
                </a:solidFill>
                <a:latin typeface="Ebrima"/>
                <a:ea typeface="Ebrima"/>
                <a:cs typeface="Ebrima"/>
              </a:rPr>
              <a:t>Dem Tekeflobetal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4023360"/>
            <a:ext cx="10881360" cy="10972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3000" b="0">
                <a:solidFill>
                  <a:srgbClr val="CCCCCC"/>
                </a:solidFill>
                <a:latin typeface="Ebrima"/>
                <a:ea typeface="Ebrima"/>
                <a:cs typeface="Ebrima"/>
              </a:rPr>
              <a:t>Hana Tekle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https://wikimezmur.org/am/Hana_Tekle/Yezelalem_Fetari/Dem_Tekeflobetal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