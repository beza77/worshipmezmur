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Qenien Eqegnalehu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አዝቅኔን እቀኛለሁ ቅኔን እቀኛለሁ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የእጆቹን ሥራ እያየሁ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ትርጉም አለው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ሁሉ የማየውን አሃሃሃ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በፊቱ ለማየት እጅግ ናፍቄ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አንጐራጉራለሁ አንጐራጉራለሁ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የፈጠራቸውን ፍጥረቶች እያየሁ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ከልብ ሆኜ አመሰግናለሁ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ድንቅ አምላክ ነው ሥራው አይቆጠር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እዘምራለሁኝ ለጌታዏ ክብር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አዝቅኔን እቀኛለሁ ቅኔን እቀኛለሁ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የእጆቹን ሥራ እያየሁ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ትርጉም አለው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ሁሉ የማየውን አሃሃሃ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በፊቱ ለማየት እጅግ ናፍቄ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አንጐራጉራለሁ አንጐራጉራለሁ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ውበትን አገኙ ሰማያት በመንፈስህ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የዓለምን ተራሮች በቃልህ አጸናህ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ስለነሱ ክብርን እሰጥሃልሁ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የፍጥረት ፈጣሪ :ተባርክ ብያለሁ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አዝቅኔን እቀኛለሁ ቅኔን እቀኛለሁ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የእጆቹን ሥራ እያየሁ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ትርጉም አለው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ሁሉ የማየውን አሃሃሃ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በፊቱ ለማየት እጅግ ናፍቄ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አንጐራጉራለሁ አንጐራጉራለሁ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የሚታየውንም ማይታየውንም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ሠማይ ቢሆን በታች በምድርም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በየስፍራው አስተካክሎ አኖረው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አቤት ሥራው እግዚአብሔር ጌታ ነው 2x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አዝቅኔን እቀኛለሁ ቅኔን እቀኛለሁ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የእጆቹን ሥራ እያየሁ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ትርጉም አለው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ሁሉ የማየውን አሃሃሃ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በፊቱ ለማየት እጅግ ናፍቄ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አንጐራጉራለሁ አንጐራጉራለሁ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