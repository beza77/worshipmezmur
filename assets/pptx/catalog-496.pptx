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Asdenaqi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ታላቅነትና ሀይል ክብርም ድልና ግርማ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ኣንተ በሁሉ ላይ ከፍ ከፍ ያልህ (ራስ ነህና)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አስደናቂ ነህ አስገራሚ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በዘመናት መሃል (የለም ሚመስልህ)5X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ክቡርና ክብር ያለው ባለግርማ የተቀደሰ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(የተቀደሰ ነው)4x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እደነቃለሁኝ (ዝምብዬ)3x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እገረማለሁኝ (ጌታዬ)3x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ጌታዬ3x ኢየሱሴ3x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