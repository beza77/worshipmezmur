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Ellilta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ለማጉረምረም አልከፍትም አንደበቴን አንደበቴን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ቀድሼ አቀርባለሁ ሰውነቴን ሰውነቴን/2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ሲነገር የህይወቴ ምስክርነት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ተጨመቆ የሚገልፀው ነው አንድ ነገር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እልልታ እልልታ ለደጉ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እልልታ እልልታ ለህይወቴ ጅግና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ይሰማል እልልታ በቤተ በጏዳ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ከመላእክቶች ጋራ ሲሰዋ ለጌታ በለሊት በማለዳ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ይሰዋል አምልኮ ሰማይን ሰንጥቆ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ሲዋላው ጎጆዬን የጥንቱ ምስጋና ሲደረደር ለጌታ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አነሳሁ በገናዬን ተቀላቅዬ የቅዱሳንን ጉባኤ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ምሰዋው የምሰጠው በልቤ ሞልቶ የሚፈሰው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እልልታ እልልታ ለደጉ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እልልታ እልልታ ለህይወቴ ጅግና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የተደረገልኝ ተአምር በህይወቴ በህይወቴ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ያስነጠከኝ ያዳንከኝ ከልጅነቴ ከልጅነቴ/2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ዝም ልል ልታዘብ እንዳልሆነለት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ጨርቄን አስጥሎኝ ምህረትህ ውላለሁ ሳመልክ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በእልልታ በእልልታ በእልልታ ላምልክህ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እልልታ እልልታ ለህይወቴ ጀግና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እልልታ እልልታ ለደጉ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እልልታ እልልታ ለህይወቴ ጅግና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የእኔና ቤተ እልልታ የዘር ማንዘሬ እልልታ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ከልብ የሆነው እልልታ ይድረሽ የኔ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የእኔና ቤተ እልልታ የዘር ሃረጌ እልልታ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ከልብ የሆነው እልልታ ይድረሽ የኔ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እልልታ እልልታ ለደጉ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እልልታ እልልታ ለህይወቴ ጅግና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