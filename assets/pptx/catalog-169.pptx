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Redietie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ዓይኖቼን አነሳሁ ወደ ተራሮቹ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ይረዱኝ እንደሆን ብዬ ትልቆቹ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ታግሼ ጠበኩኝ የቃል ተስፋቸውን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ነገ እያልኩኝ ሳይ እጅ እጃቸውን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ክረምት አልፎ በጋ ይኸው 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ረዳቴ ግን ከየት ከየት ይምጣ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ጌታዬ አድነኝ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በደጅህ መጣሁኝ መረጥኩኝ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ረድኤቴ ከእግዚአብሔር ዘንድ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ሰማይን ምድርን ከሰራው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ደግ ነው አያሳፍርም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ይረዳኛል አምናለሁ አያሳፍርም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የጨለመ ቢመስልም አያሳፍርም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ይመጣል አይቀርም አያሳፍርም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ዓይኖቼን ቀና አድርጌ ያልከኝን አስታውሳለሁ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መከራዬን ሀዘኔን ያን ጊዜ እረሳዋለሁ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እዛ ጋር አለው ዋጋ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ጋር አለው ዋጋ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እዛ ጋር አለው ዋጋ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