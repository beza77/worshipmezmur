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Eyesus Yadenal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. . .እውነትን መንገድም ህይትም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ከሓጥያት ባርነት ሰውን የሚያድነው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ነጻ የሚያወጣ የወንጌሉን 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ኣለም ሁሉ ይስማ እየሱስ ያድናል እየሱስ ያድናል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ልመስክረው ይህንን ወንጌል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ሂወት የሆነውን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ልናገረው የምስራቹን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ልስበከው እየሱሴን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ልስበከው እየሱሴን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እወጣለሁ እናገራለሁ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እወጣለሁ መሰክራለሁ 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ያድናል እላለሁ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ልናገረው ለትውልድ እውነቱን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ኣብ መግቢያ በሩ እርሱ ነው 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በቀር መግቢያ በር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መዳን በጌታ በእየሱስ ነው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ልመስክረው ይህንን ወንጌል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ሂወት የሆነውን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ልናገረው የምስራቹን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ልስበከው እየሱሴን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ልስበከው እየሱሴን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እወጣለሁ እናገራለሁ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እወጣለሁ መሰክራለሁ 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ያድናል እላለሁ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ልናገረው ለትውልድ እውነቱን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ኣብ መግቢያ በሩ እርሱ ነው 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በቀር መግቢያ በር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መዳን በጌታ በእየሱስ ነው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