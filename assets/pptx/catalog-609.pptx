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Feqreh Nektognal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ፍቅርህ ነክቶኛል ምን አረጋለሁ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እጄን ዘርግቼ አመልክሃለሁ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አይነት ፍቅር ነው አየቼ ማላውቀው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ለኔ በልጁ የገለጸው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በአስደናቂው ፍቅርህ የባረካት ነፍሴ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እጀግ ወዳሃለች ተመስገን ኢየሱሴ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ፍቅርህ ነክቶኛል ምን አረጋለሁ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እጄን ዘርግቼ አመልክሃለሁ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የተወደደች ቀን አንተን ያወኩባት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እንደምን ያቺ ዕለት የተባረከች ናት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መደነቄ በዝቷል ካወኩህ ጀምሮ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ይቆጨኝ ነበረ ያንተ ባልሆን ኖሮ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ፍቅርህ ነክቶኛል ምን አረጋለሁ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እጄን ዘርግቼ አመልክሃለሁ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በፊትህ ደስታ በመገኘትህ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የምታሰኘኝ አምላኬ አንተ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የፍቅር ትርጉሙ የገባኝ ባንተ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ከማመስገን በቀር የምልህ ምንድን ነው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ፍቅርህ ነክቶኛል ምን አረጋለሁ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እጄን ዘርግቼ አመልክሃለሁ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