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Lamelkeh Yetegebah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Endale Woldegiorgis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ላመልክህ የተገባህ ጌታ አንተ ነህ (4x)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ምሥጋናዬን እንካ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አምልኮዬን እንካ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ምሥጋናዬን እንካ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አምልኮዬን እንካ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የማንንነቴ ምንጭ መገኛ ለሆንከው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 እስትንፋስ በውስጤ ላኖርከው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ባአምሳልህ ፈጥረኸኝ አልሰግድም ለሌላ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ከአንተ በቀር ሚሆን የለምና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ቢያጨበጭብ እጄ ዕልል ቢል ምላሴ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ብትባርክ አምልጭ ያልካት ነፍሴ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ቻይነትህ ለእኔ ተገልጦ ነው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አምልኮዬ ይገባሃል ምለው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መገኛዬ ነህ መገኛዬ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ብቻ ነው ምሥጋናዬ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ፈጣሪዬ ነህ ፈጣሪዬ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ብቻ ነው አምልኮዬ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ምሥጋናዬን እንካ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አምልኮዬን እንካ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ምሥጋናዬን እንካ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አምልኮዬን እንካ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ከከበቧት የሆንክላት መዳን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ውላ እንድታድር በሰላምህ ድንኳን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የሕይወቴ ተስፋ እንዲያልፍ ከምድር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ዓይኖቼን ያበራህ ለሰማዩ ሚስጥር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ቢያጨበጭብ እጄ ዕልል ቢል ምላሴ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ብትባርክ አምልጭ ያልካት ነፍሴ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ቻይነትህ ለእኔ ተገልጦ ነው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አምልኮዬ ይገባሃል ምለው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መገኛዬ ነህ መገኛዬ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ብቻ ነው ምሥጋናዬ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ፈጣሪዬ ነህ ፈጣሪዬ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ብቻ ነው አምልኮዬ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ላመልክህ የተገባህ ጌታ አንተ ነህ (4x)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ምሥጋናዬን እንካ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አምልኮዬን እንካ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ምሥጋናዬን እንካ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አምልኮዬን እንካ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ይሄው ይሄው ምሥጋናዬ ጌታ የአንተ ነው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ይሄው ይሄው አምልኮዬ ጌታ የአንተ ነው (2x)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ምሥጋናዬን እንካ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አምልኮዬን እንካ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ምሥጋናዬን እንካ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አምልኮዬን እንካ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