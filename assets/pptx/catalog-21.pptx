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Ketebale Lante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Lemma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የዛሬ ቀን አይተህልኝ እጄን የያዝክ ከልጅነቴ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 ይደርሳል ብለህ ያልናቅከኝ ስትደግፈኝ እዚህ አደረስከኝ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ነህ የአባት ልኩ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ወዳጅ ነህ የወዳጅ ልኩ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አልተውከኝም እስካሁን እድሜ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ተሸክመኸኛል ጥላ ሆነህ አጥሬ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 ላንተ ምስጋና ኧረ ብዙ ነው እኔ ቤት 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 ላንተ አምልኮ እንደ ዳዊት ነው ማመልክህ እኮ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ልክ እስከማይኖረኝ ገደብን እስካጣ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ሜልኮል እስክትታዘበኝ አምልኮዬ ዛሬም ይበዛል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 ባለዝና ያ ባለዘውድ አንተ ባትጨመርበት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ማን ይለው ነበር ንጉስ ዳዊት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 ባለዘውድ ያ ባለዝና ከሆነው በላይ ቢሆን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ቢያንስበት እንጂ መች ይበዛና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ከበዛልኝ ምህረት ከቸርነትህ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አንዳች ማይገባኝ ደካማ ነበርኩኝ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ጉልበት ሳይሆን በራስህ ተማምነህ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እንዳለፈ ውሃ ስንቱን አስረሳኸኝ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ካረክልኝ ከሆንክልኝ ሚተካከል ቃል ባይገኝም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አምልኮዬ ዝማሬዬ ዙፋንህን ይክበብልኝ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ዝማሬዬ ይክበብልኝ እልልታዬ ይክበብልኝ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ዝማሬዬ ይክበብልኝ አድናቆቴ ይክበብልኝ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ለመመረጥ ለመታሰብ ያልታደለ በሰው ፊት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ወዳጅ ሆንከው በቤቱ ገባህ በጠለት ፊት እራሱን ቀባህ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ነህ የአባት ልኩ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ወዳጅ ነህ የወዳጅ ልኩ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አልተውከኝም እስካሁን እድሜ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ተሸክመኸኛል ጥላ ሆነህ አጥሬ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 ላንተ ምስጋና ኧረ ብዙ ነው እኔ ቤት ና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ከተባለ ላንተ አምልኮ እንደ ዳዊት ነው ማመልክህ እኮ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ልክ እስከማይኖረኝ ገደብን እስካጣ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ሜልኮል እስክትታዘበኝ አምልኮዬ ዛሬም ይበዛል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