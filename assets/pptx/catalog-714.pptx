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Anten Anten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Mekashaw Kassa &amp; Tsebaot Engeda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አንተን አንተን ይላል ልቤ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 ወርቅም አይደለም ረሃቤ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ሳየው ነው ጥጋቤ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ከሁሉ የምትበልጥ ምርጫዬ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እርካታ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ይላል ልቤ (4x)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በልቶ ጠጥቶ ለብሶ ተሽሞንሙኖ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በየአደባባዩ ሚዛን ደፍቶ ቀኑ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 ግን ተራቁታ ከስታና መንምና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ቢሟሉም እርካታ ቢስ ሆና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የውጪው አይደለም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ቀዳሚው ናፍቆቴ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የፊትህ ብርሃን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ክብሬ ነው ድምቀቴ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ቁስ አይተካልኝም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አይሆነኝ እርካታ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ሁሌም አብርሆትህ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የዘመኔ ደስታ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አንተን አንተን ይላል ልቤ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 ወርቅም አይደለም ረሃቤ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ሳየው ነው ጥጋቤ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ከሁሉ የምትበልጥ ምርጫዬ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እርካታ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ይላል ልቤ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አልናፍቀውም የዚን ዓለም ክብር 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አልናፍቀውም ጠፊ ነው አውቃለሁ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አልናፍቀውም አንተን ትቶ መኖር ለአፍታ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አልናፍቀውም ዝርግፍ ጌጤ እኮ ነህ ጌታ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በየትኛውም ስፍራ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ልኑር ከአንተ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የሕይወቴ ቁም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ለአንተ ብቻ መኖር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ይብራልኝ በሕይወት ዘመኔ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ከምንም በላይ ክብሬ ነው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በሌለህበት አይሁን ኑሮዬ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መገኘትህ ውስጥ መሰማሪያዬ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ነፍስን ሊያስደስቷት ቢበሉ ቢጠጡ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በሹመኞች ወንበር ደግሞም ቢቀመጡ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ልጅ ፍላጐት መች በዚህ ይረካል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የያዘውን ጠግቦት ኋላ ሌላ ያምረዋል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የዚች ዓለም መልኳ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ጠፊ ነው ገብቶኛል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ውስጤም አይሳሳለት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ፍቅርህ በልጦብኛል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መኖር ከአንተ ጋራ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ከምንም ይበልጣል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የማያልፍ ምርጫ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አንተ ውለህልኛል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አንተን አንተን ይላል ልቤ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 ወርቅም አይደለም ረሃቤ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ሳየው ነው ጥጋቤ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ከሁሉ የምትበልጥ ምርጫዬ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እርካታ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ይላል ልቤ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