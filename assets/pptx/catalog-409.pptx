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Hulu Kentu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Hannah Alayou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ትልቅ ዕድል ነው እግዚአብሔርን መከተል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ከዛም ደሞ አልፎ ተርፎ እግዚአብሔርን ማገልገል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ከንቱ ዎዎዎ የከንቱ ከንቱ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ጠፊ ሄይ ሃላፊ ነው እግዚአብሔር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ማሰብ ግን እጅግ ጥበብ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ንጉሱ ዳዊት አንተን አገልግሎ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ሄደ አንቀላፋ ሩጫውን ጨርሶ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የኔም መሻት ምኞት ይሄ ነው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ልሂድ ልከማች ካባቶቼ ጋር አንተን አገልግዬ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ትልቅ ዕድል ነው እግዚአብሔርን መከተል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ከዛም ደሞ አልፎ ተርፎ እግዚአብሔርን ማገልገል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ከንቱ ዎዎዎ የከንቱ ከንቱ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ጠፊ ሄይ ሃላፊ ነው እግዚአብሔር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ማሰብ ግን እጅግ ጥበብ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የጭንቅ ቀናቶች ወዳንተ ሳይመጡ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የማያሰኙም አመታት ሳይደርሱ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ጨረቃና ፀሃይ ከቶ ሳይጨልሙ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ፈጣሪን አስብ ጊዜው ሳያልፍ ይልቅ ከውዲሁ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ትልቅ ዕድል ነው እግዚአብሔርን መከተል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ከዛም ደሞ አልፎ ተርፎ እግዚአብሔርን ማገልገል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ከንቱ የከንቱ ከንቱ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ጠፊ ሃላፊ ነው እግዚአብሔር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ማሰብ ግን እጅግ ጥበብ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ከንቱ የከንቱ ከንቱ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ጠፊ ሄይ ሃላፊ ነው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ማሰብ ግን እጅግ ጥበብ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ወንድሜ ሆይ ስማ አንድ ነገር ልንግርህ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ይበልጣል ከሁሉም ነገር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ወጣት ስማኝ አንድ ነገር ልንግርህ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ይበልጣል ከሁሉም ነገር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እህቴ ሆይ ስሚኝ የህይወት ቃል ልንግርሽ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ይበልጣል ከሁሉም ነገር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ከንቱ ዎዎዎ የከንቱ ከንቱ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ጠፊ ሃላፊ ነው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ማሰብ ግን እጅግ ጥበብ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