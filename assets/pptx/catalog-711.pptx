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Tentem Yeredagn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ለረዳኸኝ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እንደምትረዳኝ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ሁሌም እንደምትረዳኝ አውቃለሁ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ስለዚህ አመሰግንሃለሁ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ስለዚህ አመሰግንሃለሁ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ታምኜብህ በአንተ ሩጫዬን እቀጥላለው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የሚያቅተኝ ምንድን ነው እንዳልከኝ እሆናለው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አንተን ይዣለሁ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ከዓለም ዕዳ ልውጣ በዚያው ቀን የምትጠብቀኝ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እንደተናገርክ ጌታ እንዲሁ አደረክልኝ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እውነትህ ነው አዕምሮዬን ሰላምህ ገዛኝ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እውነትህ ነው አዕምሮዬን ተቆጣጠረኝ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ለረዳኸኝ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እንደምትረዳኝ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ሁሌም እንደምትረዳኝ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ስለዚህ አመሰግንሃለሁ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እወጣዋለው እንዴትስ አልፈዋለሁ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ባልኩት ነገር ውስጥ የአንተን ትልቅነት አየሁ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እውነትህ ነው አዕምሮዬን ሰላምህ ገዛኝ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እውነትህ ነው አዕምሮዬን ተቆጣጠረኝ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ተራራና ዝቅታ በሕይወቴ ሲያልፉብኝ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እንደወጣሁት ፈጽሞ አልታወቀኝ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እውነትህ ነው አዕምሮዬን ሰላምህ ገዛኝ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እውነትህ ነው አዕምሮዬን ተቆጣጠረኝ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ማዕበልና ወጀቡ ሲያናውጡብኝ መርከቡን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ተነሳ ገሰጸው አፈረሰበት ሃሳቡን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ወግድ ቁም አለው ቆመ ነገሩ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ስለያዘው አያሰጥመውም አለው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ክብር በታች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ጸንተህ ለምትኖር ለእግዚአብሔር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ክብር (4x)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የዜማ ዕቃ ይምጣ ሁሉም ለእርሱ ይሁን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አናግሩት መሰንቆውን ደርድሩት በገናውን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ክብር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ክብር (12x)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