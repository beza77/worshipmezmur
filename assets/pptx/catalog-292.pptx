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Yesew Feqer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(7x) ፍቅር (7x)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ዛሬ አብቦ ታይቶ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የማይጠፋ መስሎ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አብቦ ይረግፋል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ደምቆ እንደበራ በድንገት ይጠፋል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ግን እኛ 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የምናውቀው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የዘለዓለሙን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(7x) ፍቅር (7x)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በቃል ድርዳሬ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አንደኛው በወሬ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ከቃላት አያልፍም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ተግባር ላይ ሲያመጡት በአጠገቡ አያልፍም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ለኛ ግን ለኛ 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የምናውቀው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ተግባሩን አይተን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ለኛ ግን እኛ ግን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የምናውቀው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መስቀል ላይ ወጥቶ ነው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(7x) ፍቅር (7x)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ከተነካ ጥቅሙ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ይጠፋል አቅሙ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የወደደ ይመስላል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(የሰው ፍቅር) ከመጥላት ከማጥፋት መቼ ይመለሳል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እኛ ግን እኛ ግን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ፍቅርን የምናምነው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ወዶ አድኖን ነው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(7x) ፍቅር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ፍቅር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