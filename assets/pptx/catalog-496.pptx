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Asdenaqi Neh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ታላቅነትና ሀይል ክብርም ድልና ግርማ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ኣንተ በሁሉ ላይ ከፍ ከፍ ያልህ ራስ ነህና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አስደናቂ ነህ አስገራሚ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በዘመናት መሃል የለም ሚመስልህ5X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ክቡርና ክብር ያለው ባለግርማ የተቀደሰ ነው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የተቀደሰ ነው4x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ባንተ እደነቃለሁኝ ዝምብዬ3x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ባንተ እገረማለሁኝ ጌታዬ3x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ጌታዬ3x ኢየሱሴ3x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