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Endih Yarekelegn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ግዑዝ እንኳን ያመልክሃል የማያውቅህ የአንተን ፍቅር እንኳን ቀምሶ ያጣጣመህ እንደ እኔ አይነት ፍጡር (3x)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የሚያውቅህ ነው የሚያውቀው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ፍቅር የገባው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እህል ውሃ ማያሰኘው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ሌላ አያምረው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ግዑዝ እንኳን ያመልክሃል የማያውቅህ የአንተን ፍቅር እንኳን ቀምሶ ያጣጣመህ እንደ እኔ አይነት ፍጡር (3x)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ያየሁትን አይቼ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አፌን ሞልቼ ምዘምረው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ሊካድ የማይቻል እውነትህ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ማርኮ አስቀርቶኛል ያ ፍቅርህ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ግዑዝ እንኳን ያመልክሃል የማያውቅህ የአንተን ፍቅር እንኳን ቀምሶ ያጣጣመህ እንደ እኔ አይነት ፍጡር (3x)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ማለት እንዴት ያስችለኛል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ፍቅር ግድ ይለኛል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ለቀየረው ለርሱ የኔን ሕይወት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በላይ ምነው በሆንኩለት (2x)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ግዑዝ እንኳን ያመልክሃል የማያውቅህ የአንተን ፍቅር እንኳን ቀምሶ ያጣጣመህ እንደ እኔ አይነት ፍጡር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