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Awejalehu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አውጃለሁ ዛሬ ታላቅነቱን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አውጃለሁ ዛሬ አምላክነቱን (4x)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ነዉ ትልቅ ከሚመስለው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ኃያል ነዉ ኃያል ከሚመስለው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 ነው ብርቱ ከሚመስለው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ጌታ ከሚመስለው በላይ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የሚበልጥ አንድ ነገር አላውቅም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እንደዚህ ነው አንደዚያ ነው አልልም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እርግጠኛ ነኝ አንድ ነገር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የማምልከው አምላክ ከዚህ ሁሉ በላይ ነው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በላይ በላይ በላይ (4x)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አውጃለሁ ዛሬ ታላቅነቱን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አውጃለሁ ዛሬ አምላክነቱን (4x)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ነህ ትልቅ ነህ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ነዉ ትልቅ ከሚመስለው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ኃያል ነዉ ኃያል ከሚመስለው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ብርቱ ነው ብርቱ ከሚመስለው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ነው ጌታ ከሚመስለው በላይ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ከእግዚአብሔር የሚበልጥ አንድ ነገር አላውቅም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ይህ እንደዚህ ነው አንደዚያ ነው አልልም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እርግጠኛ ነኝ አንድ ነገር አውቃለሁ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የማምልከው አምላክ ከዚህ ሁሉ በላይ ነው (2x)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በላይ በላይ በላይ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