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Egziabhier Teleq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Hillina Kassahun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ችግር ምንድን ነው ከሙላትህ ፊት ሲቆም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ጭንቀት ምንድን ነው ከሰላምህ ፊት ሲቆም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ድካም ምንድን ነው ከጉልበትህ ፊት ሲቆም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ማጣት ምንድን ነው ከዙፋንህ ፊት ሲቆም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ይሟሟሉ ይቀልጣሉ መገኘትህን ሲረዱ የከበዱት ዙፋን ስጡኝ ያሉ ለቀው ሄዱ እያፈሩ 2x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ትልቅ 4x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ከተራራው በላይ ትልቅ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ከከበደው በላይ ትልቅ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ከነገሩኝ በላይ ትልቅ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ከችግሩ በላይ ትልቅ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መንፈስ ቅዱስ ትልቅ 4x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ከጨነቀኝ በላይ ትልቅ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ከነገሩኝ በላይ ትልቅ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ከሰበክነው በላይ ትልቅ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ካመለኩት በላይ ትልቅ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የሰልፉ አለቃ ብቻህን ምትገዛ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ምድርን ፍጥረትን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በቃልህ ያጸናህ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2x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ዕድሜ ማይወጣልህ ኃይልህ አይለካ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ምሽግ መጠለያ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ክንድህ የበረታ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2x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ገብተህ በእኔ ጓዳ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2x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ኧረ ለምን ልፍራ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መንፈስ ቅዱስ ትልቅ 4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ከጨነቀኝ በላይ ትልቅ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ከነገሩኝ በላይ ትልቅ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ከሰበክነው በላይ ትልቅ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ካመለኩት በላይ ትልቅ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ምህረትህ ጎትቶኝ ማደሪያህ ገብቼ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እንደሰም እቀልጣለሁ ሸክሜን/ችግሬን እረስቼ 2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የፊትህ ብርሀን የህልወናህ ሙቀት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እንደገና አሸንፎኝ ሰመጥኩ/ቀረሁ ባለህበት 2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ነፍስም አልቀረልኝ 2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ፍቅርህን/እራስህን እፍስሰህብኝ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እግዚያብሔር ትልቅ 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