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Alferam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አልፈራም ነገን አልፈራውም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ሁኔታን አልፈራም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ዮርዳኖስ ቢያጓራ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ጌታ አለ ከእኔ ጋራ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ተማምኜ ወጣሁ በጌታዬ ጉልበት በጉልበት በጉልበት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የፈራሁት ተመታ በድንገት በድንገት በድንገት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ንጉስ መጣ ቢባል የማይፈራ ማነው ማነው ማነው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የጌትዬ ግርማ ከዚህ ሁሉ በላይ ነው በላይ ነው በላይ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ነው በላይ ነው 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አልፈራም ነገን አልፈራውም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ሁኔታን አልፈራም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ዮርዳኖስ ቢያጓራ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ጌታ አለ ከኔ ጋራ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ቀይ ባህር ለሁለት ተከፈለ ቆመ አዎ ተከፈለ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እስራኤል በደረቅ በድል ተሻገረ አዎ ተሻገረ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ሲሰራ የሚከለክል ማነው ማነው ማነው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ሚተክል ሚነቅል የሚያፈርስ እሱ ነው አዎ እርሱ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ነው እርሱ ነው 4x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አልፈራም ነገን አልፈራውም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ሁኔታን አልፈራም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ዮርዳኖስ ቢያጓራ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ጌታ አለ ከእኔ ጋራ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ተማምኜ ወጣሁ በጌታዬ ጉልበት ጉልበት በጉልበት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የፈራሁት ተመታ በድንገት በድንገት በድንገት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ንጉስ መጣ ቢባል የማይፈራ ማነው ማነው ማነው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የጌትዬ ግርማ ከዚህ ሁሉ በላይ ነው በላይ ነው በላይ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ነው በላይ ነው 4x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አልፈራም ነገን አልፈራውም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ሁኔታን አልፈራም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ዮርዳኖስ ቢያጓራ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አልፈራም ጌታ አለ ከእኔ ጋራ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