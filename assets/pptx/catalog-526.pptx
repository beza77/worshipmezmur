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Gerum Neh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ግን አንተ ግሩም ነህ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ግሩም ነህ አንተ ግሩም (4x)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ግሩም ነህ ግሩም(4x)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ድንቅ ነህ ድንቅ ነህ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ግሩም ነህ ግሩም ነህ (x2)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ግሩም ነህ አንተ ግሩም (x4)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አንተ(6x)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ግሩም ነህ ግሩም (x2)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ግሩም ነህ ግሩም (x2)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ግሩም ነህ ግሩም (x2)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ግሩም ነህ አንተ ግሩም (x4)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ከምድር ጫፍ እስከ ጫፍ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ከዳር እስከ ዳር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ይወራል ይወራል የአንተ ነገር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ይወራል ይወራል የአንተ ነገር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ሁሉም በየጓዳው ይደነቅብሃል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አንገቱን ነቅንቆ ወይ አንተ ይልሃል (2x)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ድንቅ ነህ ድንቅ ነህ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ድንቅ ነህ ድንቅ ነህ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ድንቅ ነህ ድንቅ ነህ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ግሩም ነህ ግሩም ነህ (x2)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እንዴት ድንቅ ነህ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እንዴት ግሩም ነህ (3x)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እንዴት ድንቅ ነው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እንዴት ግሩም ነው (2x)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ታምራቱ ማለቂያ የለው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ድንቁስ እንዴት እንዴት ድንቅ ነው (2x)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ግን አንተ ግሩም ነህ (2x)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ግሩም ነህ አንተ ግሩም 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