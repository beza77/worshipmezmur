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Enkuan Des Alachehu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ስላደረሰህ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አለሽ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ስላደረሰሽ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አለሽ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አላቹህ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ስላደረሳቹህ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አላቹህ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ይመታ ከበሮ 2x አሳምሮ 2x ላቆማቸው አብሮ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ይደርደር በገና 2x እንደገና 2x ለሆነው ገናና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እናመስግን ዛሬ 2x በዝማሬ 2x የድል ቀን ነው 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የታለ ዕልልታ 2x ለዚህ ጌታ 2x ለጌቶቹ ጌታ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ጋብቻህ 3x ለጐረቤት ያብራ አይሁን ለብቻህ ጋብቻህ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ጋብቻሽ 3x ለጨለማው ያብራ አይሁን ለብቻሽ ጋብቻሽ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ስላደረሰህ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አለሽ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ስላደረሰሽ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አለሽ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አላቹህ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ስላደረሳቹህ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አላቹህ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ይመታ ከበሮ 2x አሳምሮ 2x ላቆማቸው አብሮ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ይደርደር በገና 2x እንደገና 2x ለሆነው ገናና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እናመስግን ዛሬ 2x በዝማሬ 2x የድል ቀን ነው 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የታለ ዕልልታ 2x ለዚህ ጌታ 2x ለጌቶቹ ጌታ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ጋብቻህ 3x ለጐረቤት ያብራ አይሁን ለብቻህ ጋብቻህ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ጋብቻሽ 3x ለጨለማው ያብራ አይሁን ለብቻሽ ጋብቻሽ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ስላደረሰህ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አለሽ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ስላደረሰሽ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አለሽ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አላቹህ 2x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ለዚህ ቀን ስላደረሳቹህ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ደስ አላቹህ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