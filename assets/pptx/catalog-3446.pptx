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Eneko Yante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Lealem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“እኔኮ ያንተ”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 ከእንጀራ ይልቅ ያጠግባል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 እንደጠል ይንጠባጠባል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ሰላምህ ይፈሳል እንደጅረት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አረስርሶታል የኔን ህይወት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አስችሎት ጨክኖ አንጀቴ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የሌለህበት አይውል ህይወቴ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እያለከለከ በፍቅርህ ፈረስ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መጣልህ ያለህበት ድረስ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ልቤ ጨክኖ, ኧረ እንዴት ይረሳሃል, አንተ የሌለህበት, ወዴትስ ውሎ ያድራል?, እንዴት ልቤ ጨክኖ, ኧረ እንዴት ይረሳሃል, ጌታ የሌለህበት, ወዴትስ ውሎ ያድራል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እኮ ያንተ ጥገኛ ነኝ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እኮ የፍቅርህ ምርኮኛ ነኝ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እኮ ያንተ ጥገኛ ነኝ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እኮ የፍቅርህ ምርኮኛ ነኝ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ማርና ወተቷ ከቶ ለምኔ?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ከሌለህ በከንዓኔ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 ገበታ የአንተ ፊት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የህይወትን ማዕድ ምጠግብበት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እኔኮ ያንተ ....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ወጉ ደርሶት አየሩም የሚተነፈሰው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ወግ አግኝቶ ፍጥረትም የሚንቀሳቀሰው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ባንተ መኖር እኮ ነው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ይሁን ብለህ ነው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መውጣት መግባቴ መንቀሳቀሴ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ትርጉም አገኘ በኢየሱሴ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እንደዘምባባ ፃድቅ ሚያፈራው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በየገባበት አንተን ይዞ ነው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