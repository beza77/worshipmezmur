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Masreshiyayie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ሃዘኔን የረሳሁብህ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ይዤህ ወጥቼ ያላፈርኩብህ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ለቅሶዬን የረሳሁብህ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ይዤህ ወጥቼ ያላፈርኩብህ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ማስረሺያዬ (3x) ማስረሺያዬ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ማስረሺያዬ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እናት ከእናትም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ከአባትም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ልበለው ኧረ ማን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ማን ልበለው ኧረ ማን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ወንድም ጋሼ አልኩት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መከታዬ አልኩት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ተመቸኛ ኢየሱስ የነገሥታት ንጉሥ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ሳለቅስ የደረሰ እንባዬን የአበሰ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 ሲርቁኝ እኔ አለሁልህ 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ጉድጓዱን አሻገረኝ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ከመንገድ ላይ አነሳኀኝ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ያለእድሜዬ አከበርከኝ ሰው አደረከኝ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ከትልልቅ ሰዎች ጋራ አደባለከኝ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እድሜዬ አይፈቅድልኝ ጊዜም አይፈቅድልኝ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ሁኔታው አይፈቅድልኝ ዕውቀቴ አይፈቅድልኝ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ያደረከኝ አንተ ነህ ሰው ያደረከኝ (4x)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እድሜዬ አይፈቅድልኝ ጊዜም አይፈቅድልኝ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ሁኔታው አይፈቅድልኝ ዕውቀቴ አይፈቅድልኝ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ምን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