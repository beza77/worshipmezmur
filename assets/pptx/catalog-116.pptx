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Tichewalew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ትቼዋለሁ ሃሳቤን ባንተ ላይ እጥላለሁ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ትቼዋለሁ ጭንቀቴን ባንተ ላይ እጥላለሁ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ምታስብልኝ አምላኬ በሰማይ አለህልኝ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ምታስብልኝ ጌታዬ በሰማይ አለህልኝ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ለቀኑ ክፋቱ ይበቃዋል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የእኛ ጭንቀት ምን ይረባናል?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 ስለ እኛ ያስባልና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ሃሳብን በሱ ላይ እንጣል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ትቼዋለሁ ሃሳቤን ባንተ ላይ እጥላለሁ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ትቼዋለሁ ጭንቀቴን ባንተ ላይ እጥላለሁ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ምታስብልኝ አምላኬ በሰማይ አለህልኝ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ምታስብልኝ ጌታዬ በሰማይ አለህልኝ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የሰማይ ወፎች ከቶ አይዘሩም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አጭደው በጎተራ አይከምሩም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የሰማይ ጌታ ይመግባቸዋል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ከነሱ ይበልጥ ይወደናል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ትቼዋለሁ ሃሳቤን ባንተ ላይ እጥላለሁ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ትቼዋለሁ ጭንቀቴን ባንተ ላይ እጥላለሁ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ምታስብልኝ አምላኬ በሰማይ አለህልኝ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ምታስብልኝ ጌታዬ በሰማይ አለህልኝ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አስበህልኝ ከላይ ወርዳሃል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ነፍስህን ስለኔ ሰጥተሀል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ያስጨነቀኝ ጠላት ጥለህልኛል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ልቤንም በሰላም ሞልተሀል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ትቼዋለሁ ሃሳቤን ባንተ ላይ እጥላለሁ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ትቼዋለሁ ጭንቀቴን ባንተ ላይ እጥላለሁ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ምታስብልኝ አምላኬ በሰማይ አለህልኝ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ምታስብልኝ ጌታዬ በሰማይ አለህልኝ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