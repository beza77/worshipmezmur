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Benie 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የበላይ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ትርጉም አይገኝም ስለእርሱ ምህረት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ፈጽሞም አያልቅም ቢባል ቢባልለት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ልገልጸው አልችልም እኔም አቅቶኛል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ምህረቱ እጅግ በዝቶልኛል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ምህረቱ ነው የበላይ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ከተወለድኩበት እስክ አሁን ቀን ድረስ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በዚህች በምድር ላይ ቆሜ ስመላለስ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በህይወቴ ዘመን የበዛው ጥበቃ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አሳረፋት ምሳቀቋ በቃ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ጥበቃው ነው የበላይ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ለውድ ድር ብዬ ፍቅሩን አላቀርብም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የአምላክ ፍቅር ከሰው ምድቡም አይግጥምም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ይእርሱስ የተለየ መውደዱም ልዩ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ብእኔ ላይ የበላይ የአምላኬ ፍቅር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የኢየሱስ ፍቅር ነው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ነው የበላይ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ቆጥቦ ሰስቶ ወስኖ አይሰጠኝም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ነውና እርሱ ደጅ አያስጠናኝም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ለህይወቴ ዘመን የሚያስፈልገኝን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በኔ ላይ ይሞላል ቸር ነው አይነሳኝም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ነው አይነጥቀኝም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ቸርነቱ ነው የበላይ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ከሞትና ሲዖል ወጣሁ ከሰቀቀን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ተደላደልኩ ጌታን ያገኘሁ ቀን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በህይወት መዝገብ ላይ ስሜን አሰፈረ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ሰይጣን ላያገኘኝ ዘላልም አፈረ ዘላለም ከሰረ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 ነው የበላይ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