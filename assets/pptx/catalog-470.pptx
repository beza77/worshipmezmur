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Seytan Weshetun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ፀሐይ ዘምበል ብላ አመሻሹ ላይ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ችግሬ እያለ ሚነጋ መሰለኝ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አምላኬ ሰምቷል ጠላቴ እየዛተ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የተዘጋጋው በር አውቆ ተከፈተ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ሰይጣን ውሸቱን ነው 2x ትሞታለህ ያለው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እውነቱን ነው 3x አትሞትም ያለው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በሞትና በእኔ አንድ እርምጃ ቀርቶ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ረዳኝ አትበል ከረፈደ መጥቶ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አምላክህ ሲነሳ ሲያንጐዳጉድ ከላይ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መከራህ በጓዳ ክብርህ በአደባባይ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ይደርደር ይደርደር በገና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 ቀጠለልኝ ይገባዋልና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ምሥጋና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ፈሮን ከሁአላ ቀይ ባሕር ከፊት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ግብጽ አይመለሱም ኢየሱስ ኢየሱስ ብለው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በአራቱም አቅጣጫ ሞት እየቸኮለ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የገዳዬ ገዳይ ከሰማይ ብቅ አለ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ሰይጣን ውሸቱን ነው 2x ትሞታለህ ያለው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እውነቱን ነው 3x አትሞትም ያለው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ይደርደር ይደርደር በገና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 ቀጠለልኝ ይገባዋልና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ምሥጋና 4x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