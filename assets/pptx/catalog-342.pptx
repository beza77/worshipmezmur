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Temechegnaleh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ኢየሱስ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ከእናት ማህፀን እስከ ሽመግልና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ምተሸከም አምላክ ቃልህን ማታፈርስ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ነው ፍቅርህ የሱስ ያለ እንከን የሆነ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የኽው ተስፋ ያለው ሠው አረከኝ ህይወቴ ሰከነ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ትመቸኛለህ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ኢየሱስ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ሣለሁኝ ከአለም ተለይቼ ልኖር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ከንቱ እንደሆነ አውቄ የዚህች ምድር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ስበረታ በህይወት መንገድ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ክንዶች ያሣረፈኝ የደላኝ የለም ካንተ በላይ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ትመቸኛለህ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ኢየሱስ (4x)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ሳልወድ ወይም ሣልሮጥ ምህረትን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አርክተሀት ልዩ ሰው ሆኜአለሁ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መቅበዝበዜ አሣዝኖህ ፈልገህ አግኝተኽኝ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እንዳይጠማኝ የሕይወትን ውሃ አጠጣኽኝ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ትመቸኛለህ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ኢየሱስ (4x)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ፍሰሀ አምላኬና አባቴ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መቼም የማትተወኝ ማገኝህ ከጐኔ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ሲያከብርህ በሚችለው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የአካል ክፍሎቼ ተባብረው በደስታ ያመልካሉ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ትመቸኛለህ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ትመቸኛለህ ኢየሱስ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