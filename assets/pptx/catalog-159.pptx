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Feqer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ተጨነቀ ተሰቃየ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አፉን አልከፈተም ዝም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ታረደ እንደ በግ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የእኔን ነፍስ ሊታደግ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የእኔን ነፍስ ሊታደግ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ተጨነቀ ተሰቃየ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አፉን አልከፈተም ዝም አለ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ታረደ እንደ በግ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የእኔን ነፍስ ሊታደግ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የእኔን ነፍስ ሊታደግ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አስባለሁ ፍቅሩን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እስበዋለሁ ፍቅሩን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የኢየሱሴን የእውነተኛውን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አስባለሁ ፍቅሩን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እስበዋለሁ ፍቅሩን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የኢየሱሴን የእውነተኛው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የህማም ሰው ሆነ በደዌ ተመታ ፍቅር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በግ ተነድቶ እንዳልሆነ ጌታ ለእኔ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እሾሁን ጅራፉን እለፋውን ቻለ ፍቅር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መስቀል ተሸክሞ ደፋ ቀና እያለ ለእኔ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የእግዚአብሔርን ፈቃድ በእጁ ሊከውን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ከነፍሱ ድካም ሊያይ ብርሃንን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ታግሶታል አቤት ኢየሱሴ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በጸሎት በእንባ ታክብረው ነፍሴ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እሰከሞቱ ሰው ወደደ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እስከ መስቀል ሞት ሰው ወደደ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በላቸው በሎ እየማለደ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እሰከሞቱ ሰው ወደደ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እስከ መስቀል ሞት ሰው ወደደ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ይቅር በላቸው በሎ እየማለደ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ኤሎሄ ኤሎሄ እያለ ተጣራ ፍቅር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እንደማይችል እራሱን ባዶ አደረገና ለኔ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ወንጀለኛ እየተዘለፈ ፍቅር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ሃጥያተኞች ነፍሱን አሳለፈ ለኔ ነው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የእግዚአብሔርን ፈቃድ በእጁ ሊከውን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ከነፍሱ ድካም ሊያይ ብርሃንን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ታግሶታል አቤት ኢየሱሴ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በጸሎት በእንባ ታክብረው ነፍሴ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