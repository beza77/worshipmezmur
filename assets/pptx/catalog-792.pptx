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Elef Elef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Mesfin Gutu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እልፍ እልፍ እያልኩኝ ልሂድ እንጂ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ይከፈታል በፊቴ ያ ደጅ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ይከፈታል በፊቴ ያ ደጅ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4x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ተሰብሮ አየሁኝ የናሱ ደጅ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ልሂድ ልራመድ የለኝ ከልካይ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ገና እሄዳለሁ ጨለማውን ጥሼ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እሻገራለሁ ሁሉን ረትቼ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እልፍ እልፍ እያልኩኝ ልሂድ እንጂ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ይከፈታል በፊቴ ያ ደጅ 2x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ይከፈታል በፊቴ ያ ደጅ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4x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አልሸበር አልፈራው ያ ጠላቴን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ከቦት የለም እሳቱ ማደሪያዬን 2x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ከቦት የለም እሳቱ ማደሪያዬን 4x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እልፍ ብዬ ጉድጓድ ቆፈርኩኝ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የኋላውን ትቼ የፊቴን ያዝኩኝ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እልፍ በማለት ሚገኘው ደስታ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ለኔስ ሆነልኝ ከፍ በል ጌታ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እልፍ እልፍ እያልኩኝ ልሂድ እንጂ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ይከፈታል በፊቴ ያ ደጅ 2x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ይከፈታል በፊቴ ያ ደጅ4x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መሸ ነጋ አትልም አንተ ስትሰራ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ጨለማ አይዝህ እየሱስ የኔ ጀግና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የይሁዳ አንበሳ የጌቶቹ ጌታ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የትንሳዔው ንጉስ የሱስ የኔ አለኝታ 2x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የኔ አለኝታ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ለቆልኛል ከአርያም መንፈሱን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አፈሰሰው ጌታዬ ቅባቱን 2x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አፈሰሰው ጌታዬ ቅባቱን 4x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መሸ ነጋ አትልም አንተ ስትሰራ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ጨለማ አይዝህ እየሱስ የኔ ጀግና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የይሁዳ አንበሳ የጌቶቹ ጌታ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የትንሳዔው ንጉስ የሱስ የኔ አለኝታ 2x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የኔ አለኝታ የኔ አለኝታ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የኔ አለኝታ ኦ የኔ አለኝታ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የኔ አለኝታ ኢየሱስ የኔ ጌታ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የኔ አለኝታ ኦ የኔ አለኝታ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የኔ አለኝታ ኢየሱስ የኔ አለኝታ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