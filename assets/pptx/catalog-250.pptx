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Enkuan Des Alachehu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ለዚህ ቀን ስላደረሰህ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አለሽ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ለዚህ ቀን ስላደረሰሽ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አለሽ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አላቹህ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ለዚህ ቀን ስላደረሳቹህ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አላቹህ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ይመታ ከበሮ (2x) አሳምሮ (2x) ላቆማቸው አብሮ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ይደርደር በገና (2x) እንደገና (2x) ለሆነው ገናና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እናመስግን ዛሬ (2x) በዝማሬ (2x) የድል ቀን ነው 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የታለ ዕልልታ (2x) ለዚህ ጌታ (2x) ለጌቶቹ ጌታ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ጋብቻህ (3x) ለጐረቤት ያብራ አይሁን ለብቻህ ጋብቻህ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ጋብቻሽ (3x) ለጨለማው ያብራ አይሁን ለብቻሽ ጋብቻሽ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ለዚህ ቀን ስላደረሰህ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አለሽ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ለዚህ ቀን ስላደረሰሽ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አለሽ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አላቹህ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ለዚህ ቀን ስላደረሳቹህ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አላቹህ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ይመታ ከበሮ (2x) አሳምሮ (2x) ላቆማቸው አብሮ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ይደርደር በገና (2x) እንደገና (2x) ለሆነው ገናና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እናመስግን ዛሬ (2x) በዝማሬ (2x) የድል ቀን ነው 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የታለ ዕልልታ (2x) ለዚህ ጌታ (2x) ለጌቶቹ ጌታ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ጋብቻህ (3x) ለጐረቤት ያብራ አይሁን ለብቻህ ጋብቻህ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ጋብቻሽ (3x) ለጨለማው ያብራ አይሁን ለብቻሽ ጋብቻሽ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ለዚህ ቀን ስላደረሰህ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አለሽ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ለዚህ ቀን ስላደረሰሽ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አለሽ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አላቹህ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ለዚህ ቀን ስላደረሳቹህ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ደስ አላቹህ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