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Eyesus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Abenezer Legese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አልቻልኩም እኔ ስለ ኢየሱስ ዝም ማለት ኧረ እኔ አልቻልኩም እኔ ስለ ኢየሱስ ዝም ማለት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አመስግን ይለኛል ውስጤ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 ዘምር ይለኛል ውስጤ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አምልከው ይለኛል ውስጤ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ውለታ አለብህ ይለኛል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መች ያስችለኛል x2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አለ ዕልልታ x4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የማሰማው ለጌታ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አለ ምሥጋና x4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የምዘምርው ገና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ነብሴ አጥንቴ ዉስጥ ይሰማኛል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የሱስ ሲባል ውስጤ ይዘላል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አልችል እኔ ዝም ማለት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ሲመለክ ቆሞ ማየት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በውስጡ እያቃጠለው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ይውጣልኝ የሚል ውስጤ ያለው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እንደኔ ያለ ከቶ ያልቻለ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ይበል እየጮኸ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x3 ኢየሱስ x3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ነደደ - ኢየሱስ x3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በፍቅሩ ብዛት - ኢየሱስ x3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አያሰኝ - ኢየሱስ x3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ያረገልኝ - ኢየሱስ x3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በአብ ልክ ያለ ልኡል አምላክ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የጌቶች ጌታ ሀያል ንጉስ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አእላፍ መላክት ሚሰግዱለት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ዙፋኑ ፅኑ መይናወጥ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ታድያ ይሄ ጌታ ሰዉ ሲሆን ወርዶ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ሀጥያቴን ሲሽር በመስቀል ሞቶ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ስፍራ ሲያስቀምጠኝ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 ይሄ ነው ያላስቻለኝ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x3 ኢየሱስ x3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ከሙታን መንደር - ኢየሱስ x3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ስሜን ሰረዘው - ኢየሱስ x3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በህያዋን አገር - ኢየሱስ x3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ፃፈው - ኢየሱስ x3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x4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ያከበረኝ ሰው ያረገኝ እመሰክራለው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x4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ያከበረኝ ሰው ያረገኝ እመሰክራለው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አለ ዕልልታ x4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የማሰማው ለጌታ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አለ ምሥጋና x4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የምዘምርው ገና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