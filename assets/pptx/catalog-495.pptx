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Ante Tebekanyaleh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ትበቃኛለህ የእኔ ጌታ”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በዘማሪት ቃልኪዳን ጥላሁን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እንታነጽበት ዘንድ አቅራቢ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ወንድም ሶካ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ትበቃኛለህ የእኔ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ምንስ ያሻኛል?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ትበቃኛለህ ጌታዬ ሆይ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ምንስ ያሻኛል?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[እግዚአብሔር አለልኝ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እኔ]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በእረፍት ውኃ ዘንድ ሁሌ የሚመራኝ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በለመለመው መስክ እረፍት የሚሰጠኝ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ነፍሴን የሚመልስ እኔን የሚረዳኝ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የዘለዓለም አምላክ እግዚአብሔር አለልኝ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ትበቃኛለህ……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እኔ /2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አለልኝ 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የሱሴ አለልኝ 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እኔ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ሳዝን የሚያጽናናኝ አይዞሽ የሚለኝ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ከጎኔ እየሆነ የሚያበረታኝ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የማይለወጥ ሁሌ ያው የሆነው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ከራሱ አስበልጦ ሰውን የሚወደው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እኔ /2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አለልኝ 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የሱሴ አለልኝ 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እኔ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ትበቃኛለህ……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አለልኝ …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አለልኝ 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የሱሴ አለልኝ 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እኔ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ለነፍሴ ጥያቄ ጥሩ መልስ የሆነው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ከጎና ቸር ሆኖ ልቤን ያሳረፈው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ካለልኝ ምን ያስፈልገኛል?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የእርሱ ሕልውና ለእኔ ይበቃኛል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ትበቃኛለህ……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አለልኝ 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አለልኝ 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የሱሴ አለልኝ 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እኔ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አለልኝ 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አለልኝ 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የሱሴ አለልኝ 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እኔ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