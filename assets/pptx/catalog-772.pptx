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Yetesewah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የተሰዋህ የእግዚአብሔር በግ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የሞትክልኝ አምላኬ ሆይ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ጭንቀት ጣርህ ለነፍሴ ይታይ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ውጦኝ ሳለሁ ተጨንቄ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በድቅድቅ ጨለማ ውስጥ ወድቄ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ሳላስበው ድንገት ኢየሱስ ጠርቶኝ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የሕይወትን ውኃ አፈሰሰልኝ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የተሰዋህ የእግዚአብሔር በግ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የሞትክልኝ አምላኬ ሆይ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ጭንቀት ጣርህ ለነፍሴ ይታይ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የኀጢአት ሸክም እጅግ ጀብዶብኝ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አጥቼ የሚረዳኝ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ድንገት ደርሶልኝ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ከድካሜ ሁሉ አሳረፈኝ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የተሰዋህ የእግዚአብሔር በግ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የሞትክልኝ አምላኬ ሆይ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ጭንቀት ጣርህ ለነፍሴ ይታይ (2x)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በሰይጣን ሰንሰለት ታስሬ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ወደገሃነም እሳት ሳመራ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ለእኔ ዋስ ሆኖ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አወጣኝ ከዚያ መከራ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የተሰዋህ የእግዚአብሔር በግ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የሞትክልኝ አምላኬ ሆይ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ጭንቀት ጣርህ ለነፍሴ ይታይ (2x)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አልነበረኝም ከቶ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ከሲኦል ውስጥም ለመውጣቴ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 ለእኔ ሞቶ አዳነኝ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ያየዋሁ ቸሩ አባቴ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የተሰዋህ የእግዚአብሔር በግ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የሞትክልኝ አምላኬ ሆይ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ጭንቀት ጣርህ ለነፍሴ ይታይ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