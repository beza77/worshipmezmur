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Feqer Malet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አልሳሳ በልጅህ ሲመጣ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አልቀስ የቁጣህን መጠን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ላጠፋሁት ክፉ ላደረኩት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ሰዋኸው ቅዱሱን ሃጥያት ያላየውን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 ፍርድን ሲወስድ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ያዞርከው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አስበኸኝ ነው ወደኸኝ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መርጠኸኝ ነው አውቀኸኝ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ራርተህልኝ ነው አዝነህልኝ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ሳስተህልኝ ነው አፍቅረኸኝ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ሲጀመርም ሲጨረስ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ሲጀመርም ሲጨረስ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ፍቅር ነህ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 ነህ ክፉ ላሰበብህ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ትራራለህ ልቡን ላዞረብህ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እየዘበቱብህ እያሾፉብህ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ስራቸውን አያውቁም የሚያደርጉትን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ምሕረት አርግላቸው ብለህ የጸለይክ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ልዩ ነህ የተለየህ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ፍቅርህ አቤት ምሕረትህ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ውብ ነህ የተለየህ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በጐነትህ አቤቱ ፍቅርህ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ሲጀመርም ሲጨረስ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ሲጀመርም ሲጨረስ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ፍቅር ነሀ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ምሕረትህ ለዓለም ሁሉ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ነው በየጥዋቱ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ሃጥያትን ለሰሩ ለበደሉ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 ይዘረጋል ለያንዳንዱ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የትላንቱን እረስተህ እንዳጠፉ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ምሕረትህ ብዙ በጐነትህ ብዙ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ብዙ ቸርነትህ ብዙ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ትህትናህ ብዙ ርህራሄህ ብዙ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ትዕግሥትህ ብዙ መውደድህ ብዙ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ሲጀመርም ሲጨረስ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አንተ ነሀ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ሲጀመርም ሲጨረስ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ፍቅር ነሀ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