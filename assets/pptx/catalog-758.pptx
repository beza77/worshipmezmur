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Egziabhier Merkuachenen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Meseret Tsegie &amp; Endalkachew Kidanewold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ምርኳችንን በመለሰልን ጊዜ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እጅግ ደስተኞች ሆንን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ሃሴትንም ደስታንም ተሞላን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 ይሁን ሃሌሉያ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 ይሁን ለዘለዓለም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 ለእግዚአብሔር በሰማያት ሰማያት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 ይገባዋል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ታላቅ አምላክ ምህረቱ ለዘለዓለም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 ይሁን ሃሌሉያ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ክብር ይሁን ለዘለአለም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