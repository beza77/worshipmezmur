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Yalemehereteh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Kalkidan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ያለምህረትህ ምን አለኝ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ያለ ይቅርታህ ምን አለኝ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አለኝ ጌታዬ ሆይ 4x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ያለምህረትህ ምን አለኝ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ያለ ይቅርታህ ምን አለኝ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አለኝ ጌታዬ ሆይ6x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የምህረት ደጆችህ ተከፍተውልኛል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እጅህም ለእኔ ተዘርግቶልኛል 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እመጣለሁ ወደ አንተ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እገባለሁ የእኔ ጌታ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እገባለሁ እገባለሁ የእኔ ጌታ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እመጣለሁ ወደ አንተ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እመጣለሁ የእኔ ጌታ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እመጣለሁ እመጣለሁ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ያለምህረትህ ምን አለኝ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ያለ ይቅርታህ ምን አለኝ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አለኝ ጌታዬ ሆይ 4x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 መታመኛ ምህረትህ ብቻ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ድፍረት የሚሰጠኝ የፍቅር ፊትህ ነው 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እመጣለሁ ወደ አንተ እመጣለሁ የእኔ ጌታ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እገባለሁ እገባለሁ ወደ አንተ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እመጣለሁ የእኔ ጌታ እመጣለሁ ወደ አንተ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እመጣለሁ እመጣለሁ የእኔ ጌታ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ተባረክ ጌታ ተባረክ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ተባረክ ኢየሱስ ተባረክ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ተባረክ ጌታ ተባረክ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ተባረክ ኢየሱስ ተባረክ 2x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መባና መሰዋእት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የመዓዛ ሽታ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አድርጐ እራሱን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የሰጠኝ ጌታ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እኔ አመልከዋለሁ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ቀንም ሆነ ማታ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የርህራሄ አባት የመጽናናት ሁሉ አምላክ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የሆነ ጌታችን ኢየሱስ ክርስቶስ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አምላክና አባት ይባረክ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የርህራሄ አባት የመጽናናት ሁሉ አምላክ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የሆነ ጌታችን ኢየሱስ ክርስቶስ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አባትና አምላክ ይባረክ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ተባረክ ጌታ ተባረክ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ተባረክ ኢየሱስ ተባረክ 5x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