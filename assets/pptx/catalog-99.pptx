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Keber Telehalech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አዳኝ ነህ ከእስራት ምትፈታ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ለጠላጥህ የማትረታ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የኔን ነፍስ ከጠላት ተሟግተህ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አዳንካት ከእስራቷ ፈተህ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ያዳንካትም ነፍሴ ሁልጊዜ ሁሌ ሁልጊዜ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ትልሃለች ጌታ እየሱሴ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 ክበር ክበርልኝ ጌታዬ ክበር ክበርልኝ ንገሥ ንገሥልኝ ጌታዬ ንገሥ ንገሥልኝ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ከነኃጥያቴ ያኔ ወደድከኝ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ዘላለም ያንተው አደረከኝ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ሆይ በእውነት ፍቅር ነህ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የሚወድድ ልብ አለህ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ያዳንካትም ነፍሴ ሁልጊዜ ሁሌ ሁልጊዜ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ትልሃለች ጌታ እየሱሴ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 ክበር ክበርልኝ ጌታዬ ክበር ክበርልኝ ንገሥ ንገሥልኝ ጌታዬ ንገሥ ንገሥልኝ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ሩጫ ውጊያው ከንቱ ነው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ሰልፉ የአንተ ነው አምናለሁ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ቆሜ ማዳንህን እያየሁ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ለነገም ተስፋ አደርግሃለሁ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ያዳንካትም ነፍሴ ሁልጊዜ ሁሌ ሁልጊዜ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ትልሃለች ጌታ እየሱሴ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 ክበር ክበርልኝ ጌታዬ ክበር ክበርልኝ ንገሥ ንገሥልኝ ጌታዬ ንገሥ ንገሥልኝ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ማዳኑ ለሚፈሩት ቅርብ ነው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እስከልጅ ልጆች ነው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ሳላቋርጥ እጠራሃለሁ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ክብርህንም እንዳይ አምናለሁ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ያዳንካትም ነፍሴ ሁልጊዜ ሁሌ ሁልጊዜ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ትልሃለች ጌታ እየሱሴ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 ክበር ክበርልኝ ጌታዬ ክበር ክበርልኝ ንገሥ ንገሥልኝ ጌታዬ ንገሥ ንገሥልኝ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ከልብ የማይጠፋ ዉለታ አለብኝ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ለኔ ያደረገልኝ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በእድሜ ዘመን ሁሉ እገዛለታለሁ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በቤቱም ሁሌ አዘማለሁ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 እለዋለሁ ከእግሩ ስር አሰግዳለሁ 2x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ምስጋናዬ ይብዛልህ ክበርልኝ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አይነስብህ ይድረስልህ ሃሌሉያ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ሆይ ለአንተ የምሰጠው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ጠዋት ማታ ወዳንተ ማሳርገው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ክበርልኝ ጌታዬ ክበር ክበርልኝ ንገሥ ንገሥልኝ ጌታዬ ንገሥ ንገሥልኝ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በስራህ ነው ጌታ በስራህ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በአዲስ ዝማሬ በአፌ የጨመርህ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በደስታ ስለሞላኸው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ለአንተ እንድዘምር ነው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 እልሃለሁ ከእግሩ ስር አሰግዳለሁ 2x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ምስጋናዬ ይብዛልህ ክበርልኝ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አይነስብህ ይድረስልህ ሃሌሉያ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ሆይ ለአንተ የምሰጠው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ጠዋት ማታ ወዳንተ ማሳርገው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ክበርልኝ ጌታዬ ክበር ክበርልኝ ንገሥ ንገሥልኝ ጌታዬ ንገሥ ንገሥልኝ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