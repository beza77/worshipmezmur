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Gerum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አንተ ግሩም ነህ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ነህ አንተ ግሩም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ነህ ግሩም4x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ድንቅ ነህ ድንቅ ነህ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ግሩም ነህ ግሩም ነህ x2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ነህ አንተ ግሩም x4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አንተ6x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ግሩም ነህ ግሩም x2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ግሩም ነህ ግሩም x2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ግሩም ነህ ግሩም x2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ነህ አንተ ግሩም x4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ከምድር ጫፍ እስከ ጫፍ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ከዳር እስከ ዳር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ይወራል ይወራል የአንተ ነገር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ይወራል ይወራል የአንተ ነገር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በየጓዳው ይደነቅብሃል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አንገቱን ነቅንቆ ወይ አንተ ይልሃል 2x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ድንቅ ነህ ድንቅ ነህ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ድንቅ ነህ ድንቅ ነህ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ድንቅ ነህ ድንቅ ነህ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ግሩም ነህ ግሩም ነህ x2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እንዴት ድንቅ ነህ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እንዴት ግሩም ነህ 3x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እንዴት ድንቅ ነው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እንዴት ግሩም ነው 2x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ታምራቱ ማለቂያ የለው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ድንቁስ እንዴት እንዴት ድንቅ ነው 2x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አንተ ግሩም ነህ 2x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ነህ አንተ ግሩም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