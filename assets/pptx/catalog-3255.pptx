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Beweha West Alfenal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Workneh Alaro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በውሀ ውስጥ አልፈናል አላሰጠመንም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ይገርማል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ይደንቃል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በእሳት ውስጥ ሄደናል አላቃጠለንም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ይገርማል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ይደንቃል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ባለፋንበት መንገድ ለጠበቀን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ያሻገረን እግ/ር ይመስገን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እስከዚች ቀን ድረስ የጠበቀን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የደረሰልን እ/ር ይመስገን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በሁሉ ላይ ስልጣን ያለው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በቃልህና በስራሕ የበረታሕ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በጉልበቱ ፅናት የሚራመድ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ጥልቁን ባሕር አረገልን መንገድ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ያንን ባሕር አረገልን መንገድ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ያሕል እሳት ቢነድም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የመከራ እቶን ቢያይልም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እ/ረ የተባዠው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አስተማማኘ ማምለጫ አለው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አስተማማኘ ማለፊያ አለው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እንዳገኘን መከራ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እንደነደደው እሳት ብርታት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እስከዛሬ ዘር ባልቀረልን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እ/ር ግን ይልቅ አበዛን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አ/ር ግን በጤና አኖረን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