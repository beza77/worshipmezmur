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Aytelem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Mesfin Gutu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ትዝ ይለኛል ትውስ ይለኛል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ለኔ ያረከው ከቶ አልረሳውም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የማልችለውን እያስቻለኝ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ስንቱን ቀን አሳለፈኝ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ተራራው ሸለቆው እንዳያደክመኝ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በአትነት ቃሉ እያባበለኝ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እያፅናናኝ አሄሄሄ በቤቱ አኖረኝ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አይጥልም አይረሳም እግዚአብሔር ምስክር ነኝ 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ከሰማሁት በላይ ሲያኖረኝ አይቻለው ባይኔ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ትዝ እያለኝ ትውስ እያለኝ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ያሁሉ መከራ በላዬ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ያለፈ እስካይመስለኝ እንባዬ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እንዳለፈ ውሃ አለፈ ሃዘኔ ከኔ ተገፈፈ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እንዳለፈ ውሃ አለፈ/7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እንዳለፈ ውሃ አለፈ ሃዘኔ ከኔ ተገፈፈ/2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እንዳለፈ ውሃ አለፈ መከራዬ አለፈ/2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አለፈ አለፈ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ያልተፈጠሩት ቀናቶቼ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ቀድሞ ሲያቀናልኝ መንገዴን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የልጅነቴ አምላክ እጣ ፈንታዬ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እንደዘመኩለት ሆኖኝ ካሳዬ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ተፅናናሁኝ አሄሄሄ ታብሶ እንባዬ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አይጥልም አይረሳም እግዚአብሔር ምስክር ነኝ 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ከሰማሁት በላይ ሲያኖረኝ አይቻለው ባይኔ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