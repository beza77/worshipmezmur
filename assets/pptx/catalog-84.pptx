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Degeneteh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የሚረዳኝ የሚደግፈኝ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ሚያቆመኝ የሚያበረታኝ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ደግነትህ ነው ደግነትህ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ነው ቸርነትህ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ከተመስገን ሌላ 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ከተባረክ ሌላ 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ሌላ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ሆይ ላንተ ምስጋና እሰዋለሁ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በዝማሬ ስምህን አወድሰዋለሁ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መግለፅ ስላቃታት የፍቅርህን ጥልቀት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ከጨለማ ስታወጣት ድንገት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እንደገና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አመሰግናለሁ እንደገና ሆሆ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የሚረዳኝ የሚደግፈኝ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ሚያቆመኝ የሚያበረታኝ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ደግነትህ ነው ደግነትህ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ነው ቸርነትህ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ስለቸርነትህ ዘርዝሬ ላወሳ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ጋ ጀምሬ የቱ ጋላበቃ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ከውቂያኖስ ባህር ምህረትህ ይሰፋል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ቢወራ ቢነገር ከመታወቅ ያልፋል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እንደገና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አመሰግናለሁ እንደገና ሆሆ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የሚረዳኝ የሚደግፈኝ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ሚያቆመኝ የሚያበረታኝ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ደግነትህ ነው ደግነትህ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 ነው ቸርነትህ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ከተመስገን ሌላ 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ከተባረክ ሌላ ምን እላለሁ ሌላ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እላለሁ ሌላ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ላንተ ምስጋናዬ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ላንተ ዝማሬዬ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ምሰጥህ የለምና አከብርሃለሁ እንደገና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ምሰጥህ የለምና አከብርሃለሁ እንደገና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አከብርሃለሁ እንደገና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አመሰግናለሁ እንደገና ሆሆ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