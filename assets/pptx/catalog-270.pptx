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Meder Alefelat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እግዚአብሔርም በሠራዊቱ ፊት ድምጹን ይሰጣል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ሰራዊቱም ይህን ይመስላል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መልካቸው እንደ ፈረስ መልክ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የማንኮራፋቱ ክብር የሚያስፈራ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በኮቴው በሸለቆው ውስጥ ይጐደፍራል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በፍርሃት ላይ ይስቃል አይደነግጥም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ከሰይፍ ፊቱን አይመልስም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የመለከትን ድምጽ ሲሰማ እሰይ ይላል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ገለባውንም እንደሚባላ እንደ እሳት ድምጽ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ለሰልፍም እንደተዘጋጀ ለብርቱ ሕዝብ ያኮበኩባል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ኃያላን ይሮጣሉ ከሰልፈኞችም በቅጥር ይወጣሉ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ሌባም በመስኮት ይገባሉ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እያንዳንዱ በመንገዱ ይራመዳል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የራሱን መንገድ ይጠበጥባል ከእነርሱ የሚያመልጥ የለም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ምድሪቱም ከፊታቸው የተነሳ ትናወጣለች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እነሆ እንዲህ ያለ ሠራዊት በምድረ ኢትዮጵያ ይገለጣል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አሜን! ሃሌሉያ!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መልኩ የፈረስ ሩጫው የፈረስ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ከገባ የማይመለስ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ዓይኑ የፈረስ ድፍረት የፈረስ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ከመጣ የማይመለስ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አንገቱ ጋማ እንደለበሰ እየጋለበ እየገሰገሰ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ዘው ብሎ ገባ ጦር ሜደ መሃል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ፈረሱ እንደሆን ሰልፍን ይወዳል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 ብሎ ይስቃል በፍርሃት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አይመለሥም ጦርነት ሳያይ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ግድ የለው ጭራሽ ይሮጣል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አይደነግጥ ኧረ እሰይ ይላል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ጦርነት ሽቶት ደስታ የሚሞላ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ከፈረስ በቀር ማን አለ ሌላ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እንደ ፈረስ የሚያስፈራ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ሰራዊት መጥቷል ኃይል የተሞላ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ኃያላን መጡባት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ኃያላን መጡላት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ጌታ ደረሰላት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ብርቱ ሕዝብ ያኮበኩባል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በሩን ብትዘጉ በመስኮት ይገባል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 ካንዱ ጋር ሳይገፋፋ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 በሌላው ሳይገፋፋ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መንገዱን ይዞ ቀጥ ብሎ ይሄዳል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በራሱ መንገድ ይጠበጥባል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በሰልፍ መሃከል በፍልሚያው ስፍራ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የራሱን ወገን ስለሚያጣራ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ተሳስቶ ረስቶ በወንድሙ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አይለውጠውም ለይቶ ሳያይ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መቁሰል መሰነከካከል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የለም በእርሱ መሃከል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ሰራዊት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ኢየሱስ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ምህረት ወረደላት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ሰራዊት በሰልፍ ሲያልፍባት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ዘንድሮስ ጉድ ነው ምድር ፈርዶባት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ትናወጣለች ይህንን አይታ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በተራራው ላይ ኮቴውን ሰምታ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በእቅጥቃጤ ያናውጧቷል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እንቆቅልሿን ይፈቱላታል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እስራቷንም የሚበጣጥስ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ሰራዊት መጥቷል የሚገሰግስ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ባታምነው እንኪ አንተም እኮ አለህ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ሰራዊት ዋነኛ አባል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አታውቂም እንጂ አንቺም እኮ አለሽ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ሰራዊት ዋነኛ አባል ነሽ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እኛ መጣንባት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እኛ መጣላት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ሰራዊት በዛላት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እኔ መጣሁላት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እጁን ሲጭን ደዌ ይፈወሳል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በስብከታቸው ሰው ይመለሳል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በትምህርታቸው የስህተት ትምህርት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ሊነቀል ??? ከስር ከመሰረት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ዝማሬንማ ከጀማመሩ መናፍስቶችን ያራውጣሉ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መድሃኒት ስላደረጋቸው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ለምድሪቱ ፈውስ መፍትሄ አላቸው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ተረኛ አድርጐ ስለላካቸው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ለሰራተኞች ልቀቁላቸው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እንቢ ብንል ሊሆን ግድ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የሰራዊቱ መሪ እግዚአብሔር ነው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ኃይለኞች መጡላት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ምድሬ አለፈላት (2x) ጌታዬ ጐበኛት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ምድሬ አለፈላት (2x) ሰራዊት መጣላት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የመጣው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ሰራዊት ነው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አላማቸውን ለገንዘብ ሲሉ ለጥቅማጥቅም የማይደለሉ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ለያዙት እውነት ቆራጦች ናቸው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የለም የሚያስፈራቸው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ውስጣቸው በቃል ስለተሞሉ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 እያላቸው ቁጭ የማይሉ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ቀልድና ተረት የማያወሩ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የሚሯሯጡ ወደ መከሩ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እነዚህ ናቸው ሰራተኞቹ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ስራ ልብ አድርሶቹ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እነኛዎቹም አበቃላቸው ሰራዊቶቹን ጌታ አስነሳቸው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ቆራጦች መጡባት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አለፈላት (2x) ጌታ ሰው ላከላት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መፍትሄ ተገኘላት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ኃይለኞች መጡላት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የሰራዊቱ አለቃ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የሰራዊቱ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የሰራዊቱ ዋና አለቃ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እግዚአብሔር ትዕዛዝ አወጣ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ከፈተላቸው የምድሪቱን በር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ያለውን እርግማን እስኪሰባበር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እነርሱም ቆራጥ ወሳኞች ናቸው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የተሰማሩ በየድርሻቸው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ውስጣቸው ፀጋ ስለተሞሉ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ሲጠባበቁ እስካሁን አሉ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አብ እንኳን ቃል ወጥቶ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ተቁነጥኗል ውስጣቸው ሞልቶ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የልቡን ሃሳብ ሊፈጽሙ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በሉላቸው ጊዜው የእነርሱ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ሰራዊት መጣባት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ጉድ ፈላባት (2x) ወሳኞች መጡባት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ልፍስፍስ ጠፋላት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ኢትዮጵያ አለፈላት (2x) ወሳኞች መጡላት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"መጽሐፍ ቅዱስ ጥቅስ"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