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Berekete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የምሻው በረከት (ኦ)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የውስጥ የልቤ ጥማት (አ)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ነገሬ መልስ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ልጅ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በቤቴ ውስጥ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በመውጣቴ አብሮነትህ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በመግባቴ አብሮነትህ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የምሻው በረከት (ኦ)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የውስጥ የልቤ ጥማት (አዋ)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ነገሬ መልስ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ልጅ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በጎዳዬ መገኘትህ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በመውጣቴ አብሮነትህ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በመግባቴ አብሮነትህ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በእውነቱ አንተ አይደለህ የበረከት ትርጉሙ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ብቻ የበረከት መሰረት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በእውነቱ አንተ አይደለህ የበረከት ትርጉሙ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ብቻ የበረከት መሰረት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ስኬት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ከሀሳብህ ጋር መስማማት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ስኬት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በፈቃድህ ስር መገዛት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ስኬት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አንዱን ልጅህን በእውነት ማመን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ልጆች ሁሉ ስኬት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ከሀሳብህ ስር መገዛት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በረከቴ በረከቴ በረከቴ አንተ ነህ እርስቴ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ሽልማቴ ሽልማቴ ሽልማቴ አንተ ነህ ድርሻዬ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በረከቴ በረከቴ በረከቴ አንተ ነህ እንቁዬ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መድሀኒቴ መድሀኒቴ መድሀኒቴ አንተ ነህ እርካታዬ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ሌዋውያን እንደ ካህናቱ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የእለት ክፍያዬ ድርሻና ደዋዜ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ነህ ጌታዬ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ድንኳን ውስጥ አድራለሁ ይቅርብኝ ማረፍያ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አትኩራለች በጉጉት ጥበቃ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ውብ ከተማ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ሌዋውያን እንደ ካህናቱ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የእለት ክፍያዬ ድርሻና ደዋዜ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ነህ ጌታዬ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ድንኳን ውስጥ አድራለሁ ይቅርብኝ ማረፍያ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አትኩራለች በጉጉት ጥበቃ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ውብ ከተማ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 የሰራትን መሰረትዋ የፀና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ያለበት የህይወት ወንዝ ውሀ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የሚረካበት ባንተ ህልውና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ነው ሽልማት አክሊሌን ስደፋ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 የሰራትን መሰረትዋ የፀና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ያለበት የህይወት ወንዝ ውሀ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የሚረካበት ባንተ ህልውና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ነው ሽልማት አክሊሌን ስደፋ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በረከቴ በረከቴ በረከቴ አንተ ነህ እርስቴ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ሽልማቴ ሽልማቴ ሽልማቴ አንተ ነህ ድርሻዬ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በረከቴ በረከቴ በረከቴ አንተ ነህ እንቁዬ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መድሀኒቴ መድሀኒቴ መድሀኒቴ አንተ ነህ እርካታዬ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ምናየው ሁሉ እንደ ጢስ ያልፋል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ሰማይና ምድር ይጠቀለላል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ትንብት ይሻራል ህልምም ይሻራል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ቃሉ ግን ዘላለም ይኖራል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ምናየው ሁሉ እንደ ጢስ ያልፋል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ሰማይና ምድር ይጠቀለላል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ትንብት ይሻራል ህልምም ይሻራል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ቃሉ ግን ዘላለም ይኖራል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ቃሉ ህያው ቃሉ ህያው ቃሉ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እራሱ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ቃሉ ህያው ቃሉ ህያዉ ቃሉ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እራሱ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በረከቱ በረከቱ በረከቱ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እራሱ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በረከቱ በረከቱ በረከቱ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እራሱ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