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Yadinal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ወረደ የእግዚአብሔር ልጅ ሊያደን የሰውን ልጅ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ከጠፋበት ሊመልሰው ከአብ ጋር ሊያስታርቀው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የማይገባውን ውርደት አየ ለፍቅር ስል ተሰቃየ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ራሱን ሰዋ የአብ አንድያ ፍቅር የለም በቃ ከዚህ/ከኢየሱስ ወዲያ/በላይ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አለህ ከዚህ በላይ ምን አለ 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ከሰማይ ወረደ እውነት ከምሕረት ተዋደደ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የዓለም መድህን የዓለም በዛ ለፍቅር ስል ጠቀጣ/የተንገላታ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የአብ አቻ ሰው ተባለ መድህን/በዛ ሊሆን ለኮበለለ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አለህ ከዚህ በላይ ምን አለ 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ከሰማይ ወረደ እውነት ከምሕረት ተዋደደ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ያድናል/ አድኖናል እየሱስ ያድናል/አድኖናል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ተመለስ በሉት ያንን ከርታታ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በጨለማው ለምንገላታ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የብርሀን ሕይወት ለርሱም ይድረሰው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አብረን እየኖረን ለምን ይለፈው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ተመለሽ በሏት ያቺን ከርታታ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በጨለማው ለምትንገላታ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የብርሀን ሕይወት ለርሷም ይድረሳት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አብረን እየኖረን ለምን ይለፋት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ያድናል ያድናል ያድናል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በዛ ሆነን መድህን ሆነን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እየሱስ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