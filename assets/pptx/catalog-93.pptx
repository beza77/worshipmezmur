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Endihu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 አይደለም የምጠራህ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በከንቱ አይጠራም ሰምህ (2)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ለምሰጋና ለክብረ እጠራዋለሁ ሰምህን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ላመልጥበት ልድንበት እጠራዋለሁ ሰምህን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ደሰ ይለኛል የአንተ መሆኔ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ዓለም ባይገባትም በርተህልኛል ለኔ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ሃሴት አደርጋለሁ ያንተ መሆኔ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 ባይገባትም በርተህልኛል ለኔ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አልፋና ኦሜጋ ፊተኛ ኋለኛ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መካር ኃያል የሰላም አለቃ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ያለልክ ከፍ ከፍ ያረገህ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ከሥም ሁሉ በላይ ታላቅ ሥም ሰጠህ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ደሰ ይለኛል የአንተ መሆኔ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ዓለም ባይገባትም በርተህልኛል ለኔ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ሃሴት አደርጋለሁ ያንተ መሆኔ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 ባይገባትም በርተህልኛል ለኔ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 መድኃኒት ነውሁሉን ይፈውሳል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ታምነው ለሚጠሩት ከሞት ያሰመልጣል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ሰይጣን ይፈራዋል ጌታ ሆይ ሰምህ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ለኔሰ መዳኛ ነው ዘውትር ሰጠራህ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ደሰ ይለኛል የአንተ መሆኔ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ዓለም ባይገባትም በርተህልኛል ለኔ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ሃሴት አደርጋለሁ ያንተ መሆኔ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 ባይገባትም በርተህልኛል ለኔ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 አይደለም የምጠራህ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በከንቱ አይጠራም ሰምህ (2)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ለምሰጋና ለክብረ እጠራዋለሁ ሰምህን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ላመልጥበት ልድንበት እጠራዋለሁ ሰምህን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እየሱሰ(8)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አዳኜ (8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