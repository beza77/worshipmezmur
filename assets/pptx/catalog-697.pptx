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Leyet Yale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Meheret Etefa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አላሳልፈኝ ያለው የብረት መዝጊያው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እንዴት ተከፈተ አሁን በጊዜው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ባለስልጣኑን ጌታ በእኔ ሲያየው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ለመከፈት መነካት አላስፈለገው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አልፈራም ነገን ምን እሆን ብዬ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እኖራለሁ በእርሱ ተደላድዬ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አልሰጋም ነገን ምን እሆን ብዬ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እኖራለሁ በእርሱ ተደላድዬ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ምን ችግር አለ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እግዚአብሔር አለ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ምን ችግር አለ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እግዚአብሔር አያለ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ምን ችግር አለ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እግዚአብሔር አለ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እሄዳለሁኝ ገና አላቋርጥም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በእኔ ያለው እርሱ ፍፁም አይደክምም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በኃይልና በብርታት በእኔ ሳይሆን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በመንፈሱ በእግዚአብሔር ችላለሁ ሁሉን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በእርሱ ታምኜ ምን እሆናለሁ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በትከሻው መሃል ላይ በክብር አድራለሁ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ምን ችግር አለ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እግዚአብሔር አለ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ምን ችግር አለ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እግዚአብሔር አያለ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ምን ችግር አለ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እግዚአብሔር አለ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ልናገር ስለዚህ ጌታ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የጠላቴን ትጥቅ አቤት ሲያስፈታ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አደራረጉ ከሰው ልዩ ነው ኦሆ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እኮ ጌታ ለየት ያለ ነው ለየት ያለ ነው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ቀን በቀን እኔ ማየው ቀን በቀን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የሚያሳየኝ ጉድ እኮ ነው ቀን በቀን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ከትላንቱ ይልቅ ዛሬ በልጧል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የማዳን እጁ ለእኔ ቀርቧል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ከትላንቱ ይልቅ ዛሬ በልጧል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የማዳን እጁ ለእኔ ቀርቧል (2x)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በተዐምር እወጣለሁ በተዐምር እገባለሁ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የታመንኩበት ጌታዬ ተዐምረኛ ነው (2x)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 አሁንማ ብሷል አሁን አሁን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አምነዋለሁ እርሱም ይሰራል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ከተዐምራቱ እኔን ያጠግበኛል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አምነዋለሁ እርሱም ይሰራል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ከተዐምራቱ እኔን ያጠግበኛል (2x)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ልናገር ስለዚህ ጌታ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የጠላቴን ትጥቅ አቤት ሲያስፈታ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አደራረጉ ከሰው ልዩ ነው ኦሆ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እኮ ጌታ ለየት ያለ ነው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