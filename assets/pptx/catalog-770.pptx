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Yeegziabhier Kend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የእግዚአብሔር ክንድ ሆይ ተነስ 3x በእኛ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ከጥንት የነበረው ያ ታላቅ ግሩም ሃይል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ይንቀሳቀስ በእኛ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ለእስራኤላውያን የእሳት ታንኩናቸው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በደመና ጋርደስ ከክፉ አዳንካቸው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እናምናለን በሃይልህ በቃልህ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ሆይ ተነስ ሃይልህ ይፍሰስ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የእግዚአብሔር ክንድ ሆይ ተነስ 3x በእኛ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ከጥንት የነበረው ያ ታላቅ ግሩም ሃይል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ይንቀሳቀስ በእኛ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በምድረበዳ ቢራቡ መናን መግበህ ጠገቡ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ደግሞም እንዳይጠማቸው አስበህ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ከአለት ውሃን አፈለቅህ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ልብሳቸው ነበር ጌታቸው ጉልበት መጠጊያ ሃይላቸው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የእግዚአብሔር ክንድ ሆይ ተነስ 3x በእኛ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ከጥንት የነበረው ያ ታላቅ ግሩም ሃይል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ይንቀሳቀስ በእኛ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በሙሴ ውስጥ ሆነህ የሰራህ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የኤልያስ አምላክ ወዴት ነህ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አልረሳንም ከቶ ተስፋህን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እንደምሰጠን ሃይልህን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የእግዚአብሔር ክንድ ሆይ ተነስ 3x በእኛ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ከጥንት የነበረው ያ ታላቅ ግሩም ሃይል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ይንቀሳቀስ በእኛ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