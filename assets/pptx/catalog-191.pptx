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Amelkoyie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Bezu Mulugeta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ይገባሃል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ላምልከው እያልኩኝ እወደዋለሁኝ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የመስቀሉን ሚስጥር ፍቅር እያየሁኝ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ውለታው ስለ እኔ እጅግ በዝቷልና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አበዛለው ለስሙ ምስጋና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የተነሱበትን ጥሎ አዋረዳቸው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ስልጣኑን ቀምቶ ባዶ አደረጋቸው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እነማን በርትተው እግዚአብሔርን ሻሩ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እኮ ይኖራል በነበረ ክብሩ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ስልጣኑ እጅግ ትልቅ ነው(4)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ፍቅጄ አመልከዋለው ወድጄ እንብረከካለው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ልናገር ከምችለው በላይ ትልቅ ነው የክንዱ ስልጣን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ገብቶኛል እዘምራለው ስልጣኑ ከማንም በላይ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ልናወጥ እንዴትስ ልፍራ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እያየው እክንዱን ስራ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ተደላድዬ ቆሚያለው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ሃያሉን ክንዱን ይዣለው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ሊሰራ እርሱ ሲነሳ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እያየው ሁሉም ይታዘዛል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ስልጣኑ እጅግ ትልቅ ነው(4)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ሃያል ነን ጎበዝ ነን ያሉ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ላይ ብዙ ፎከሩ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ታገሰ ዘመን ሰጣቸው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ታበዪ ክንዱ አጠፋቸው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በዘመን በታሪክ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ስልጣኑ ፍጹም አልተሻረም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ስልጣኑ እጅግ ትልቅ ነው(8)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