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Oh Denq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ንፋሱ ሲታዘዝልህ ባሕሩም ሲታዘዝልህ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አየሁት ጌትነትህን ሁሉን ማድረግ መቻልህን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ድንቅ ነህ ኦ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ልዩ ነህ ኦ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ልጠግብ አልቻልኩም አንተን አሞግሼ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እልሃለሁ መልሼ መላልሼ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ድንቅ ነህ ኦ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ልዩ ነህ ኦ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እስከዛሬ በሕይወቴ እጅግ የተደነቅኩበት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አሰራር አደራረግህ እራሱም ያንተ ማንነት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ድንቅ ነህ ኦ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ልዩ ነህ ኦ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ልጠግብ አልቻልኩምና አንተን አሞግሼ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እልሃለሁ መልሼ መላልሼ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ድንቅ ነህ ኦ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ልዩ ነህ ኦ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ያደረክልኝ በዛ በዛ ከቁጥር በዛ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ነው ብዬ የምለውን ምላሽ እስካጣ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ልጠግብ አልቻልኩምና አንተን አሞግሼ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እልሃለሁ መልሼ መልሼ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ድንቅ ነህ ኦ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ልዩ ነህ ኦ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