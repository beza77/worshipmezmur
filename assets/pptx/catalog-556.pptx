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Nefsen Befiteh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በፊትህ አፈሣለው ይኸው 2×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ምሥጋናዬን ዝም አትበለው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ተቀበለው ይኸው 2×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 በእኔ ላይ ተጠርቷልና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የመጥራቱ ተስፋ ገብቶኛልና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ልሣኔ ባንተ ሃሴት አረገ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ልቤም ሁል ጊዜ አንተን ፈለገ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በፊትህ አፈሣለው ይኸው 2×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ምሥጋናዬን ዝም አትበለው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ተቀበለው ይኸው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ያከበሩህን ታከብራለህ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የሚወዱህን ትወዳለህ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ተግተው ለሚሹህ ትገኛለህ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አምላክ እንደቃልህ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ከእግርህ በታች አዋርዳለው /3×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በጊዜው ከፍ የሚያደርግ እንዳንተ ማነው /3×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ያከበሩህን ታከብራለህ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የሚወዱህን ትወዳለህ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ተግተው ለሚሹህ ትገኛለህ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አምላክ እንደቃልህ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