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Wedie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Hirut Moges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ትንሳኤ ታውጆልኝ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ሞቴ በሕይወት ተሽሮልኝ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ጋር ተወዳጅቼ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እዘምራለሁ ተፈትቼ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በመስቀል ጣር ወልደኸኝ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የአንተ የግል አደረግኸኝ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በቤትህ ውስጥ አሳደግኸኝ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ልጅህ ሆንኩኝ አባት ሆንኸኝ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ውዴ ሆይ (8x)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የእኔ ነህ እኔም የአንተ እኮ ነኝ (4x)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አንድ ነገር አውቃለሁ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ይህም እውነት ነው አምናለሁ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ውዴ አላማህ በእኔ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ነው ከምንም በላይ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 እጅግ ወዳሃለች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ሌት ተቀን ውዴ ትላለች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ናፍቆቷ ነህ የዘወትር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ተማርካለች በአንተ ፍቅር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ጋር ጉዳይ አለኝ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ሰውማ ምንም ይበለኝ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ነህ ሚስጢረኛዬ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የበረሃው ጓደኛዬ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በፍቅርህ ተይዣለሁ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ሳላይህ እንዴት እውላለሁ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 ልፈልግ ፊትህን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ተናግረህ ልስማ ድምጽህን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