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Yaltebaleleh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Hirut Moges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ብዙዎች ብዙ ብለውሃል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እግዚኣብሔር ከተባልከው ሁሉ በልጠሃል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አምልኮና ስግደት ዛሬም ይገባሃል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አምልኮና ስግደት ሁሌም ይገባሃል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ያልተባለልህ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 ገና ብዙ አለልህ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ያልሰማነው ገና ያላየነው ገና ያላወቅነው ገና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ሆይ በአንተ ዘንድ አለና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ሆይ በአንተ ዘንድ አለና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ሆይ በአንተ ዘንድ አለና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ሆይ በአንተ ዘንድ አለና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ያልተባለልህ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 ገና ብዙ አለልህ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ዕውቀትህ ከአዋቂዎች የበላይ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ጥበብህ ከጠቢባን በላይ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ሥልጣንህ ከሥልጣናትም በላይ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ኃይልህም ከሃይላት ሁሉ በላይ ነውግ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የእኛ ጌታ የጌቶቹ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የእኛ ጌታ ኢየሱስ የነገሥታት ንጉሥ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እግዚኣብሔር ትልቅ ነው አና ያላወቅነው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ካመለክንህም በላይ ካከበርንህም 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ካደነቅንህም በላይ 3x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ሆይ አንተ ነህና የበላይ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እግዚኣብሔር ትልቅ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 ያላወቅነው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