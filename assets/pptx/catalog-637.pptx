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 Gietayie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Lishan Woldemedhin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 የረዳኝ በዙፋኑ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ተቀምጦ አለ በሰማይ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አለ ጌታዬ አለ አለ አምላኬ አለ አለ ጌታዬ አለ አለ አምላኬ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ግብት ሲለኝ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ሰልፉ በርትቶ ሲያይልብኝ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በእግዚአብሔር ላበርታ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እያልኩኝ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አለ ጌታዬ አለ አለ አምላኬ አለ አለ ጌታዬ አለ አለ አምላኬ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ካለህልኝ በዘመኔ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ያሻኛል ለኔ 4x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ከምችለው በላይ እንዳልፈተን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ይጠብቃል ዙሪያዬን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እንደፈቃዱ ደግሞ በጊዜዉ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ያዘጋጅልኛል መውጫዉን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አለ ጌታዬ አለ አለ አምላኬ አለ አለ ጌታዬ አለ አለ አምላኬ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ካለህ ይበቃል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ካለህ 4x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አለ ጌታዬ አለ አለ አምላኬ አለ አለ ጌታዬ አለ አለ አምላኬ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አንተማ ለእኔ ማምለጫ መሸሸጊያ መከለያዬ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አንተማ ለእኔ ዕድሌ ፈንታዬ መኖሪያዬ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ካለህልኝ በዘመኔ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ያሻኛል ለኔ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