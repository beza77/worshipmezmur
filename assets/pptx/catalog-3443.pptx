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Eyeteferah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“እየተፈራህ ትመለካለህ”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#1 እየተፈራህ ትመለካለህ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እየተከበርክ ትወደዳለህ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በህያዋን ልጆችህ ባዳንካቸው ምርጦችህ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ጌትነትህ ውስጥ አለ ወዳጅነት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አምላክነትህ ፍቅር አለበት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ምን ዓይነት ነው ጥበብህ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ከአዕምሮ ያልፋል ሃሳብህ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ረቂህ ነህ ምጡቅ ነህ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ለጥበብህ ፍለጋ የለህ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አዶናይ ነህ ኤልሻዳይ ነህ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ለችሎትህ ወሰን የለህ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#2. ከጥንት ጀምረህ ምድርን መሰረትህ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ሰማዮችንም በእጆችህ ሰራህ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እነሱ እኮ ይጠፋሉ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ፀንተው ይኖራሉ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አንተ ያው አንተ ነህ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ዓመታቶችህ አያልቁብህ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ነው ዙፋንህ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አይሻርምመንግስትህ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ምጡቅ ነህ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ከአዕምሮ ታልፋለህ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አዶናይ ነህ ኤልሻዳይ ነህ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ከማስተዋል ታልፋለህ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#3. ማንምማይቀርበው ብርሃን ለብሰህ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በታላቅ ግርማ ስትኖር ሳለህ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...የመለኮት ባህርይህ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ከደካሞች አለየህ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ልጆች ጋር መኖር መርጠሃል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የፍቅርህ ጥልቀት ግድ ብሎሃል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እቤት አንተ ልዮ ነህ እኮ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አይገልጥህም የኔ አምልኮ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ነህ ጌታ ነህ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መጀመሪያም የሌለህ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ነህ ጌታ ነህ መጨረሻም የሌለህ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የሚያበራ ፊት አለህ የሚያበራ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የሚያስፈራ ግርማ አለህ የሚያስፈራ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አኢየሱሴ ከአማልክት በላይ ነህ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የታደለ አይደለም ወይ ያገኘህ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ከማስተዋል በላይ ነህ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ጌታ ከአማልክት በላይ ነህ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የታደለ አይደለም ወይ ያወቀህ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ያወቀህ ያወቀህ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ያገኘህ ያገኘህ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