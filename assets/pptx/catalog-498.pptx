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Awejalehu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አውጃለሁ ዛሬ ታላቅነቱን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አውጃለሁ ዛሬ አምላክነቱን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ነዉ ትልቅ ከሚመስለው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ኃያል ነዉ ኃያል ከሚመስለው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ብርቱ ነው ብርቱ ከሚመስለው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ጌታ ከሚመስለው በላይ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ከእግዚአብሔር የሚበልጥ አንድ ነገር አላውቅም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እንደዚህ ነው አንደዚያ ነው አልልም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እርግጠኛ ነኝ አንድ ነገር አውቃለሁ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የማምልከው አምላክ ከዚህ ሁሉ በላይ ነው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በላይ በላይ በላይ 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አውጃለሁ ዛሬ ታላቅነቱን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አውጃለሁ ዛሬ አምላክነቱን 4x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ነዉ ትልቅ ከሚመስለው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ኃያል ነዉ ኃያል ከሚመስለው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ብርቱ ነው ብርቱ ከሚመስለው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ጌታ ከሚመስለው በላይ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ከእግዚአብሔር የሚበልጥ አንድ ነገር አላውቅም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እንደዚህ ነው አንደዚያ ነው አልልም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እርግጠኛ ነኝ አንድ ነገር አውቃለሁ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የማምልከው አምላክ ከዚህ ሁሉ በላይ ነው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በላይ በላይ በላይ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