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Tichewalew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ሃሳቤን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ጭንቀቴን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አምላኬ በሰማይ አለህልኝ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ጌታዬ በሰማይ አለህልኝ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ለቀኑ ክፋቱ ይበቃዋል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 ጭንቀት ምን ይረባናል?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ስለ እኛ ያስባልና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ሃሳብን በሱ ላይ እንጣል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ሃሳቤን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ጭንቀቴን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አምላኬ በሰማይ አለህልኝ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ጌታዬ በሰማይ አለህልኝ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 ወፎች ከቶ አይዘሩም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አጭደው በጎተራ አይከምሩም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 ጌታ ይመግባቸዋል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ከነሱ ይበልጥ ይወደናል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ሃሳቤን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ጭንቀቴን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አምላኬ በሰማይ አለህልኝ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ጌታዬ በሰማይ አለህልኝ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አስበህልኝ ከላይ ወርዳሃል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ነፍስህን ስለኔ ሰጥተሀል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ያስጨነቀኝ ጠላት ጥለህልኛል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ልቤንም በሰላም ሞልተሀል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ሃሳቤን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ትቼዋለሁ ጭንቀቴን ባንተ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አምላኬ በሰማይ አለህልኝ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ምታስብልኝ ጌታዬ በሰማይ አለህልኝ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