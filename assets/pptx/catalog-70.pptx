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Alegn Amlak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ሌት ተቀን እንባዬን ምግብ ልታደርገው ኦሆ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ይሄ ነው እኔን የታደገው አሃ አሃ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አምላክ ኦሆ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ምኮራበት አሃ አሃ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አባት ኦሆ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ማመልጥበት ኣሃ አሃ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አምላክ ኦሆ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ምመካበት አሃ አሃ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አባት ኦሆ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ምታመንበት ኣሃ አሃ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ጻድቅም ሮጦ ከፍ ከፍም ይላል ኦሆ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በጠላቱ ሀሳብ መቼ ይታለላል አሃ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ሀሳብህን አልስትም ሁሌ ብትፈልገኝ ኦሆ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ለእግዚአብሔር ነው እንጂ እኔ ለአንተ አልገኝ አሃ አሃ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አምላክ ኦሆ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ምግኝለት አሃ አሃ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አምላክ ኦሆ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ምሰግድለት አሃ አሃ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አምላክ ኦሆ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ማዜምለት አሃ አሃ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አባት ኦሆ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ምዘምርለት አሃ አሃ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ሊያስለቅቀኝ ጠላት ቢዋሸኝም ኦሆ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በአምላኬ ቃል ላይ ጥርጥር የለኝም አሆ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ይሆናል (3x) ያለው ኦሆ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ክንዱን ታምኖ የሚያደርግ እግዚአብሔር ነው ኦሆ ኦሆ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አምላክ ኦሆ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ምግኝለት አሃ አሃ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አምላክ ኦሆ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ምሰግድለት አሃ አሃ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አምላክ ኦሆ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ማዜምለት አሃ አሃ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አባት ኦሆ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ምዘምርለት አሃ አሃ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በእውነተኛ ቃሉ አስቦ ወለደኝ አሃ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በልጁ ሥራ ልጅ እንድሆን አረገኝ ኦሆ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እርግጠኛ ሆኜ የማውቀው እርሱን ነው ኦሆ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ከእግዚአብሔር በቀር እስኪ አባት ማነው አሃ አሃ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ነው አምላክ ኦሆ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ምሰግድለት አሃ አሃ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ነው አምላክ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ምቀኝለት ኦሆ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ነው አባት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ማመልጥት አሃ አሃ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ነው አምላክ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ምኖርለት አሃ አሃ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