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Aybezabehem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ገንኖ ገንኖ ስምህ መውጣቱ ፍጥረት ሁሉ ስላንተ ማውራቱ ከፍታ ላይ አለመድረሱ ይሄ ሁሉ ማዕረጉ ልክ ነው አይበዛብህ እንዲያውም ስያንስብህ 3x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ብሎህ ከበርህ አንተ እራስህ ክቡር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ሾሞህ ነገስህ አንተ እራስህ ንግስ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ብሎህ ክቡር ሆንክ ማን ሾሞህ ነገሥህ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እራስህ ክቡር ነህ 2x አንተ እራስህ ንጉስ ነህ 2x እራስህ አንተ እራስህ ክቡር ነህ እራስህ አንተ እራስህ ንጉሥ ነህ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እኔ ከምልህ አንተ ያለህ ብዙ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ስለገረመኝ ብቻ እንዲህ ነህ እልሃለሁ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ምስጋናዬን እሰማለሁ በከንፈሬ የወጣው ግን የሞላው ነው ነው ከልቤ አምልኮዬን እሰማለሁ በከንፈሬ የወጣው ግን የሞላው ነው ከልቤ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ከልቤ ነው ከልቤ አይደለም በከንፈሬ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ዝማሬዬን አሰማለሁ በከንፈሬ የወጣው ግን የሞላው ነው ከልቤ አድናቆቴን አሰማለሁ በከንፈሬ የወጣው ግን የሞላው ነው ከልቤ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ከልቤ ነው ከልቤ አይደለም በከንፈሬ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ይላሉ ንገሥ ይላሉ በሰማይ ያሉ በምድር ያሉ ሲሉህ ሰምቼ ልልህ ቆምኩኝ እኔም የራሴ ምሥጋና አለኝ 2x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ምሥጋና አለኝ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ዝማሬ አለኝ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አምልኮ አለኝ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አድናቆት አለኝ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