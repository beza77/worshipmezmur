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Selam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መኖሪያዬ የዘላለም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የአባቶቼ የነ ሙሴ ኣባት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ማንም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የሚያውቅልኝ እንደ አንተ አላገኝም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ብታድነኝም ባታዳነኝም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አድርግ ያንን አታድርግ መች ትባላለህ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ላደረራግህ ማስተካከያ ከማንም አትሻም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በስራህ ፍፁም በምክርህ አትሳሳትም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ያስጨነቀኝ ቀንበሬን ውስጤን አንቆ የያዘው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እንጂ ቢከብደኝ ኢየሱሴ ለአንተ እንዴት እንዴት ቀላል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የዛሬው ድቅድቅ ሌሊቴ ይገባሃል ሚስጥሩ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አያየሁ ዛሬ ግን አላለሁ ሰላም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ሰላም ነው እላለሁ በእጅህ የገባውን ነገሬን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እላለሁ ውስጤ ሸክም አዝሎ እጅህን አያየሁ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አልገባሽ ቢለኝ ነገሩ ማዕበሉን ወጀቡን ፈርቼ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ብርዱ ተሰማኝ ሰው ነኝና ሰግቼ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 እልሃለሁ ዛሬ አቅሜ አንተ ነህ አቤቱ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እምነቴ እንደው አልታመነም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አይተኸኛል በብዙ ግን እላለሁ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ሰላም ነው እላለሁ ያደረክልኝ ትናንትን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እላለሁ በዚህ ኣይቀጥልም ክብርህን አያለሁ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እላለሁ ያደረክልኝ ትናንትን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እላለሁ ይህም ሌሊት ያልፋል ክብርህን አያለሁ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ነው ካለች ሱንማይቷ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የአንድ ልጇን ነፍስ ኣጥታ ከቤቷ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ታድያ እንዴት አልል ሰላም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ባለቤት አለኝ የኔ አይደለሁም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በትንሽ ትልቁ ብዙ ጭንቀቴ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እንዳይሆነኝ ለዘመመው 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ተረድቻለሁ ይህንን አውቄአለሁ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ነገሬን ሁሉ አስረክቤዋለሁ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መኖሪያዬ የዘላለም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ያባቶቼ የነ ሙሴ ኣባት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ማንም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የሚያውቅልኝ አንደአንተ አላገኝም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ብታድነኝም ባታዳነኝም አንተ መልካም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አድርግ ያንን አታድርግ መች ትባላለህ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ላደረራግህ ማስተካከያ ከማንም ኣትሻም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በሥራህ ፍፁም በምክርህ አትሳሳትም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ዛሬም መልካምንትህን ባልሞላው ነገሬ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ስንፍና አልሰብክም ዕምነቴን አልጥልም ከንቱ ተናገሬ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ለእኔ ለመጪው ዘመኔ እኔ አላውቅምና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መቆዘሜን ጥዬ ይህም ያልፋል ብዬ ልለፍ በምሥጋና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 ሰልፍ ሲሆን 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እንድማር ነው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ነፋሱ ሲያይል ሲበረታ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ድንቅህን ላይ ነው የማታ የማታ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 ሰልፍ ሲሆን 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ለትምህርቴ ነው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ወጀቡ ቢያይል ቢበረታ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ድሉ የእኔ ነው የማታ የማታ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