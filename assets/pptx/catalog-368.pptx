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Ewnetena Ewnet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በሰው ክፋት ማዕበል ምድር ስትናወጥ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 እንኳ በሰራው ፍጡር እስኪፀፀት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የአንድ ኖህ ጎዳና አካሄድ ቢቀና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ሕይወት አልቀጠለም ወይ እንደገና X2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በውሸት ከተማ እውነት እንግዳ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መስሎ ፀጉረ ልውጥ የሚያውቀው የሌለው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እውነትን በተቀማ ትውልድ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ይሆን የእውነት ዘመድ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ገሸሽ ሲል ለመስቀል ሲደራ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አብሮ ይዘልቃል ከባይተዋር ጋራ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ውሃና ዘይት አይደሉም ወይ እውነት እና ሃሰት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አንዱ ቢበዛ መቼም አያብሩ ዘላለም በርቀት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 ፈተና ወደቅህ ሚለው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በእሳት ንዳድ አልፎ አመድ አያውቀውም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በልዩነት መንገድ በሰላም ይተማል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አጃቢ ሳያሻው ዘላለም ይኖራል X2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የዝምታው ድምፀት ከመብረቅ ጽኑ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አለት ከሚያነቃ ከሚሰነጥቀው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ተረጋግቶ አገር ይረበሻል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የለህም የሚለው እንቅልፍ አጥቶ ያድራል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ከብዙ ግርግር አባይ ከዋለበት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ከሚመስል አሳች ከበዛበት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ዘንድሮም ጉዳዩ ከእውነት ጋር ብቻ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እና እውነት ከራሱ ጋር ብቻ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በውሸት ከተማ እውነት እንግዳ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መስሎ ፀጉረ ልውጥ የሚያውቀው የሌለው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እውነትን በተቀማ ትውልድ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ይሆን የእውነት ዘመድ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ገሸሽ ሲል ለመስቀል ሲደራ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አብሮ ይዘልቃል ከባይተዋር ጋራ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የታመነ ጓዳው ዮሴፍ ትንሹ ዛፍ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ባልዋለበት ቢውል በእመቤቲቱ አፍ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ከእመቤትስ በላይ ሹምስ ማንን ያምናል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በሃጥዕ ዘመን ዘንድ ጻድቅ ወህኒ ይወርዳል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ቢያልፍ ተሳቆ በሚያልፍ ባለ ጊዜ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በማያልፍ ተጥሷል ደርሶ የእውነት ጊዜ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በአደባባይ ቢያፍር እውነትን አነግሶ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ክብሩም በአደባባይ ይሄው ተመልሶ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ሃብት ነው ጌጥ እውነት ምን ባይሆን ለጊዜው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ከርሞም ቢመነዘግ ከፋይ ለከፈለው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እውነትን በተቀማ ትውልድ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ይሆን የእውነት ዘመድ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ብርሃን ቃሉን ሲሰጥ ጨለማን ሲደክመው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የእውነት ቤት ይደምቃል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ያደረው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ጽኑ ጽኑ ጽኑ ጽኑ ጽኑ ጽኑ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እግዚአብሔር ነው የማይለወጥ ጽኑ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በሰልፍ ብዛት የማይደክመው ከበረታው በላይ ብርቱ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ባህርይው ሰላም ነው አያምንም በሁከት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ራሱን ለማሳመን አይገባም ከጭንቀት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ህሊና ወዳጁ ጊዜ መፍቻ ቁልፍ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ተረጋግቶ ይኖራል ተከፍቶ በስንቱ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ጽኑ ጽኑ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