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Abat Alegn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ማዕበሉን በስልጣን የሚገስጽልኝ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ዞር በል የሚልልኝ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አለኝ እኔ አባት አለኝ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ረዳት አለኝ እኔ ረዳት አለኝ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ከእናት ካባቴም በላይ ለኔ ራርተህ ስላየሁ (አሃሃ አሃ)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እግዚአብሔር ያለ ማንም የለም እላለሁ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ስደክም አበርትተህ ራሴን በዘይት ቀባህ (አሃሃ አሃ)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ጽዋዬም ተረፈልኝ ኢየሱስ ክብርህ ይስፋ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ክብርህ ይስፋ ውዴ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 ይስፋ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ቢጥል እግዚአብሔር ያነሳል (ሰው ቢጥል)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ቢጥል እግዚአብሔር ያነሳል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ከብሮ ያከብራል ከፍ ያደርጋል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ቢጥል እግዚአብሔር ያነሳል (ሰው ቢጥል) (2x)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እንቅልፍ እንደያዘው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እንደተኛ ሰው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መስሎኝ ነበር እኔስ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ግድ ማይለው (2x)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ይሄስ ሰው ሃይለኛ ነው ተነሳና ዞር በል አለው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ይሄስ ሰው ሃይለኛ ነው ተነሳና ጸጥ በል አለው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አዝማዕበሉን በስልጣን የሚገስጽልኝ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ዞር በል የሚልልኝ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አለኝ እኔ አባት አለኝ (2x)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ረዳት አለኝ እኔ ረዳት አለኝ (2x)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የምስኪን ወዳጅ ሆነህ በጐጆዬ ውስጥ ገባህ (አሃሃ አሃ)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የዘመመው ቤቴ ይኸው ባንተ ቀና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ልዘምር እንጂ ለምን ላጉረምርም (አሃሃ አሃ)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በጐጆዬ ውስጥ ያለው ኢየሱስ ይክበር ውድዬ ይክበር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ጌትዬ ይክበር ወድዬ ይክበር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አዝማዕበሉን በስልጣን የሚገስጽልኝ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ዞር በል የሚልልኝ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አለኝ እኔ አባት አለኝ (2x)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ረዳት አለኝ እኔ ረዳት አለኝ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