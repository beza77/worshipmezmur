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Ale Yemelew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 እርሱ አለ 4x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በዙፋኑ በዙፋኑ ኡ 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አለ ምለው 3x አለ ምለው አለ ምለው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ምዘምረው ምዘምረው ምናገረው ምፎክረው ምፎክረው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 እግዚአብሔር ስለ አምላኬ ስለ እርሱ ነው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እግዚአብሔር ያለ 7x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በሠማይም የለ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መመኪያ በዙፋኑ 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ላይ በማደሪያው ላይ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አለ ምለው 3x አለ ምለው አለ ምለው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ምዘምረው ምዘምረው ምናገረው ምፎክረው ምፎክረው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 እግዚአብሔር ስለ አምላኬ ስለ እርሱ ነው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እግዚአብሔር ያለ 7x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በምድርም የለ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የለም የለም የለም የለም የለም 7x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እግዚአብሔር ያለ 7x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በምድርም የለ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መመኪያ/ደስታ በዙፋኑ ላይ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ላይ በማደሪያው ላይ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ደስታ በዙፋኑ ላይ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ላይ በማደሪያው ላይ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እፎይታ በዙፋኑ ላይ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ላይ በማደሪያው ላይ 3x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