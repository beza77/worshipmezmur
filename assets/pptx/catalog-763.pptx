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Gubaewen Hulu Barkew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ጉባኤውን ሁሉ ባርከው ጌታ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ላክ ፈውስ ይሁንልን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መጐብኘትህ አስበን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የኋለኛውን ዝናብህን ላክልን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እሳት እሳት ያንን የመንፈስ ቅዱስ እሳት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ጉባኤውን ተመልከተው ጌታ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የደከመውን ሁሉ አንሳ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የላሉትንም ጉልበቶቼን ሁሉ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ለአምላካቸው ሁሉ አበርታ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ልጆቼ አይዟችሁ በለን ጌታ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የታመሙትንም ሁሉ ፈውስ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ምህረትህ አስበን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የታሰሩትንም ሁሉ ፍታ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ጐብኘን የሠራዊት ጌታ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ተነስ ተነስ የእግዚአብሔር ክንድ ሆይ ተነስ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ታላቁ ስምህ ይባረክ ጌታ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ብዙ ነው ጠዋት ማታ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ማዳንህ ታላቅ ነው መድኃኒቴ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ይስፋ ጌታ ኢየሱሴ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ክበር ሃሌሉያ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