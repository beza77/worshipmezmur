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Elzabielen Wushoch Yibeluatal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ለቤቱ ቀንቷል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ጠላትን ያዋርዳል አልዛቤልን ውሾች ይበሏታል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ነብያትን ይታደጋል አያይአሃ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ከእጆችዋም ያስመልጣል አልዛቤልን ውሾች ይበሏታል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ከኔ ጋር ያለው ማነው የሚበቀላት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ከከፍታዋ ላይ ወርውሯት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ቀድማ እራሷን አስጊጣ አለች ሰውን ልታስት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ከከፍታዋ ላይ ወርውሯት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መሸነፍ ከእንግዲህ ያብቃ ዛቻዋን ሰምቶ ድበቃ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ውጣና ተበቀላት አልዛቤልን ውሾች ይብሏት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መሸነፍ ከእንግዲህ ያብቃ ዛቻዋን ሰምቶ ድበቃ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ውጪና ተበቀያት አልዛቤልን ውሾች ይብሏት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ከኔ ጋር ያለው ማነው የሚበቀላት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ከከፍታዋ ላይ ወርውሯት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ቀድማ እራሷን አስጊጣ አለች ሰውን ልታስት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ከከፍታዋ ላይ ወርውሯት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የተኛህ ንቃ ቀን ሳለ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እሷ እያለች ምን ሰላም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አብረን እናስወግዳት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አስጥላት እንዳታነሳት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ባለሁበት ከተማ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አይሰራም ግልሙትናዋ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እኛም ባለንበት መንደር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አይሰልጥን የእሷ ነገር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