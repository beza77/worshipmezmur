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Amnehalehu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አምንሀለሁ ጌታ አምንሀለሁ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አምንሀለሁ ኢየሱስ አምንሀለሁ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ሠማይ ምድር ያልፍል ቃሌ ግን አያልፍም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ከአፌ የወጣዉ ቃል እንዲሁ አይመለስም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ብለህ እንደተናገርህ ቃልህን ፈጸምከዉ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ኮራሁብህ ኢየሱስ አንተ በሰራኸዉ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ብታደርግ ልክ ብታፈርስ ልክ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የማትሣሣት ፍፁም የሆንክ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ሥራ እንጂ ቃልህን ላክና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ሚከለክልህ የቱ ነው ጀግና ከአንተ ወዲያ ጀግና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አምንሀለሁ ጌታ አምንሀለሁ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አምንሀለሁ ኢየሱስ አምንሀለሁ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 ሚሰብከኝ ሚያስፈራ ነገር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የሚታየው ሁሉ እጅግ አስደንጋጭ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ትዝ ሲለኝ አይዞህ ነው የሚለኝ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እንዳልፈራ እንዳልዝል ነው የሚያስታውስኝ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መች በሰው ስሌት በአዋቂ መላ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ሆኖ ያውቅና የአንተ እኮ ሌላ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ርሃብ ሆኖ ነገ ጥጋብ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ሥትል አምናለሁ ሁሉ የአንተ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በእጅህ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አምንሀለሁ ጌታ አምንሀለሁ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አምንሀለሁ ኢየሱስ አምንሀለሁ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ውጣ ያልከኝ አንተ እንሆ ምድሪቷ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ሥሜን አውጅባት በርዝመት ስፋቱዋ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አብሬህ እሆናለሁ እስከ መጨረሻው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ሥትል ተቀበልኩኽ ካሳብህ ተስማማሁ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አባቶቼ በአንተ ታምኜ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ክጄ በዓለም ጨክኜ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ከኖሩስ አይቀር እንዲህ ነው ኑሮ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አክብሮ ደሞ አስከብሮ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ተመለክ አንተ አምላክ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ተደነቅ አንተ ድንቅ ንህ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ተወደስ አንተ ጀግና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ተሞገስ አንተ ልዩ ነህ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ሲያንሥህ ነው ጭብጨባ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ሲያንሥህ ነው ዕልልታ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