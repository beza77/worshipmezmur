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Yedesta Qen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ቀን ነው ደስ እያለን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ቀን ነው ደስ ይበለን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ቃና ዘገሊላ ሰርግ ላይ የተገኘው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ጌታችን ዛሬም አለ ብለን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ሆሆሆ እንዘምራለን አሃ ደስ እያለን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ሆሆሆ እንዘምራለን አሃ ደስ እያለን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አንደ ቃና ገሊላ ጌታ ከተጋበዘ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ለሰርጉ ብቻ ሳይሆን እንዲኖር ከታገዘ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ያለበት ትዳር ሁሌ ይጣፍጣል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 ወደ ብርሃን ሁሌ ይለወጣል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ፈጥኖ በታማኝ እጁ ባዶውን ይሞላል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ይኑርበት እንጂ ሁሉ ይባረካል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ቀን ነው ደስ እያለን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ቀን ነው ደስ ይበለን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ቃና ዘገሊላ ሰርግ ላይ የተገኘው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ጌታችን ዛሬም አለ ብለን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ሆሆሆ እንዘምራለን አሃ ደስ እያለን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ሆሆሆ እንዘምራለን አሃ ደስ እያለን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ነው ያልውን ይኸው አሳይቶናል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ላበቃቸው ክብር ይገባዋል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ወግ ማድረጉ እዚህ መድረሱ መባረኩ መከናወኑ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አሃሃሃ አዎ 3x ከእግዚአብሔር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አሃሃሃ አዎ 3x ከእግዚአብሔር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ቀን ነው ደስ እያለን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ቀን ነው ደስ ይበለን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ቃና ዘገሊላ ሰርግ ላይ የተገኘው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ጌታችን ዛሬም አለ ብለን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ሆሆሆ እንዘምራለን አሃ ደስ እያለን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ሆሆሆ እንዘምራለን አሃ ደስ እያለን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