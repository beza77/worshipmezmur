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Rartolenal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እራርቶልናል (4x)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ነውና መቼ ይተወናል ቸር ነውና መቼ ይረሳናል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ለረዳን , እንዲህ ላቆመን, (2x), በየዕለቱ , ለሚመራን, (2x), ነፍሳችንን , እያፈሰስን,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ከእግሮቹ ሥር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እንሰግዳለን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እራርቶልናል (4x)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ነውና መቼ ይተወናል ቸር ነውና መቼ ይረሳናል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ባሕሩንም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በሥልጣን አዞ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ፀጥ አረገው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በመሃል ገብቶ, (2x), ስንጨነቅ , የሚራራልን, (2x)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አለን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የሚያስብልን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ስለ እኛ/እኔ ያስባልና ያስባልና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ተራራውንም ሜዳ አድርጓልና አድርጓልና (2x)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አምነዋለሁ ነገም አምነዋለሁ ዘለዓለም አምነዋለሁ (2x)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ያስጨነቀኝ ጠላቴ አላነቃንቅ ያለኝ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እየተከታተለ እረፍትን የሚነሳኝ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የአምላኬ ቃል ሲመጣ ራርቶ ዘንበል ሲልልኝ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ፊቴ የቆመው ተራራ ደልዳላ ሜዳ ሆነልኝ (2x)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ስለ እኛ/እኔ ያስባልና ያስባልና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ተራራውንም ሜዳ አድርጓልና አድርጓልና (2x)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አምነዋለሁ ነገም አምነዋለሁ ዘለዓለም አምነዋለሁ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