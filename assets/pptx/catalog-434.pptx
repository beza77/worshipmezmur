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Filega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ቆይቼ ልጥና ደጅህን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ደጋግሜ ላንኳኳ በርህን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የመንፈስህ ነኝ እረሃብተኛ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ሰርተኸኝ በሌላ እንዳልረካ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ይሄን አውቄ ነፍሴ ተሸኝፋ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 ሰታለች እስከዘላለሟ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ብትወድ በሃይለኛው ንፋስህ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ብትወድ በነበልባል እሳት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ብትወድ ዝም ባለው ፀጥታ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ብትወድ በትንሿ ኮሽታ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አንተ ና ብቻ አንተ 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ና አንተ ብቻ 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አስቀድሜ ፅድቅህን አስቀድሜ ፊትህን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አስቀድሜ ወደጏዳ አስቀድሜ በሬን ልዝጋ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መጀመሪያ ፅድቅህን መጀመሪያ ፊትህን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መጀመሪያ ወደጏዳ መጀመሪያ ላወጋህ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ፍለጋ ፍለጋ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ቀኖቼ ይለቁ አንተን ፍለጋ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ይሰበር አልባስጥሮሴ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ከእግርህ ስር ሙሉ ማንነቴ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ይጠበው እግርህን እንባዬ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ውሃ ፊትህ ይፍሰስ ነፍሴ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ውጪ እኔነ የለኝም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መሰዊያው ላይ ህኸው አለሁኝ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ብትወድ በሃይለኛው ንፋስህ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ብትወድ በነበልባል እሳት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ብትወድ ዝም ባለው ፀጥታ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ብትወድ በትንሿ ኮሽታ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አንተ ና ብቻ አንተ 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ና አንተ ብቻ 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አልሰለችም አንተን መጠበቅ ቀንና ለሊት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አይደክመኝም እጠብቅሃለሁ ቀንና ለሊት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ረሃቤ ነህ የዘላለም እርካታዬ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አያረካኸኝ ምራብህ እየሞላኸኝ ምጠማህ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ከጎኔ ሆነህ ምናፍቅህ እየዳሰስከኝ ምራብህ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ከጎኔ ሆነህ ምናፍቅህ እየዳሰስከኝ ምራብህ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አተረፍኩ አንተን አንተን ስላልኩ አንተረፍኩ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አወኩበት አንተን ስለመረጥኩ አወኩበት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አተረፍኩ ክብሬ ስላረኩን አተረፍኩ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አወኩበት አንተን ስለወደድኩ አወኩበት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አስቀድሜ ፅድቅህን አስቀድሜ ፊትህን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አስቀድሜ ወደጏዳ አስቀድሜ በሬን ልዝጋ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መጀመሪያ ፅድቅህን መጀመሪያ ፊትህን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መጀመሪያ ወደጏዳ መጀመሪያ ላወጋህ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ፍለጋ ፍለጋ ፍለጋ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ቀኖቼ ይለቁ አንተን ፍለጋ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