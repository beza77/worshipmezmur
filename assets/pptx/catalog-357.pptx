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Betselot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ሰውማ የእራሱ ችግር በዝቶበት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ያዋየዋል ለጠናበት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ለእራሱ መሆን አቅቶት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ሰፎት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ሊረዳው ማን አቤት ብሎት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ውይ ሰው አልኩኝ እኔም በችግሬ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ሲሰወር ከሰፈሬ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አለሁ ያለኝ በደህና :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ውሉ ጠፋብኝ በከፋኝ ቀን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ዘወር ስል ከሰውም ከእራሴ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ለካ መልሴ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በይ ፀሎቴ 2x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አገናኚኝ ቶሎ ከአባቴ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ባለቅስ ተደፍቼ እግሩ ሥር ወድቄ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ስነሳ ፊቴ በርቶ ልቤ በእርሱ ረክቶ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ቢመለስም ባይመለስም ጥያቄው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ሰላም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በላይ የሚያስብልኝ እርሱ አዋቂ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አልሰወር አልጥፋ እንጂ እኔ ከሥሩ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ነገሬን እኔ አልፈዋለሁ ሙሉ ዘመኑን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 ይመለሳል በፀሎት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 ይጠበቃል በፀሎት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በፀሎት በመንበርከክ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ቅርብ ነው አጠገቤ ነው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የሚለኝ ወዳጄ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'ለማን?' 'ለምን?' ብዬ እጨነቃለሁ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ልመናዬን አስታውቃለሁ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አእምሮን የሚያልፍ የአምላክ ሰላም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ሃሳቤን ይጠብቃል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በእርሱ ሁልጊዜ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ላይቀር ያለልኝ ባለው ጊዜ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ሲገባኝ እውነቱ ለእራሴ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ለካ መልሴ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በይ ፀሎቴ 2x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አገናኚኝ ቶሎ ከአባቴ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ባለቅስ ተደፍቼ እግሩ ሥር ወድቄ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ስነሳ ፊቴ በርቶ ልቤ በእርሱ ረክቶ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ቢመለስም ባይመለስም ጥያቄው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ሰላም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በላይ የሚያስብልኝ እርሱ አዋቂ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አልሰወር አልጥፋ እንጂ እኔ ከሥሩ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ነገሬን እኔ አልፈዋለሁ ሙሉ ዘመኑን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 ይመለሳል በፀሎት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 ይጠበቃል በፀሎት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በፀሎት በመንበርከክ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በፀሎት በፀሎት በፀሎት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