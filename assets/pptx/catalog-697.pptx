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Leyet Yale New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Meheret Etefa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አላሳልፈኝ ያለው የብረት መዝጊያው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ኧረ እንዴት ተከፈተ አሁን በጊዜው 2x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ባለስልጣኑን ጌታ በእኔ ሲያየው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ለመከፈት መነካት አላስፈለገው 2x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አልፈራም ነገን ምን እሆን ብዬ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እኖራለሁ በእርሱ ተደላድዬ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አልሰጋም ነገን ምን እሆን ብዬ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እኖራለሁ በእርሱ ተደላድዬ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ኧረ ምን ችግር አለ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ጌታዬ እግዚአብሔር አለ 2x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ኧረ ምን ችግር አለ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እርሱ እግዚአብሔር አያለ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ኧረ ምን ችግር አለ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ጌታዬ እግዚአብሔር አለ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እሄዳለሁኝ ገና አላቋርጥም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በእኔ ያለው እርሱ ፍፁም አይደክምም 2x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በኃይልና በብርታት በእኔ ሳይሆን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በመንፈሱ በእግዚአብሔር ችላለሁ ሁሉን 2x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በእርሱ ታምኜ ምን እሆናለሁ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በትከሻው መሃል ላይ በክብር አድራለሁ 2x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ኧረ ምን ችግር አለ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ጌታዬ እግዚአብሔር አለ 2x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ኧረ ምን ችግር አለ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እርሱ እግዚአብሔር አያለ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ኧረ ምን ችግር አለ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ጌታዬ እግዚአብሔር አለ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እስቲ ልናገር ስለዚህ ጌታ አሃ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የጠላቴን ትጥቅ አቤት ሲያስፈታ 3x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አደራረጉ ከሰው ልዩ ነው ኦሆ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የእኔ እኮ ጌታ ለየት ያለ ነው ለየት ያለ ነው 2x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ቀን በቀን እኔ ማየው ቀን በቀን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የሚያሳየኝ ጉድ እኮ ነው ቀን በቀን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ከትላንቱ ይልቅ ዛሬ በልጧል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የማዳን እጁ ለእኔ ቀርቧል 2x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ከትላንቱ ይልቅ ዛሬ በልጧል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የማዳን እጁ ለእኔ ቀርቧል 2x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በተዐምር እወጣለሁ በተዐምር እገባለሁ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የታመንኩበት ጌታዬ ተዐምረኛ ነው 2x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አሁን አሁንማ ብሷል አሁን አሁን 2x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እኔም አምነዋለሁ እርሱም ይሰራል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ከተዐምራቱ እኔን ያጠግበኛል 2x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እኔም አምነዋለሁ እርሱም ይሰራል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ከተዐምራቱ እኔን ያጠግበኛል 2x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እስቲ ልናገር ስለዚህ ጌታ አሃ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የጠላቴን ትጥቅ አቤት ሲያስፈታ 3x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አደራረጉ ከሰው ልዩ ነው ኦሆ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የእኔ እኮ ጌታ ለየት ያለ ነው 2x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