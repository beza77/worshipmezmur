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Sesemaw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ስሰማዉ 3x ስሰማው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የማይሰለቸኝ የማይሰለቸኝ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እየሱሴ የአንተ ስም ነዉ እወደዋለሁኝ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ስላንተ በየዕለቱ በየማታዉ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ስላንተ በየዕለቱ በየማታዉ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መስማት አይሰለቸኝ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ተሰበኬ 2x ሰምቼ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ጆሮዬ ያልጠገበዉ ያንተን ስም ነዉ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ኢየሱስ ኢየሱስ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የሚጣፍጠኝ ስም ኢየሱስ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ምወደዉ ስም ኤየሱስ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የምታዘዘዉ ስም ኢየሱስ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ምወደዉ ስም ኢየሱስ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የከበረ ስም የተቀባ 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የምወደዉ ስም ምኖርለት 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የከበረ ስም እሳት ያለዉ 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የምወደዉ ስም ምኖርለት 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እጠራዋለሁ ኢየሱስ 8x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 የጸና ግንብ ነዉ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 የጸና ግንብ ነዉ 3x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ጻድቅ ወደ እርሱ ሮጦ ከፍ ከፍ ይላል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የጌታን ስም የሚጠራ እርሱ ይድናለል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ስሰማዉ 3x ስሰማው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የማይሰለቸኝ የማይሰለቸኝ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እየሱሴ የአንተ ስም ነዉ እወደዋለሁኝ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ስላንተ በየዕለቱ በየማታዉ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ስላንተ በየዕለቱ በየማታዉ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መስማት አይሰለቸኝ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