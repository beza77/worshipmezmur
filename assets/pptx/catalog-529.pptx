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Golgota Timeskir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ጐልጐታ ትመስክር ቀራንዮ ትናገር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 ኃይል ጣሩን የአኳሃኑን ነገር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ከዚህስ የሚበልጥ ፍቅር የለም ከኢየሱስ የሚበልጥ ፍቅር የለም ከአምላኬ የሚበልጥ ፍቅር የለም ከጌታ የሚበልጥ ፍቅር የለም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ስለእኔ የሚያሰጥ መውደድ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መስቀል አሸክሞ አስጐንብሶ የሚያስኬድ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የጌታዬን ፍቅር ምን ይመጥነዋል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ከምንም ከምንም ከምንም ይበልጣል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ከኢየሱስ የሚበልጥ ፍቅር የለም ከዚህስ የሚበልጥ ፍቅር የለም ከአምላኬ የሚበልጥ ፍቅር የለም ከጌታ የሚበልጥ ፍቅር የለም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እንዲወደኝ እኔ የማውቀው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የተወጋ ጐኑን እሱን ሳየው 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የእሾህ አክሊል አርጐ አንገቱን የደፋው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ደስ ብሎኝ ስቄ እንድኖር ነው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ከዚህስ የሚበልጥ ፍቅር የለም ከኢየሱስ የሚበልጥ ፍቅር የለም ከጌታ የሚበልጥ ፍቅር የለም ከአምላኬ የሚበልጥ ፍቅር የለም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ደም ግባት ውበትን የሌለው ተባለ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ስለበደሌ ሲል ደቀቀ ቆሰለ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አፉን አልከፈተም አምላኬ ዝም አለ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ሕመሜን ታመመ ደዌን ተቀበለ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ከዚህስ የሚበልጥ ፍቅር የለም ከኢየሱስ የሚበልጥ ፍቅር የለም ከአምላኬ የሚበልጥ ፍቅር የለም ከጌታ የሚበልጥ ፍቅር የለም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ሀዘኔን ምሬቴን በሰፍነጉ ሞልቶ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ጠጣልኝ ከሰማያት መጥቶ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ጨርሶታል ምንም አላስቀረም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ያስተረፈው ኾምጣጤኮ የለም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ከዚህስ የሚበልጥ ፍቅር የለም ከዚህስ የሚበልጥ ፍቅር የለም ከአምላኬ የሚበልጥ ፍቅር የለም ከጌታ የሚበልጥ ፍቅር የለም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ጐልጐታ ትመስክር ቀራንዮ ትናገር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 ኃይል ጣሩን የአኳሃኑን ነገር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