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Qal Alegn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Bereket Tesfaye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ፈውሱን ፍልጌ ስንከራተት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መፍትሄ አጥቼ ስባትት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አንዴ ወደዛ አንዴ ወዲህ ስል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እሩጬ ሩጬ ልቤ እስኪዝል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ከዚህ ሁሉ ጣጣ የገላገለኝ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የዳዊት ዘር ነው ቃልን የሰጠኝ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በአንዲት ቃል ብቻ ተገላገልኩ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ተባረክ ብዬ አመሰገንኩ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በፍፁም አልወድቅም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የሰጠኝ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በልጅነቴ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ቃል ገብቶልኛል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እንደማይተወኝ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ነግሮኛል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ከአሁን በኋላ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የምኖረው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ቃሉን ከፊቴ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አስቀድሜ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5x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ከጨለማ ውስጥ እኔን የጠራኝ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አስደናቂውን ብርሃን ያሳየኝ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የተናኩትን ና ብሎ ጠርቶ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በወንጌል ዘይት ራሴን ቀብቶ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የሚያየኝ ሁሉ እስኪገረም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አቆመኝ ጌታ ለምስክር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መልካሙ እንደዛ መሬት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ቃሉን ዘራብኝ አረኩኝ ሀሴት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በፍፁም አልወድቅም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የሰጠኝ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በልጅነቴ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ቃል ገብቶልኛል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እንደማይተወኝ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ነግሮኛል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ከአሁን በኋላ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የምኖረው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ቃሉን ከፊቴ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አስቀድሜ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5x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አብርሃም በድንቅ የጠራኝ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ሁሉንም ተወው ውጣ አትፍራ ያለኝ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እስከ ዓለም ፍጻሜ ከእኔ ጋራ ነው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የቃሉ መንፈስ በውስጤን ያለው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አልፈራም አልሸበር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ድምፅን ሰማሁኝ ከእግዚአብሔር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ወድቄ የምቀር መቼ ሆንኩና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 ነግሮኛል ሄዳልሁ ገና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በፍፁም አልወድቅም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የሰጠኝ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በልጅነቴ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ቃል ገብቶልኛል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እንደማይተወኝ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ነግሮኛል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ከአሁን በኋላ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የምኖረው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ቃሉን ከፊቴ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አስቀድሜ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5x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በልጅነቴ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ቃል ገብቶልኛል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እንደማይተወኝ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ጌታ ነግሮኛል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ከአሁን በኋላ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የምኖረው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ቃሉን ከፊቴ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 አስቀድሜ ነው</a:t>
            </a:r>
          </a:p>
          <a:p>
            <a:pPr algn="ctr">
              <a:lnSpc>
                <a:spcPct val="125000"/>
              </a:lnSpc>
            </a:pPr>
            <a:r>
              <a:rPr sz="28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ቃል አለኝ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