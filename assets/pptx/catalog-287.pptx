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11680"/>
            <a:ext cx="10881360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5400" b="1">
                <a:solidFill>
                  <a:srgbClr val="FFFFFF"/>
                </a:solidFill>
                <a:latin typeface="Ebrima"/>
                <a:ea typeface="Ebrima"/>
                <a:cs typeface="Ebrima"/>
              </a:rPr>
              <a:t>Yehie New Egziabhier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023360"/>
            <a:ext cx="1088136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000" b="0">
                <a:solidFill>
                  <a:srgbClr val="CCCCCC"/>
                </a:solidFill>
                <a:latin typeface="Ebrima"/>
                <a:ea typeface="Ebrima"/>
                <a:cs typeface="Ebrima"/>
              </a:rPr>
              <a:t>Birucktawit Assefa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ይሄ ነው እግዚአብሔር ለእኔ የደረሰው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ከጠበኩት በላይ ድንቅን ያደረገው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ስለዚህ በፊቱ ምሥጋናን እሰዋለሁ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ተመስገን ተመስገን ተመስገን እላለሁ 2x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ምን እላለሁ ምሥጋና ለእርሱ ሰጣለሁ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ምን እላለሁ ምሥጋና አበዛለሁ 2x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ፀሐይ ምትወጣ በስተምስራቅ በኩል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ሲመሽባት ደግሞ በስተምዕራብ ብትሆን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ማንም አይገረምም በነዚህ ድርጊቷ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ወግና ስርአቷ ልክ ከጥንት ፍጥረቷ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አንድ ቀን በደቡብ ብትወጣ በድንገት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ሲመሽባት ደግሞ ሰሜንን ብትመርጥ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ያኔ እንግዳ ነገር ለሁሉም ይሆናል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ለእኔ ግን አምላኬ ከዚህ በላይ አድርጓል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ጉድ ተባለ ሆኖ ያልተጠበቀ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ተሰራልኝ በዓለም ያልታወቀ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እርሱ ሚለው የመዳኔ ነገር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ከሞት የመትረፌ አያልቅም ቢነገር 4x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ይሄ ነው እግዚአብሔር ለእኔ የደረሰው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ከጠበኩት በላይ ድንቅን ያደረገው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ስለዚህ በፊቱ ምሥጋናን እሰዋለሁ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ተመስገን ተመስገን ተመስገን እላለሁ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ምን እላለሁ ምሥጋና ለእርሱ ሰጣለሁ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ምን እላለሁ ምሥጋና አበዛለሁ 2x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እንዲህ በቀላሉ እንደዋዛ ታልፎ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ሊተው አይቻልም አያስቀምጥ አርፎ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ውስጡ የተቀመጠው ምህረቱ የገባው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ይነዘንዘዋል ቀን ከሌት ውለታው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ቢያቅተኝ ቢቸግረኝ ዝም ማለት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ጉባኤ መጣሁኝ ሕዝቡ ባለበት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እኔ እያስታወስኩኝ ያረገውን ስራ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አምልኮን ልሰዋ ከጉባኤው ጋራ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የገባው ሰው የተደረገለት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ያላስቻለው ውለታው ያለበት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ይነሳና አብሮኝ ከፍ ያድርገው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ምህረትና ፍቅር እሰከ ዘለዓለም ነው 4x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ይሄ ነው እግዚአብሔር ለእኔ የደረሰው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ከጠበኩት በላይ ድንቅን ያደረገው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ስለዚህ በፊቱ ምሥጋናን እሰዋለሁ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ተመስገን ተመስገን ተመስገን እላለሁ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ምን እላለሁ ምሥጋና ለእርሱ ሰጣለሁ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ምን እላለሁ ምሥጋና አበዛለሁ 2x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በመስቀል ላይ ለእኔ የሰራውን ስራ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ቀንም ሆነ ሌሊት ሁልጊዜ ባወራ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ቃላት አይበቃኝም ዓረፍተ ነገሮች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እንጂ የእርሱ ስራ አያልቅም እንደ ሌሎች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ዕልልታና አምልኮ ላምላኬ ሳላስቀር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በምሥጋና ፊቱ ከመቅረብ በስተቀር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ሌላ ምን ምርጫ አለኝ ለእርሱ የምሰጠው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ገና ጨማምሬ ምሥጋና እሰዋለሁ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መቼ ያልቃል ቢወራ ቢወራ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ተናግሬ መቼም አያበቃ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እርሱም ቢሆን የመዳኔ ነገር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የመስቀሉ ስራ አያልቅም ቢነገር 4x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የኢየሱስ ስራ አያልቅም ቢነገር 2x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ይሄ ነው እግዚአብሔር ለእኔ የደረሰው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ከጠበኩት በላይ ድንቅን ያደረገው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ስለዚህ በፊቱ ምሥጋናን እሰዋለሁ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ተመስገን ተመስገን ተመስገን እላለሁ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ምን እላለሁ ምሥጋና ለእርሱ ሰጣለሁ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ምን እላለሁ ምሥጋና አበዛለሁ 2x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