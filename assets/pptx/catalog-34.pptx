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Amen Amen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አሜን (16X)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ሲነገረኝ አትንገሩኝ ባይ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ጠንካራ ነበረ ልቤ እንደ ድንጋይ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አንድ ቀን ጭንቀት ወደ ህይወቴ 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ዕውቀት የመሰለኝ ምንም አላመጣ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ቢጨንቀኝ ቢጠበኝ ልሞክረው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በስብከት ሞኝነት አሄ ይሁን አሜን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 ማላውቀው የደስታ ካባ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 ለበሰ ኢየሱስ ሲገባ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ዛሬማ እሞትለታለሁ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ሂድ ቢለኝ ወዴት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ነው የመጨረሻዬ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ያልኩት ኢየሱስ ጌታዬ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አስገባሁት አሜን ልቤን ከፍቼ አሜን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አለሁ አሜን ድኜ ቀርቼ አሜን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ያስገባሁት አሜን አሜን ብዬ አሜን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መድኃኒት ሆነኝ አሜን ኢየሱስዬ አሜን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ኢየሱስዬ ውድዬ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አሜን...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እንኳንስ ሊያቀርበኝ ሊገባ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መጥራት ማይገባኝ ስሙን በአንደበቴ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ግን ደግ ነው ምህረት የለበሰ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ለጠፋሁት ልጁ ፍቅርን ደገሰ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ፍርድ ነበረብኝ በሞት የሚያስቀጣ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የገዛ በደሌ ያመጣብኝ ጣጣ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ግን ከፈለ የኃጢያቴን ዕዳ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በማለቴ ነውሬን አፀዳ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በኢየሱስ ህይወት አጊንቻለሁ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ልለየው እንዴት እችላለሁ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እስካይችል ይሄ ትከሻዬ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አይሏል ፍቅሩ በላዬ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አስገባሁት....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ኢየሱስዬ...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አሜን...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 ወረደ አሜን አሜን ደግሞ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ሞተ አሜን አሜን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ከሙታን ተነሳ አሜን አሜን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አረገ አሜን አሜን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እንደ መብረቅ አሜን አሜን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ከላይ እያበራ አሜን አሜን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ይመለሳል አሜን አሜን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ከቅዱሳን ጋራ አሜን አሜን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ስምን ያተረፉ በየዘመናቸው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ተከታዮቻቸው ሲሞቱ ረሷቸው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ሺ ዓመት ታሪክ ያልሸፈነው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ሰንጥቆ የመጣ የኢየሱሴ ስም ነው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ይኼን ስሰማ አሜን በማለቴ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ሰመረ ብርሃን በራ 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በማለቴ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ሰመረ ሂወቴ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ያልኩት ጌታ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እስራቴን ፈታ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