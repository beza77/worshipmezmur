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Edme Liken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Lealem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“ዕድሜ ልኬን”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የምጨምርልህ የለም በቂ ነው ማንነትህ የፍቅር ግዴታዬ ነው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ለኔ ግን ሳወድስህ, ዕድሜ ልኬን ብዘምረው, ማንነትህን ከቶ አልጠግበው, ዕድሜ ልኬን ብተርከው, ኅልዎትህን ከቶ አልጠግበው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የወርቅ ፍልቃቂ የክብር ሙዳዬ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በሞገስ ያጌጥከው መጎናፀፊያዬ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የፊቴ መዳኒት የርስቴ ዕድል ፈንታ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ካንተ ሌላ አላውቅም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የልጅ ልጅ ደስታ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መላ እኔነቴ አንተን ይወዳል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በቀን በሌሊት ሁሌ ያስብሃል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ያላንተ መኖር አይሆንልኝም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ህይወቴ አንተ ነህ ሌላም የለኝም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በማንነትህ ትርጉም ያገኘች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 ደጋግማ አንተን ፈለገች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ከሺኾች ይልቅ ከአዕላፊት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 ወዳለች የአንተን ፊት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ቃላት ባገኘሁና, ባወራሁ ያንተን ምስጋና, የልቤ በደረሰልኝ, አምላኬ አንተው ከብረህልኝ, የሚያስፈልገኝ አንድ ነገር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እሱም አንተው ነህ ጌታ እግዚአብሔር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ካገኘሁ ጠግቤ አድራለሁ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አምላኬ እወድሃለሁ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እወድሃለሁ እጅግ አብዝቼ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ከልቤ ጋራ እጄን አንስቼ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በምን ቋንቋ ነው ከቶ ምገልፀው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የልቤ አምላክ ሆይ ፍቅርህ ብርቱ ነው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