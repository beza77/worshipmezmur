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Tenagro Ayeresam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Biruk Gebretsadiq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እግዚአብሄር ያለው ሁሉ ይሆናል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አንድም ሳይቀር ይፈፀማል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የተናገረውን ቃሉን ያስባል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እኮ አይደለም እንዴት ይረሳል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ተናግሮ አይረሳም ተናግሮ አይረሳም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ከአፉ የወጣው በርግጥ ይፈፀማል (2x)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ይሄ እንዴት ይሆን ከቶ አይባልም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በውኑ ለእግዚአብሔር የሚሳነው አለ ወይ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ላይጨርስ እርሱ አያስጀምርም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የእውነት አምላክ ነው ፈፅሞ አይዋሽም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ተናግሮ አይረሳም ተናግሮ አይረሳም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ከአፉ የወጣው በርግጥ ይፈፀማል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