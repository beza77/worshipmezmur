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Egziabhier Tetolegnal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Bezu Mulugeta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ትቶልኛል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ወደዋለሁ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እኔን ምሮኛል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አከብረዋለሁ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በብዙ ምሥጋና ፊቱ እቀርባለሁ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በብዙ ዝማሬ ጌታን አከብራለሁ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1 ገበናን ሰው መግለጽ ይወዳል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ኃጢአትን መቼ ይቅር ይላል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የኔ ወድ ከዚህ ሁሉ ልዩ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ምሮኛል ሰዎች ይህን ስሙ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ትቶልኛል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ወደዋለሁ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እኔን ምሮኛል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አከብረዋለሁ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በብዙ ምሥጋና ፊቱ እቀርባለሁ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በብዙ ዝማሬ ጌታን አከብራለሁ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2 ስንቆም ሞገስ የሚያላብሰን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ጻድቃኖች አድርጐ የቆጠረን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ብዙ ትቶልናል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ምህረቱ ዛሬም ያኖረናል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ትቶልኛል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ወደዋለሁ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እኔን ምሮኛል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አከብረዋለሁ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በብዙ ምሥጋና ፊቱ እቀርባለሁ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በብዙ ዝማሬ ጌታን አከብራለሁ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3 ለመውገር ሁሉ ይቸኩላል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ድንጋዩን በእጅ ተሸክሟል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የሰው ድካም ያውቃል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ካመድ ላይ ምስኪኑን ያነሳል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ትቶልኛል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ወደዋለሁ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እኔን ምሮኛል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አከብረዋለሁ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በብዙ ምሥጋና ፊቱ እቀርባለሁ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በብዙ ዝማሬ ጌታን አከብራለሁ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4 ውለታው ለእኔ በዝቶብኛል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ነውሬን የሱስ ወስዶልኛል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ውበቴ ድምቀቴ ሽታዬ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ጠረኔ ሆነልኝ ጌታዬ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ትቶልኛል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ወደዋለሁ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እኔን ምሮኛል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አከብረዋለሁ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በብዙ ምሥጋና ፊቱ እቀርባለሁ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በብዙ ዝማሬ ጌታን አከብራለሁ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