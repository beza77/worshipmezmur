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Lejie Hoy Qalien Tebeq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"ሚጡ ሚጡ ነይና አባባ እንቅልፋቸው ሳይመጣ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ምከሩን እንበላቸው እንደትላንትና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ውይ እኔ እኮ በጣም ነው ምወደው የሳቸውን ምክር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እሺ ነይ ደስ ይለኛል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አባባ አባባ? ምክር ምከሩን አባባ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ምክር አላችሁ? አዎ አዎ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እሺ እስቲ ዛሬ እስኪ ደግሞ ከምሳሌ መጽሃፍ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አንድ ምክር ልምከራቹህ አሺ እሺ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እንደዚህ ይላል ልጆቼ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ልጄ ሆይ ቃሌን ጠብቅ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ትዕዛዜንም በአንተ ዘንድ ሸሽግ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ትዕዛዜንም ጠብቅ በሕይወትም ትኖራለህ ያላል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የእግዚአብሔርን ቃል ስትጠብቁ በሕይወት ትኖራላችሁ እሺ?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እሺ! ጐበዝ ልጆች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እቼን መዝሙር ደስ እያላችሁ ዘምሯት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እሺ አባባ ሚጡ ነይ!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ጥበብ ማስተዋል ስጠኝ እያላችሁ አምላክን ለምኑት 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ልጄ ሆይ ቃሌን ጠብቅ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ትዕዛዜንም በአንተ ዘንድ ሸሽግ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ትዕዛዜን ጠብቅ በሕይወትም ትኖራለህ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ህጌንም እንደ ዐይንህ ብሌን ጠብቅ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በጣቶችህ ተሰራቸው በልብህ ጽላትም ጻፋቸው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ጥበብን አንቺ እህቴ ነሽ በላት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ማስተዋልንም ወዳጄ ብለህ ጥራት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ልጄ ሆይ ቃሌን ጠብቂ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ትዕዛዜንም በአንቺ ዘንድ ሸሽጊ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ትዕዛዜን ጠብቂ በሕይወትም ትኖሪያለሽ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ህጌንም እንደ ዐይንሽ ብሌን ጠብቂ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በጣቶችሽ ተሰራያቸው በልብሽ ጽላትም ጻፊያቸው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ጥበብን አንቺ እህቴ ነሽ በያት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ማስተዋልንም ወዳጄ ብለሽ ጥራያት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ጥበብ ማስተዋል ዕውቀትን ስጠኝ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ጥበብ ማስተዋል ዕውቀትን ስጠኝ ለእኔ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ጥበብ ማስተዋል ዕውቀትን ስጠኝ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ጥበብ ማስተዋል ዕውቀትን ስጠኝ ለእኔ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