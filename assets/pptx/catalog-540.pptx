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LeEgziabihier Qelal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በእግዚአብሔር ዓይን ቀላል ነው ቀላል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በአምላኬ ዓይን ቀላል ነው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ቀላል ነው ቀላል ነው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ከባድ የሚባል ነገር አታውቅም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የሚባል ነገር አታውቅም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አስፈሪ የሚባል ነገር አታውቅም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አልችልም የሚል ቃልን አታውቅም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 ብዬ አመልክሃለሁ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 ብዬ እደሰታለሁ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 ብዬ እጸልያለሁ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 ብዬ አከብርሃልሁ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አመልክሃለው አመልክሃለው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ነህ መልሱን የነገርከኝ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እንዳይመስለኝ ያደረከኝ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እስከሚገርመኝ ድርስ እደሰታለሁ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ከባዱ ፈተና ለካ ቀላል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በአምላኬ ዓይን ምንም ነው ምንም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በአምላኬ ዓይን ምንም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በአምላኬ ዓይን ቀላል ነው ቀላል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በአምላኬ ዓይን ቀላል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ቀላል ነው ቀላል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ነው ምንም 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ከባድ የሚባል ነገር አታውቅም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የሚባል ነገር አታውቅም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አስፈሪ የሚባል ነገር አታውቅም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መጣ ብለህ አትደነግጥም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 ብዬ አመልክሃለሁ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 ብዬ እደሰታለሁ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 ብዬ እጸልያለሁ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 ብዬ እጠብቅሃለሁ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አመልክሃለው አከብርሃለሁ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እደሰታለሁ እጸልያለሁ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 የሚባል ነገር አታውቅም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አልቋል የሚባል ነገር አታውቅም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አልችልም የሚል ቃልን አታውቅም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አይሆንም የሚል ቃልን አታውቅም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 ብዬ አመልክሃለሁ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 ብዬ አከብርሃልሁ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 ብዬ እደሰታለሁ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 ብዬ እጸልያለሁ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 አከብርሃልሁ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እጠብቃለሁ እደሰታለሁ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በእግዚአብሔር ዓይን ቀላል ነው ቀላል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በአምላኬ ዓይን ቀላል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በአምላኬ ዓይን ምንም ነው ምንም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በእግዚአብሔር ዓይን ምንም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በእግዚአብሔር ምንም ነው ምንም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በአምላኬ ምንም ነው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ነው ምንም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ቀላል ነው ቀላል ነው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