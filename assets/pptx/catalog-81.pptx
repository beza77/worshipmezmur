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Beruk Mench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አንተ ብሩክ ምንጭ ነህ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ልብን የምታረካ ነፍስን የምትመልስ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የሰላም ንጉሥ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የሰላም አባት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ሁለተኛ እንዳልጠማ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አረካኸኝ ከሕይወት ውሃ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ሕይወት መንገድ ሆንክልኝ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በብርሃኔ ብርሃን አሳየኸኝ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አከብርሃለሁ ክበር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ይሁን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አንተ ብሩክ ምንጭ ነህ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ልብን የምታረካ ነፍስን የምትመልስ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የሰላም ንጉሥ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የሰላም አባት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በሰፈሬ እንድታልፍ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ግድ አለህ ከቶ እንዳልጠፋ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መጥተህ ታሪኬን ነገርከኝ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ወደራስህ ዘንድ አስጠጋኽኝ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አከብርሃለሁ ክበር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ይሁን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አንተ ብሩክ ምንጭ ነህ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ልብን የምታረካ ነፍስን የምትመልስ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የሰላም ንጉሥ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የሰላም አባት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በአንተ ስለረካሁኝ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ብሩክ ምንጭ ነህ አወራለሁ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በመንፈስ እሰግዳለሁ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 የሚሻውን አበዛለሁ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አከብርሃለሁ ክበር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ይሁን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