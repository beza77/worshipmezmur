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Abietu Behezbeh Moges Aseben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በህዝብህ ሞገስ አስበን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በመድሃኒትህም ጐብኘን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ህዝብህ ለአርባ አመታት ሲጓዝ ምድረ በዳ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 ስለሆንከው ከቶ ሳይጐዳ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እያዘነብክለት ከሰማያት መና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ስትጠብቅ ስትመራው በእሳት በደመና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ሞገስህን አግኝቶ ህዝብህም በርትቶ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በድል አድርጓል ጠላቶቹን ረግጦ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ህዝብህን ባሰብክበት ሞገስህ አስበን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ማምለጥ እንድንችን ከከበበን ነገር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በህዝብህ ሞገስ አስበን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በህዝብህ ሞገስ አስበን (4x)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ያየ የጋለው ፍቅርህ የቀድሞው ሕይወታችን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ቀስሞብናል ቀዝቅዟል ልባችን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አንድነት ሲጠፋ መለያየት በዝቶ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 ብቻ ሆነናል ሕይወታችን ሞቶ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ግን ጌታ ሆይ ጐብኘን በ???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ባሰብክበት ምህረት ልክ እንደህዝቦችህ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እጆቿን ወደ አንተ ኢትዮጵያም ትዘርጋ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 አሁን ይሁን ሞገስህ ይብዛና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በህዝብህ ሞገስ አስበን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በህዝብህ ሞገስ አስበን (4x)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በአንደበት ፍቅር የለበጥ አንድነት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ቤትህን አረግነው ተንኮል የሞላበት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በአፋችን ሌላ በልባችን ሌላ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የያዝነውን እምነት አረግነው ደካማ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መግባባት ይኑረን ቃላችን አንድ ይሁን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እንደተናገርነው እንዲሁ እንድንኖር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ለውጥን ስጠን ጌታ ለሁላችን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በሞገስህ አስበን ይቀየር ልባችን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በህዝብህ ሞገስ አስበን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በህዝብህ ሞገስ አስበን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