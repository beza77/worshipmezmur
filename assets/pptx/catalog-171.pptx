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Tanesaleh</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መልካም ነህ አንተ የእኔ ጌታ ለሚታመኑህ ጋሻ መከታ አያልቅም ርህራሄህ አልጠፋንም አለን ቤትህ (2x) በሕይወት ጐዳና ላይ ደክሞ ለወደቀው ተስፋን ቆርጦ ታነሳዋለህ እንደገና እንዳይጠፋ ወደሃልና አንዳያስብ ዳግም ክፋቱን ታወጣለህ ሃዘን ከልቡ ትረዳዋለህ እስኪፈወስ በጠላቱ አንዳይከሰስ ታነሳለህ ሰው ከወደቀበት ታነሳለህ አለህ ምህረት ታነሳለህ አትጥልም አትተውም ታነሳለህ ቸር ዘለዓለም (2x) የታመነ ደም ነው የኢየሱስ የረከሰን ሁሉ ሚቀድስ ኃጢአት ቢሸት አንደ ደም ቀልቶ ያጠራዋል እንደ ባዘቶ የተጨነቀች ነፍስ መሸሻ ምህረት አለው ፊቱን ለሚሻ ይሞላል አፍን በዝማሬ አስጥሎ ከጨካኙ አውሬ ያነሳል ሰው ከወደቀበት ያነሳል አለህ ምህረት ያነሳል አትጥልም አትተውም ያነሳል ቸር ዘለዓለም ታነሳለህ ሰው ከወደቀበት ታነሳለህ አለህ ምህረት ታነሳለህ አትጥልም አትተውም ታነሳለህ ቸር ዘለዓለም መልካም ነህ አንተ የእኔ ጌታ መልካም ነህ አንተ የእኔ ጌታ ለሚታመኑህ ጋሻ መከታ ለሚታመኑህ ጋሻ መከታ አያልቅም ርህራሄህ አልጠፋንም አለን ቤትህ (2x) አልጠፋንም አለን ቤትህ (2x) በሕይወት ጐዳና ላይ ደክሞ ለወደቀው ተስፋን ቆርጦ በሕይወት ጐዳና ላይ ደክሞ ለወደቀው ተስፋን ቆርጦ ታነሳዋለህ እንደገና እንዳይጠፋ ወደሃልና ታነሳዋለህ እንደገና እንዳይጠፋ ወደሃልና አንዳያስብ ዳግም ክፋቱን ታወጣለህ ሃዘን ከልቡ አንዳያስብ ዳግም ክፋቱን ታወጣለህ ሃዘን ከልቡ ትረዳዋለህ እስኪፈወስ በጠላቱ አንዳይከሰስ ትረዳዋለህ እስኪፈወስ በጠላቱ አንዳይከሰስ ታነሳለህ ሰው ከወደቀበት ታነሳለህ ሰው ከወደቀበት ታነሳለህ አለህ ምህረት ታነሳለህ አለህ ምህረት ታነሳለህ አትጥልም አትተውም ታነሳለህ አትጥልም አትተውም ታነሳለህ ቸር ዘለዓለም (2x) ታነሳለህ ቸር ዘለዓለም (2x) የታመነ ደም ነው የኢየሱስ የረከሰን ሁሉ ሚቀድስ የታመነ ደም ነው የኢየሱስ የረከሰን ሁሉ ሚቀድስ ኃጢአት ቢሸት አንደ ደም ቀልቶ ያጠራዋል እንደ ባዘቶ ኃጢአት ቢሸት አንደ ደም ቀልቶ ያጠራዋል እንደ ባዘቶ የተጨነቀች ነፍስ መሸሻ ምህረት አለው ፊቱን ለሚሻ የተጨነቀች ነፍስ መሸሻ ምህረት አለው ፊቱን ለሚሻ ይሞላል አፍን በዝማሬ አስጥሎ ከጨካኙ አውሬ ይሞላል አፍን በዝማሬ አስጥሎ ከጨካኙ አውሬ ያነሳል ሰው ከወደቀበት ያነሳል ሰው ከወደቀበት ያነሳል አለህ ምህረት ያነሳል አለህ ምህረት ያነሳል አትጥልም አትተውም ያነሳል አትጥልም አትተውም ያነሳል ቸር ዘለዓለም ያነሳል ቸር ዘለዓለም ታነሳለህ ሰው ከወደቀበት ታነሳለህ ሰው ከወደቀበት ታነሳለህ አለህ ምህረት ታነሳለህ አለህ ምህረት ታነሳለህ አትጥልም አትተውም ታነሳለህ አትጥልም አትተውም ታነሳለህ ቸር ዘለዓለም ታነሳለህ ቸር ዘለዓለም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