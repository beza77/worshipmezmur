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Lenie Gen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Bethlehem 'Betty' Wolde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 ግን በእርጋታ ይቀመጣል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ከመከራ ከጭንቀት ከሥጋት ያርፋል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እሰማሃለሁ ከጭንቀት ከሃዘን አርፋለሁ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ብለሃል እሰማሃለሁ ከጭንቀት ከሃዘን አርፋለሁ 2x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ወደ አንተ መቅረብ ይሻለኛል 3x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የሚያስፈልገው ጥቂት አንድ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በእግርህ ስር ሆኖ አንተን ማድመጥ ነው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ይህን ተረዳሁ ምን እፈልጋለሁ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ከእግርህ ስር ሆኜ አደምጥሃለሁ 2x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ወደ አንተ መቅረብ ይሻለኛል 3x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ከዝማሬዬ ይልቅ ኑሮዬ ያክብርህ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በሕይወት ዘመኔ ስንቱን ላስጠራልህ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ከአገልግሎቴ ይልቅ ሕይወቴ ያማረ ይሁን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እንደምትወደው እንደፈቀድክ ይሁን 2x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ወደ አንተ መቅረብ ይሻለኛል 3x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ወደ አንተ እገሰግሳለሁ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ፊትህንም ማየት እጅግ ናፍቃለሁ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የሚረዳኝ ፀጋ ከአንተ ፈልጋለሁ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ስለዚህ ጌታዬ ወደ አንተ እቀርባለሁ 2x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የሚሰማ ግን በእርጋታ ይቀመጣል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ከመከራ ከጭንቀት ከሥጋት ያርፋል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 እሰማሃለሁ ከጭንቀት ከሃዘን አርፋለሁ 2x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ብለሃል እሰማሃለሁ ከጭንቀት ከሃዘን አርፋለሁ 2x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ድምጽህን አሰማኝ ጌታዬ ድምጽህን አሰማኝ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ለእኔ ግን ወደ አንተ መቅረብ ይሻለኛል 3x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