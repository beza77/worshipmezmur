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Web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አንተኮ ውብ ነህ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ውብ ነህ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የዋህ ነህ በልብህ ትሁት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ቀንበርህ ልዝብ ነው ሸክምህ ቀሊል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መኖር ምን ያቅተኛል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ህይወቴን ቀላል አርገህልኛል, የዳዊት ስርና ዘር, የሚያበራ የንጋት ኮከብ, የእግዚአብሔር ልጅ የሆነውን, እየሱስን አመልካለሁኝ, አመልካለሁኝ 3, አመልካለሁ, አመልካለሁኝ 2, የከበረ የተፈተነውን, መሰረቱ የፀናውን, የማእዘን እራስ የሆነውን,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እየሱስን አመልካለሁኝ, አመልካለሁኝ 3, አመልካለሁ, አመልካለሁኝ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መካር ሀያል አምላክ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የሰላምም አለቃ, የዘላለም አባት የሆነውን, እየሱስን አመልካለሁኝ, አመልካለሁኝ 3, አመልካለሁ, አመልካለሁኝ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