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Leafeh Tebaqi Anur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አንደበቱን የሚገታ ሰውነቱን ይገዛልና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 ቃል መውጫ በር ናትና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ዘሯም ሲያፈራ እጥፍ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አንደበቱን የሚጠብቅ ነፍሱን ይጠብቃታልና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 ቃል መውጫ በር ናትና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ዘሯም ሲያፈራ እጥፍ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አመጸኛ አለ ሙሉ ሥጋውን ያሳድፋል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ትንሽ እሳት እንዴት ያለ ትልቅ ጫካ ያጋያል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ከአንድ ምንጭ መራርና ጣፋጭ እንዳይቀዳ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ከአንደበትህ አንዴ መርገም አንዴ ባርኮት አይውጣ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ፈዋሽ ምላስ የሕይወት ዛፍ ናት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ፍሬ ሚለቀምባት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የጠቢብ ቃል እንደምንጭ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የተፍገመገመውን የሚያቀናው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አንደበቱን የሚገታ ሰውነቱን ይገዛልና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 ቃል መውጫ በር ናትና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ዘሯም ሲያፈራ እጥፍ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አንደበቱን የሚጠብቅ ነፍሱን ይጠብቃታልና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 ቃል መውጫ በር ናትና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ዘሯም ሲያፈራ እጥፍ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ዘመን ማየት ካሻህ አፍህን ከክፉ ከልክል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በቃል ብዛት ኃጢአት ሳይኖር አይቀርምና አስተውል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 የሞላውን ያንኑ አፍ ይናገራልና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ጆሮህን ለትምህርት አቅና ጥበብ ልብህን ይሙላ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ፈዋሽ ምላስ የሕይወት ዛፍ ናት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ፍሬ ሚለቀምባት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የጠቢብ ቃል እንደምንጭ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የተፍገመገመውን የሚያቀናው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አንደበቱን የሚገታ ሰውነቱን ይገዛልና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 ቃል መውጫ በር ናትና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ዘሯም ሲያፈራ እጥፍ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አንደበቱን የሚጠብቅ ነፍሱን ይጠብቃታልና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 ቃል መውጫ በር ናትና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ዘሯም ሲያፈራ እጥፍ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ለአፍህ ጠባቂ አኑር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