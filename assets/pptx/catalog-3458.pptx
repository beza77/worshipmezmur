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Ayzoachihu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“አይዞአችሁ”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ክብሩ ወደ መንግስቱም የጠራችሁ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የማይጠፋ የማያልፍም ርስት ያዘጋጀላችሁ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አልጥልህም አልተውሽም ብሎ ያላችሁ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እግዚአብሔር ራሱ አለ ከጎናችሁ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አይዞአችሁ!! ይበርታ ልባችሁ!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ለህያው ተስፋ ለማይጠፋና ለማያልፍ ርስት ተጠርታችኋል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የሞላበት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 የደገሰው የሰማይ ግብዣ ዝግጁ ሆኖ ይጠብቃችኋል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ዓይን ያላየው ጆሮ ያልሰማው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በሰው ልብ ደግሞ ያልታሰበው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ለወዳጆቹ ያዘጋጀው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ብል የማይበላው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ሌባ የማይሰርቀው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የሰማይ መዝገብ የእናንተ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 እንዳለው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ቢያስፈልግ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ለጥቂት ጊዜ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በልዮ ልዮ ፅኑ መከራ ተፈትናችሁ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ሳትናወጡ በዓለቱ ላይ ተመሰርታችሁ ተደላድላችሁ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ቁሙ ፀንታችሁ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ቁሙ ፀንታችሁ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ዳግም ሲመለስ ከመላዕክቱ ጋር በክብር መጥቶ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እንዲወስዳችህ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የአባቱን መንግስት ... የዘላለሙን እንዲያወርሳችሁ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እንዲያወርሳችሁ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ቢፈርስም እንኳን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መኖሪያችን በእጅ ያልተሰራ የዘላለም ቤት እላይ አለን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የሚታየው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የጊዜው ነው ማይታየው ግን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የማይጠፋና ዘላቂ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ደግሞ አንታክትም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ሩጫ ተስፋ አንቆርጥም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 አክሊል ይጠብቀናል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የሰጠን መቶ ይወስደናል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ያሳርፈናል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