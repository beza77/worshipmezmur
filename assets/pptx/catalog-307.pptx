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Tesfaye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አልቆርጥም እግዚአብሔር አለኝ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የሚደግፈኝ ዛሬን ያቆመኝ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ብሄድ እርሱ ብርሃኔ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ሆይ ስማ ብወድቅ እነሳለሁ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/3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ሃይልን በሚሰጠኝ ሁሉን እችላለሁ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አቅሜም ጉልበቴም ኢየሱስ ብቻ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 እጅግ ቢደክምም ፀጋው ግን በቂ ነው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ፈፅሞ አልፈራም ጌታ ከኔ ጋር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/3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የኋላዬን ትቼ የፊቴን እይዛለሁ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ዳግመኛ እንደ ንስር ሃይሌን አድሳለሁ 2x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እግዚአብሔር ነው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