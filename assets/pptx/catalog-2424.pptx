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Yedesta Menfes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Dagmawi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በአምላኬ በጌቶች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አይባልም ያለኝ 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 ሳይኖር በአካባቢዬ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ተጋብቷል ጠላት በደስታዬ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የደስታ መንፈስ በላዬ ወርዶ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ምሬቴን ከውስጤ ወስዶ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አመልከዋለሁ ከጠዋት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እኮ ነው የኔ ደስታ (ጌታ)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ምንጭ ኢየሱስ ሆኖ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ሃዘኔ ጠፋ እንደጉም በንኖ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አላማርርም አላንጐራጉር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ደስተኛ ነኝ ሁሌ በእግዚአብሔር (3x)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የደስታ መንፈስ በላዬ ወርዶ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ምሬቴን ከውስጤ ወስዶ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አመልከዋለሁ ከጠዋት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እኮ ነው የኔ ደስታ (ጌታ)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ደስ ሊለው እኔ ልከፋ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በትንሽ ትልቁ ደስታዬ አይጠፋ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ለጠላት ወሬ ጆሮም አልሰጠው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ደስታዬ ፍጹም መቼም ማይወሰድ ነው (3x)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የደስታ መንፈስ በላዬ ወርዶ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ምሬቴን ከውስጤ ወስዶ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አመልከዋለሁ ከጠዋት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እኮ ነው የኔ ደስታ (ጌታ)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