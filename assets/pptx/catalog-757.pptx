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Egziabhier 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Meseret Tsegie &amp; Endalkachew Kidanewold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አለ በሰማይ በላይ በክብሩ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ይገዙለታል ለእርሱ ሰማይና ምድሩ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ለማያምኑት ሞኝነት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ለእኛ ግን ሕይወት ነው ሃሌሉያ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እናውጃለን እኛ እግዚአብሔር አለ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እንመሰክራለን እኛ ፈጣሪ አለ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ለምንድነው ተስፋችን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ለማያምኑት ግን ጥፋት ነው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ለውጦናል እኛን እግዚአብሔር አለ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በቃሉ አናምናለን እኛ እግዚአብሔር አለ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ለምንድነው ሕይወታችን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ለሚጠፉት ግን ሞት ነው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ሲሰራ አይተናል እና እግዚአብሔር አለ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ፍቅሩንም ቀምሰናል እኛ እግዚአብሔር አለ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ፈውስን በልጁ አግኝተናል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የዘለዓለም ሕይወት ሰጥቶናል 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ክብሩን አይተናል እኛ እግዚአብሔር አለ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እንመሰክራለን እኛ እግዚአብሔር አለ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መስቀሉን ለእኛ ክብራችን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ሕይወት ሰላማችን ሃይላችን ነው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