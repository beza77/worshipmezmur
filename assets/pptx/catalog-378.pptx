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Kemot Bashager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እንደሌላቸው በምሬት እኛ አናዝንም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በስጋ ከምንወዳቸው መለየት በእርግጥ ቢያምም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ተስፋ አለን ከሞት ወዲያ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በዚያ እንገናኛለን በንጉሥ ማደሪያ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ተስፋ እንደሌላቸው በምሬት እኛ አናዝንም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በስጋ ከምንወዳቸው መለየት በእርግጥ ቢያምም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ተስፋ አለን ከሞት ወዲያ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በዚያ እንገናኛለን በኢየሱስ ማደሪያ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የቅዱሳን ሞት በእግዚአብሔር ዘንድ የከበረ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ክብር የሚያገኝ ሰው ማነው?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በእርግጥ ቢለይም ከወዳጆቹ ከዚህኛው አለም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አለ የተቀበለው ለዘለዓለም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የፃድቁ ሞት በእግዚአብሔር ዘንድ የከበረ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 ክብር የሚያገኝ ሰው ማነው?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ሲሄድ ቢለይም ከወዳጆቹ ከዚህኛው ዓለም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አለ የተቀበለው ለዘለዓለም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ቤት አለኝ-አለኝ በሰማይ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ቤት አለኝ-አለኝ በሰማይ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በእጅ ያለተሰራ-የሰማይ ሀገር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መኖሪያ- ከዚህ ስሻገር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አለን ቤት አለን-አለን በሰማይ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አለን ቤት አለን-አለን በሰማይ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በእጅ ያለተሰራ-የሰማይ ሀገር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አለን መኖሪያ- ከሞት ባሻገር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