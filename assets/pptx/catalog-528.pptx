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Gieta Yeshalehal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ጣል ጣል አታርጊው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ኢየሱስን ውደጂው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ደግሞም አትናቂው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ክብርን ለሱ ስጪው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ዓይንሽ ያረፈበት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እሱ ያጠፋሻል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ተይ ተይ አትወላውይ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ይሻልሻል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ጌታ ይሻልሻል ጌታ ይሻልሻል ኢየሱስ ይሻልሻል ኢየሱስ ይሻልሃል ኢየሱስ ይሻልሃል ጌታ ይሻልሃል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 ዛሬ አትበል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ኢየሱስን ተቀበል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የሚያባብልህን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ዓለምን እምቢ በል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ከታሰርክበትም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ይፈታሃል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ቀረብ በል ተጠጋ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ይሻልሃል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ጌታ ይሻልሻል ጌታ ይሻልሻል ኢየሱስ ይሻልሻል ኢየሱስ ይሻልሃል ኢየሱስ ይሻልሃል ጌታ ይሻልሃል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የሚያታልለውን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የሱን ቃል አትስሚ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ይልቅስ ከአምላክሽ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ከእግዚአብሔር ተስማሚ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ሊሰርቅና ሊያድ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ሊያጠፋሽ ነውና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ነይ ነይ ወደ ኢየሱስ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እሱን ተይውና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ጌታ ይሻልሻል ጌታ ይሻልሻል ኢየሱስ ይሻልሻል ኢየሱስ ይሻልሃል ኢየሱስ ይሻልሃል ጌታ ይሻልሃል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 ወንድሜ ሆይ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ተስፋህ ምንድነው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ነገር የለ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 አስበው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በዚህ ክፉ ዘመን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ሰብሰብ በልና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አረፍ በል ተቀመጥ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ኢየሱስን ያዝና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ጌታ ይሻልሃል ጌታ ይሻልሃል ኢየሱስ ይሻልሃል ኢየሱስ ይሻልሻል ኢየሱስ ይሻልሻል ጌታ ይሻልሻል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