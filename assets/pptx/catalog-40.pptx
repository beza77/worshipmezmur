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Egziabhier Melkam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በሕይወቴ ያለፈውን ዞር ብይ ሳየው ስመለከተው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ጉልበት ሳይሆን እዚህ ያደረሰኝ መልካምነቱ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ብርታት ሳይሆን እዚህ ያደረሰኝ ኧረ እርሱ ጌታ 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መልካም ነው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የሚመስለው ማነው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በመልካምነቱ በመልካምነቱ ታጋሽ ርህሩህነቱ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ነገሬ የሰመረው (3x)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ከኢየሱስ የተነሳ ነው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ከኢየሱስ የተነሳ ነው (4x)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የእራሴ አስተዋፅዖ አንድም የሌለበት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ያልደከምኩበት እዚህ ለመድረሴ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ምክንያቱ አንድ ነው እግዚአብሄር መልካም ነው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መልካም ነው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የሚመስለው ማነው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በመልካምነቱ በመልካምነቱ ታጋሽ ርህሩህነቱ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ነገሬ የሰመረው (3x)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ከኢየሱስ የተነሳ ነው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ከኢየሱስ የተነሳ ነው (4x)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በምድረ በዳ ላይ አንድ ነገር ሳይኖር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ምንጭን አፈለቀ ጌታ በተዓምር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የምድረ በዳዉ ሃሩር ሳያገኘኝ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 ሙሴ አምላክ ተጠነቀቀልኝ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ወጥመድ ተሰበረ ወጥመድ ተሰበረ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ጌትዬ ከበረ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ወጥመዱን ሲሰብረው ወጥመዱን ሲሰብረው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ባይኔ አይቻለሁ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በሕይወቴ ያለፈውን ዞር ብይ ሳየው ስመለከተው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ጉልበት ሳይሆን እዚህ ያደረሰኝ መልካምነቱ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ብርታት ሳይሆን እዚህ ያደረሰኝ ኧረ እሱ ጌታ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መልካም ነው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የሚመስለው ማነው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በመልካምነቱ በመልካምነቱ ታጋሽ ርህሩህነቱ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ነገሬ የሰመረው (3x)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ከኢየሱስ የተነሳ ነው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ከኢየሱስ የተነሳ ነው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