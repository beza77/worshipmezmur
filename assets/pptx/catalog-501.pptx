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Bante Edesetalehu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እኔ ግን በአንተ እደሰታለሁ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ወዲያው ሃዘኔን እረሳዋለሁ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ቸርነትህን ፊትህን እያየሁ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ቸርነትህን ፊትህን እያየሁ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አልችልም መቆዘም ማዘን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አብርቶት ልቤን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መከራ ዙሪያዬን ሲከበኝ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አምላኬን አይቼው አሳቀኝ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ስለዚህ በአንተ እደሰታለሁ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ወዲያው ሃዘኔን እረሳዋለሁ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ቸርነትህን ፊትህን እያየሁ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ግን በአንተ እደሰታለሁ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ወዲያው ሃዘኔን እረሳዋለሁ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ቸርነትህን ፊትህን እያየሁ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ቸርነትህን ፊትህን እያየሁ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ሳራና አብርሃም ሲያዝኑ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ይስሐቅን አግኝተው ተጽናኑ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ሳቅ በሳቅ አንተ አደረካቸው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የብሶት መታዘን ተዋቸው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ሁልጊዜ በአንተ እደሰታለሁ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ወዲያው ሃዘኔን እረሳዋለሁ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ቸርነትህን ፊትህን እያየሁ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ግን በአንተ እደሰታለሁ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ወዲያው ሃዘኔን እረሳዋለሁ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ቸርነትህን ፊትህን እያየሁ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ቸርነትህን ፊትህን እያየሁ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ለእኔማ ይስሓቁ አንተ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ለቅሶዬን በደስታ የለወጥክ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መካንነቴን አስቀርተህ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በፍሬ ብዙ ባረክ ባረከው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ስለዚህ በአንተ እደሰታለሁ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ወዲያው ሃዘኔን እረሳዋለሁ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ቸርነትህን ፊትህን እያየሁ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ግን በአንተ እደሰታለሁ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ወዲያው ሃዘኔን እረሳዋለሁ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ቸርነትህን ፊትህን እያየሁ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ቸርነትህን ፊትህን እያየሁ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