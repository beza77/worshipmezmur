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Yemusheraw Yemusherit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የወንድ ሙሸራ ድምጽ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የሴት ሙሸራ ድምጽ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"ቸር ነውና ቸር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አመስግኑ"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ሙሽሮቹ ይላሉ ሙሽሮቹ ይላሉ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ቤትን ካልሰራ ሰው በከንቱ ይደክማል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መሰረቱ ግን የሆነ ቤቱ ይጸናል ይቆማል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ሁለትን ሰው አንድ የሚያደርግ ልዩ ችሎታ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ዕውቀቱ አሰራሩ ለእኛ እጅግ አስደናቂ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እድምተኞቻችን ብሉልን ጠጡልን ከሚሏቹህ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አላቸው ዛሬ አክብሩልን ብለው የጌቶቹን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ስንቱን አሳልፎ ቤት ለሰራላቸው ለዚህ መድሃኒያለም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ከምሥጋና ሌላ የሚሰጠው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ከዕልልታ ሌላ የሚሰጠው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ከጭብጨባ ሌላ የሚሰጠው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ከዝማሬ ሌላ የሚሰጠው የለም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የወንድ ሙሸራ ድምጽ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የሴት ሙሸራ ድምጽ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"ቸር ነውና ቸር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አመስግኑ"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ሙሽሮቹ ይላሉ ሙሽሮቹ ይላሉ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የታመነ አምላክ በእራሱ መንገዱ ያስተሳሰራቸው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ከአእምሮ በላይ በሆነው ጥበቡ ያገናኛቸው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ከፀሐይ በታች ባገኙት በዕድሜ ዘመኖቻቸው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ይረዳናል እያሉ ጀመሩ ደስ እያላቸው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ዛሬን የደስታ ቀን የጥምረት የሃሴት ንጉሥ ካደረገው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አዲሱን ቤት ወዳጅ ቤተሰቦች አብረን እንመርቀው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ሚስትን ያገኘ ሰው በረከት ካገኘ ሞገስ ከሆነለት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ላደረገው ምሥጋና ይብዛለት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ላደረገው ጭብጨባ ይብዛለት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ላደረገው እስኪ ተቀኙለት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ላደረገው ዕልልታ ይብዛለት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የወንድ ሙሸራ ድምጽ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የሴት ሙሸራ ድምጽ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"ቸር ነውና ቸር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ለዘለዓለም ነውና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አመስግኑ"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ሙሽሮቹ ይላሉ ሙሽሮቹ ይላሉ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ዛሬን የደስታ ቀን የጥምረት የሃሴት ንጉሥ ካደረገው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አዲሱን ቤት ወዳጅ ቤተሰቦች አብረን እንመርቀው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ሚስትን ያገኘ ሰው በረከት ካገኘ ሞገስ ከሆነለት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ላደረገው ምሥጋና ይብዛለት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ላደረገው ጭብጨባ ይብዛለት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ላደረገው እስኪ ተቀኙለት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ላደረገው ዕልልታ ይብዛለት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ከምሥጋና ሌላ የሚሰጠው የለም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ከዕልልታ ሌላ የሚሰጠው የለም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ከጭብጨባ ሌላ የሚሰጠው የለም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ከዝማሬ ሌላ የሚሰጠው የለም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ላደረገው ምሥጋና ይብዛለት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ላደረገው ጭብጨባ ይብዛለት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ላደረገው እስኪ ተቀኙለት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ላደረገው ዕልልታ ይብዛለት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ከምሥጋና ሌላ የሚሰጠው የለም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