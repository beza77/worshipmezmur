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Beante New Menorie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Mamay Worku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ጌታ በአንተ ነው መኖሬ (3x) ቢረዳልኝ ልቤ ቢረዳልኝ ልቤ በአንተ ነው መኖሬ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ለምን እፈራለሁ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እንዴትስ እሰጋለሁ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የዘለዓለም ኪዳን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ተቀብያለሁ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ዘመናቴን ቆጥረህ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አውቀሃል እርምጃዬን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ትላንትም አይቆጨኝ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ነገም አያስፈራኝ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(4x)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ጌታ በአንተ ነው መኖሬ (3x) ቢረዳልኝ ልቤ ቢረዳልኝ ልቤ በአንተ ነው መኖሬ (2x)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በሕይወት መዝገብ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በነፍሴ የተጻፈው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በዓመታቶቼ ላይ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 የተገለጠው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ድንቅ ተዓምራትህ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ቃላትም የማይገልጸው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መኖሬ እራሱ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ሕያው ምስክር ነው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(4x)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ጌታ በአንተ ነው መኖሬ (3x) ቢረዳልኝ ልቤ ቢረዳልኝ ልቤ በአንተ ነው መኖሬ (2x)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 ቸርነትህ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እየተከታተሉኝ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የሥምህ ጉልበቱ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ከሞት ስላስጣለኝ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በዘመኔ ሁሉ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ሥምህን እጠራለሁ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በሕያዋን አገር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በፊትህ እኖራለሁ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ቤትህ እኖራለሁ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ጌታ በአንተ ነው መኖሬ (3x) ቢረዳልኝ ልቤ ቢረዳልኝ ልቤ በአንተ ነው መኖሬ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