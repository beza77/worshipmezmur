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Zenah Yegenenew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ደስ ይለኛል የእኔ ጌታ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ልጽና በመንፈስህ እንዳልረታ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አርቄ እያየሁ የጽድቅ አክሊልን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 እንድጓዝ እርዳኝ ልጅህን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የርስቴ መያዣ መንፈስህን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ያጽናናኝ ሁልጊዜ እንዳልረሳህ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የማትሰለቸኝ የማትረሳኝ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ለጉዞዬ ለነፍሴ አጽናኝ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ዓይኔን እንዳላነሳው ከመስቀልህ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ሃሳቤን ጠቅልለው ወደ ሞትህ (3x)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ዝናህ የገነነው በዓለም ላይ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ትመጣለህ ፊትህን እንዳይ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ጓጉቻለሁ የእኔ ጌታ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እንዳይህ ማራናታ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