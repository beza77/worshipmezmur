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Yale Mekniyat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ስፈራ ስቸር ማልተነፍሰው ሚስጥሬ በዝቷል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ባልናገር የልብ ወዳጄ የውስጤን ያውቃል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እንደሚያውቀኝ ሰው አያውቀኝም እንጂ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መቆም አልችልም እንኳን በንጉሥ በራሴም ደጅ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የምህረት ዓይኑ ዛሬም ያየኛል አልሰለቸኝም ይፈልገኛል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ፈላጊዬ መሃሪዬ ኢየሱስ ወዳጄ አይዞሽ የሚለኝ እኔን ሚያበረታኝ ነው የልብ ወዳጄ ነው ኢየሱስ ኢየሱስ ኢየሱስ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እንዳትወደኝ በመልካምነቴ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አይደለም ማንነቴ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እንዳትጠላኝ ደግሞ በጥፋቴ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ነህ አያስችልህም አባቴ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ምክንያት ወደህ በምክንያት አትጠላም ለምህረትህ ስፍር መለኪያ የለውም የአንተ ፍቅር መነሺያው ከራስህ የመውደድ ልብ የማያልቅብህ 2x የእኔ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ከወዳጅ ከፍቶ ልጅህ ድርሻዬን ብሎ እርም እንዳላለ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አልመች ቢለው የሸፈተበት አባቴን አለ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አባትነቱን የበደል ብዛት መች ይሽረዋል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ሁልን እረስቶ ደግሞ እንደገና ልጄ ይለዋል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በምህረት ዓይኑ ዛሬም ያየኛል አልሰለቸኝም ይፈልገኛል የምህረት ዓይኑ ዛሬም ያየኛል አልሰለቸኝም ይፈልገኛል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ፈላጊዬ መሃሪዬ ኢየሱስ ወዳጄ አይዞሽ የሚለኝ እኔን ሚያበረታኝ ነው የልብ ወአጄ ነው ኢየሱስ ኢየሱስ ኢየሱስ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