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Aynafqegnem Ageru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አይናፍቀኝም ሃገሩ ያ ጨለማ ያ ሃሩሩ ነፃ አውጥቶኛል ጌታዬ በነፃነት ልኖር እፎይ ብዬ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አራገፈና ሸክሜን ያጎበጠኝን ቀንበሬን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አሸክሞኛል የራሱን የቀለለ የለዘበውን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አሸክሞኛል ፍቅሩን እየገለፀ ትርጉሙን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አሸክሞኛል ፀጋውን እንድመሰክር ስራውን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እገዛለታለሁ በደስታ አሸንፎኛል ይሄ ጌታ በሰው ፍቅር የወደቀ እንኳን ይሰጥ የለ ወይ እራሱን ኧኸይ በፍቅሩ ገመድ ኧኸይ ተጠፍሬያለሁ ኧኸይ ውሎ እያደረ አያይ አያይ ልቤን እረታው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ሁለት ጌቶች አይገዙኝም ጉዳዬ ሌላ አልደብልም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ስላለው ብልጫ አያዳግትም ለምርጫ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ስላለው ብልጫ አያስቸግርም ለምርጫ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ስላለው ብልጫ አያዳግትም ለምርጫ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እገዛለታለሁ በደስታ አሸንፎኛል ይሄ ጌታ በሰው ፍቅር የወደቀ እንኳን ይሰጥ የለ ወይ እራሱን ኧኸይ በፍቅሩ ገመድ ኧኸይ ተጠፍሬያለሁ ኧኸይ ውሎ እያደረ አያያዬዬ ልቤን እረታው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እንዴት እኖራለሁ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ላገኘሁት እጄን እያነሳሁ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አልሟገትም እያልኩ ምን አለበት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ፍቃድ ያልሆነ እሱ ሞት አለበት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አልቀጥፈውም እጄን ሰድጄ ዛሬ የሚያጠፋ የሚገ'ለውን የሞት ፍሬ ይቅርብኝ እንጂ ከንቱ ከንቱ ጨዋታ አሳስቆ ይለይ የለ ወይ ከውዱ ጌታ (2x)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ብዬ እንዴት እኖራለሁ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ላገኘሁት እጄን እያነሳሁ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አልሟገትም እያልኩ ምን አለበት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ፍቃድ ያልሆነ እሱ ሞት አለበት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አልቀጥፈውም እጄን ሰድጄ ዛሬ የሚያጠፋ የሚገ'ለውን የሞት ፍሬ ይቅርብኝ እንጂ ከንቱ ከንቱ ጨዋታ አሳስቆ ይለይ የለ ወይ ከውዱ ጌታ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