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Semayena Meder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በሰማይና በምድር በውስጡ ያለውን ነገር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አስበህ ይሰራሃቸው አንተ ነህ እኮ እግዚአብሔር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እጅጉን በጣም ይገርማል ጥበብህ ጌታ ያስደንቃል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ዕውቀትህ ስራህ ሊወራልውህ/ሊነገርልህ ይገባህ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ስጦታህ ምሕረትህ ተመስገን ስለ ጥበቃህ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ስጦታህ ደስ ያሰኛል ልብን ይማርካል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የሚመስል ኧረ ከየት ይገኛል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በሰማይና በምድር በውስጡ ያለውን ነገር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አስበህ ይሰራሃቸው አንተ ነህ እኮ እግዚአብሔር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እጅጉን በጣም ይገርማል ጥበብህ ጌታ ያስደንቃል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ዕውቀትህ ስራህ ሊወራልውህ/ሊነገርልህ ይገባህ (2x)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ስጦታህ ምሕረትህ ተመስገን ስለ ጥበቃህ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የምንተነፍሰው ሳንከፍልበት ዋጋ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ሰጥተኸን እያየን ነውና የአንተን ፀጋ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በሰማይና በምድር በውስጡ ያለውን ነገር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አስበህ ይሰራሃቸው አንተ ነህ እኮ እግዚአብሔር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እጅጉን በጣም ይገርማል ጥበብህ ጌታ ያስደንቃል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ዕውቀትህ ስራህ ሊወራልውህ/ሊነገርልህ ይገባህ (2x)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ስጦታህ ምሕረትህ ተመስገን ስለ ጥበቃህ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ዓለማትን በቃልህ ፈጠርህ አፀናህ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ልጅ መልካም ነገር አበጀህ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በሰማይና በምድር በውስጡ ያለውን ነገር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አስበህ ይሰራሃቸው አንተ ነህ እኮ እግዚአብሔር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እጅጉን በጣም ይገርማል ጥበብህ ጌታ ያስደንቃል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ዕውቀትህ ስራህ ሊወራልውህ/ሊነገርልህ ይገባህ (2x)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ስጦታህ ምሕረትህ ተመስገን ስለ ጥበቃህ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የተራራ የወንዙ የባሕር የውቂያኖስ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 አንተ እኮ ነህ ለዘለዓለም ንገሥ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በሰማይና በምድር በውስጡ ያለውን ነገር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አስበህ ይሰራሃቸው አንተ ነህ እኮ እግዚአብሔር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እጅጉን በጣም ይገርማል ጥበብህ ጌታ ያስደንቃል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ዕውቀትህ ስራህ ሊወራልውህ/ሊነገርልህ ይገባህ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