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Maleda Maleda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(2x) ኦ አዲስ ነው ምህረቱ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አዲስ ነው ምህረቱ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ተጓደለ ኦ ፍቅሩ ቸርነቱ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ማለዳ ጠል ምህረቱ ወረደ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የማይገባንን እኛን የወደደ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ሰምቶ ለመነበት ብቸኛ መዳኛ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ብቻ ነው የህይወት መገኛ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ለዘላለም ታማኝነቱን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 ምህረቱን ሰውን መውደዱን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ለትውልድ ለዘመን ዛሬም እናገራለሁ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ጆሮ ያለው ይስማኝ እግዚአብሔር ፍቅር ነው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መታደል ነው በእግዚአብሔር መወደድ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ውብ ነው በእግዚአብሔር መመረጥ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እራሱ ወዶ ወዶ አፅድቆ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እራሱ ወዶ ለክብሩ አብቅቶ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እራሱ ወዶ በቀኙ አስቀምጦ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አምላክ እግዚአብሔር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 አምላክ እግዚአብሔር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ለወደደ አይደለም ለሮጠ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ዘንድ ነው እኛን ከወደደ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ያለ ምክንያት ምህረት ገኖልናል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በኢየሱስ ምክንያት ከሞት አምልጠናል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