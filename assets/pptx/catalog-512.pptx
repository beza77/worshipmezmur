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Egziabhier Alelgn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አለልኝ በቃ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 ይበቃኛል በቃ (2x)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እግዚአብሔርን ሚበልጥ ሌላ ሌላ ሌላ አለ ወይ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ከእኔ አምላክ የሚሻል ሌላ ሌላ ሌላ አለ ወይ (2x)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ሌላ ሌላ አለ ወይ (4x)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ሌላ ሌላ አለ ወይ (4x)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አለልኝ ጌታ አለልኝ (4x)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አለልኝ (3x)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የልቤ ፍሰሃ ነህ ፍሰሃ ነህ ፍሰሃ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የነፍሴ ደስታ ነህ ደስታ ደስታ (2x)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አለኝ አንድ ተስፋ ከቶ የማይጠፋ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ይባላል ነፍሴን ይመልሳል (2x)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አለኝ አንድ ተስፋ ከንቱ የማይጠፋ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ይባላል ነፍሴን ይመልሳል (2x)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ነፍሴን ይመልሳል (4x)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አለልኝ ጌታ አለልኝ (4x)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አለልኝ (4x)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ልዑል ሆይ ከልዑሎችም በላይ አንተ ልዑል ነህ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መተከያም መለኪያ የለውም ለልዑልናህ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ለልዑልናህ (3x)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ለልዑልናህ (3x)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በዙፋን ላይ ላለው ክብር ክብር ይሁንለት ይሁንለት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በማደሪያው ላይ ላለው ክብር ክብር ይሁንለት ይሁንለት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ይሁንለት (4x)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ታናናሾች ታላላቆች ሁሉ ቅዱሳኑም የምትፈሩት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አምላካችንን አክብሩት (2x)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አምጡ ምሥጋናውን አምጡ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አምጡ ክብሩን አምጡ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አምጡ ክብሩን አምጡ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እስኪ አምጡ ምሥጋናውን አምጡ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አምጡ ክብሩን አምጡ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አምጡ ክብሩን አምጡ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ምሥጋናውን አምጡ ክብሩን አምጡ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ምሥጋናውን አምጡ ክብሩን አምጡ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ጌታን ነዉ የታወቀ በዓለም ዝናው የገነነ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ፍጥረት ሁሉ የሚሰግድለት ምላስ ሁሉ የሚያወራለት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ለዚህ ለእግዚአብሔር እሰግዳለሁ (3x)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ለዚህ ለእግዚአብሔር እኖራለሁ (3x)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ለዚህ ለእግዚአብሔር እግዛለሁ (3x)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መጸለይ አለልኝ በቃ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እጸልያለሁኝ በቃ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ለእግዚአብሔር ነገርኩት በቃ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ለእግዚአብሔር ሰጠሁት በቃ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ከጸሎት ሚበልጥ ሌላ ሌላ ሌላ አለ ወይ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ከጸሎት የሚሻል ሌላ ሌላ ሌላ አለ ወይ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ሌላ ሌላ አለ ወይ (4x)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