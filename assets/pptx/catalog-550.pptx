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Men Eshalehu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ኢየሱስ ኢየሱስ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ጌታዬ ጌታዬ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አምላኬ አምላኬ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እሻለሁ ባይኖችህ ታይቻለሁ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እሻለሁ በጆሮህ ተሰምቻለሁ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እሻለሁ በእጆችህ ተይዣለሁ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እሻለሁ በፊትህ ከብሬአለሁ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መንፈስ ደስ የሚያሰኝ ደስ የሚያሰኝ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የሚል መንፈስ ደስ የሚያሰኝ ደስ የሚያሰኝ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የሚያረሰርስ ደስ የሚያሰኝ ደስ የሚያሰኝ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ደስታን ይሞላል ይባርካል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ሕዝቡን በእጆቹ ይዳስሳል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የተራበች ነፍስ ትጠግባለች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ያዘነችውም ትጽናናለች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የእግዚአብሔር መንፈስ 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ተራራው ሜዳ የሆነው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በመንፈስ እንጂ መች በብርታት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ቁርጭምጭሚትን የምታጸና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የሕዝብህ ጉልበት አንተ ነህና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አዝየእግዚአብሔር መንፈስ 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ሰላምህ ፈሰሰ እንደ ጅረት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አርነት በዛ ባለህበት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ደንዳናው ሁሉ ፈራረሰ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በመንፈስህ ዘይት ረሰረሰ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አዝየእግዚአብሔር መንፈስ 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