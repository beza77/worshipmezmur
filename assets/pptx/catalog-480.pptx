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 Yemelew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እርሱ አለ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በዙፋኑ በዙፋኑ ኡ 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አለ ምለው (3x) (አለ ምለው አለ ምለው)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ምዘምረው (ምዘምረው) ምናገረው ምፎክረው (ምፎክረው)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እግዚአብሔር ስለ አምላኬ ስለ እርሱ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እግዚአብሔር ያለ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በሠማይም የለ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መመኪያ በዙፋኑ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ላይ በማደሪያው ላይ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አለ ምለው (3x) (አለ ምለው አለ ምለው)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ምዘምረው (ምዘምረው) ምናገረው ምፎክረው (ምፎክረው)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እግዚአብሔር ስለ አምላኬ ስለ እርሱ ነው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እግዚአብሔር ያለ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በምድርም የለ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የለም የለም የለም (የለም) (7x)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እግዚአብሔር ያለ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በምድርም የለ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መመኪያ/ደስታ በዙፋኑ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ላይ በማደሪያው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ደስታ በዙፋኑ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ላይ በማደሪያው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እፎይታ በዙፋኑ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ላይ በማደሪያው ላይ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