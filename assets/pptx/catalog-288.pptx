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Yekbrien Biet Akebralehu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የክብሬን ቤት አከብራለሁ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እባርካለሁ እቀድሳለሁ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የክብሬን ቤት አከብራለሁ (3x)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ወድጄ ክብሬን ገልጬ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የክብር ቤት ብዬ ሰይሜ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አክብሬዋለሁ ቀድሼዋለሁ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የክብሬን ቤት አከብራለሁ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የክብሬን ቤት አከብራለሁ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እባርካለሁ እቀድሳለሁ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የክብሬን ቤት አከብራለሁ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ቤቴ ነው ብያለሁና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መንፈሴን አውርጃለሁና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ክብሬን ሁሉ ገልጫለሁ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የክብሬን ቤት አከብራለሁ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የክብሬን ቤት አከብራለሁ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እባርካለሁ እቀድሳለሁ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የክብሬን ቤት አከብራለሁ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