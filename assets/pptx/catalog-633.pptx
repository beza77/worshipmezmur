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Lemiteruh Qerb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Lemlem Nigatu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ሊሰሙ ለሚወዱ ትናገራለህ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ሊያዩህ ለሚሹ ለናፈቁ ትገለጣለህ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በቀናዋ መንገድ ሊሄዱ ለመረጡ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ፍጻሜው ትመራቸዋለህ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ቅርብ ለሚጠሩህ ቅርብ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ለሚፈልጉህ ጌታ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አሁን ለሚጠሩህ ዛሬም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ለሚፈልጉህ ፈጥነህ ትገኛለህ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ከመቼውም ይልቅ አንተን እፈልጋለሁ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ወዳንተ ልጠጋ ወዳለሁ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ሰርጾ ውስጤ ገብቷል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ነገር በፊቴ ቀልሎብኛል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ሰርጾ ውስጤ ገብቷል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ነገር በፊቴ ቀልሎብኛል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በእውነትና በመንፈስ ለሚፈልጉህ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ነገር ትተው ለተከተሉህ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ቃልህ አንተ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ተዓምራትን በእነርሱ ታደርጋለህ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ቃልህ አንተ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ተዓምራትን በእነርሱ ታደርጋለህ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ቅርብ ለሚጠሩህ ቅርብ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ለሚፈልጉህ ጌታ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አሁን ለሚጠሩህ ዛሬም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ለሚፈልጉህ ፈጥነህ ትገኛለህ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ቀድሞ ለአባቶቼ እንዳረክላቸው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በትውልድ መካከል እንዳከበርካቸው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በእኛ ዘመን ቅርብ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ማዳንህን አያለሁ ትሰራለህ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በእኛ ዘመን ቅርብ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ክንድህን አያለሁ ትሰራለህ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ቅርብ ለሚጠሩህ ቅርብ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ለሚፈልጉህ ጌታ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አሁን ለሚጠሩህ ዛሬም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ለሚፈልጉህ ፈጥነህ ትገኛለህ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