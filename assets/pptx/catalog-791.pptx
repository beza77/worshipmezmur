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Egziabhieren Bemetemamen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ስንቱ በአንተ ታለፈ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በአንተ ታለፈ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በመተማመን የሚጠባበቁ ሁሉ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ኃይላቸውን ያድሳሉ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ንስር በክንፍ ይወጣሉ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መስሎት ነበር ጠላቴ ደክሜ የምቀር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ግን በረታኝ ሆነልኝ ግርማ ሞገስ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ይኸው ዘምራለሁ ድካሜን ረስቻለሁ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ሥምህን አከብራለሁ ንገሥ እልሃለሁ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አልደከምኩም አልታከትኩም ጌታ ሆኖኝ ኃይሌ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አመልከዋለሁ ኢየሱስ ጌታዬ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በደስታ በዕልልታ በአክብሮት ደግሞም በሆታ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ሥምህን አከብራልሁ ንገሥ እልሃለሁ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