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Alwashehem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አልዋሽህም ልቤን ታያለህና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አልዋሽህም የልብ አምላክ ነህ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እርቦኛል በእውነት ፊትህ መፍሰስ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ላምልክህ ይርዳኝና መንፈስህ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ከስሬ ደርቼ ድሪቶዬን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ከላይ ምለብሰው የፀዳውን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እንደው የሚያየው ፊቴ ፊቴን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እከልላለሁ ገበናዬን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አንተ አትዋሽም አትታለል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ዓይንህ ዘልቆ ልብን ያያል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ዓይንህ ዘልቆ ልብን ያያል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የቀድሞውን ፍቅር አጣሁት ፈላልጌ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ፈራሁኝ ወዴት ነው ማደጌ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እኔስ ፈራሁኝ ወዴት ነው ማደጌ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የእግዚአብሔርን ደጅ እንዳልጠናሁኝ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ዛሬማ ላፍታ እንኳ አቅም አጣሁ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የጥንቱ ክብር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ቤቴ የነበረ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ኦ እግዚአብሔር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ረሃቤ ትጋቴ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ትንሿ ጐጆዬ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ያ ፀሎቴ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የተገለጠው ማንነቴ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በፊትህ መድኃኒቴ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አቅም አጣሁኝ አግዘኝ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ያዘኝ ኃይልህን አልብሰኝ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ያለኝ ፍቅር ትኩስ የማይበርድ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የሚኖር ሁል ጊዜ የሚነድ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መስሎኝ እንዳልነበር በልጅነቴ ወራት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ራሴን አገኘሁት ልምድ ሆኖብኝ ቀላት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ቤቴን አዘረፍኩት ከፍቼ ለጠላት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ለቃልህ ያለኝ ቦታ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ያንን የእሺታ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ኦ እርዳኝ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ለአንተ ያለኝ ክብር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ሥምህ ሲነገር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ናፈቀኝ ኦ እግዚአብሔር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የተገለጠው ማንነቴ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በፊትህ መድኃኒቴ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አቅም አጣሁኝ አግዘኝ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ያዘኝ ኃይልህን አልብሰኝ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ይቅር ይቅርብኝ ልመልስ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ልብህ ወደ ሀሳብህ ልድረስ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ልሸከመው የመስቀልህን ፍቅር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ተመልሼ ወደ ኋላ እንዳልቀር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አድስልኝ የቀድሞውን ዘመን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ናፍቆት ሆኖ ምኞት ሆኖ እንዳይቀር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ሰምቼ አንተን እንዳፈራበት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 አድርገው የልቤን መሬት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