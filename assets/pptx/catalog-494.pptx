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Ante Melkam Neh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ባይገባኝም እንኳን እቅዱ አንተ መልካም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ሰዎች ሁሉ ለምን ቢሉህ አንተ መልካም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ጨክኗል ሊያመልክህ ወስኗል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ኮስተር ብሎ መልካም ነህ ብሎሃል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ጨክኗል ሊያመልክህ ወስኗል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ኮስተር ብሎ መልካም ነህ ብሎሃል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መልካም ነው ብዬ ዘምሬያለሁ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ጻድቅ ነው ብዬ ዘምሬያለሁ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መልሼ አላጥፈውም ቃሌን አላበላሸውም መዝሙሬን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ባይገባኝም እንኳን ቅሉ አንተ መልካም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ሰዎች ሁሉ ለምን ቢሉህ አንተ መልካም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ጨክኗል ሊያመልክህ ወስኗል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ኮስተር ብሎ መልካም ነህ ብሎሃል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ጨክኗል ሊያመልክህ ወስኗል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ኮስተር ብሎ መልካም ነህ ብሎሃል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ፈዋሽ ነው ብዬ ዘምሪአያለሁ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ሰጪ ነው ብዬ ዘምሪያለሁ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መልሼ አላጥፈውም ቃሌን አላበላሸውም መዝሙሬን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አንተን አመልካለሁ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መሆን እወዳለሁ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ጉጉቴ ፍላጐቴ ሁሉ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ነህ ዘመኔን በሙሉ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አሁንም አንተን አመልካለሁ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መሆን እወዳለሁ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ጉጉቴ ፍላጐቴ ሁሉ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ነህ ዘመኔን በሙሉ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በድንኳኔ ውስጥ አምልኮም ዕልልታም ሞልቷል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ሆይ አንተ ክብር ይገባሃል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አቤቱ በድንኳኔ ውስጥ አምልኮም ዕልልታም ሞልቷል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 ሆይ አንተ ክብር ይገባሃል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አንተ ክብር ይገባሃል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አንተ ክብር ይገባሃል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ይገባሃል 4x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እጹብ ድንቅ 3x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እጹብ ድንቅ 3x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እጹብ ድንቅ 3x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እጹብ ድንቅ 3x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እጽብ ድንቅ ነህ 4x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ላመልክህ ነው እኔ ምፈልገው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ፍላጐቴም የተገለጠ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ፍላጐቴም የተገለጠ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እንዳመልክህ ምታረገኝ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ነህ ምትረዳኝ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እኮ ነህ ምትረዳኝ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አንተን አመልካለሁ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በፊትህ መሆን እወዳለሁ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ጉጉቴ ፍላጐቴ ሁሉ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አንተው ነህ ዘመኔን በሙሉ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ውበትህ አቤት ቁንጅናህ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ማማርህ አቤት ማጌጥህ የእኤ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ውበትህ አቤት ምማርህ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ቁንጅናህ አቤት ማጌጥህ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እጽብ ድንቅ 3x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እጽብ ድንቅ 3x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እጽብ ድንቅ 3x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እጽብ ድንቅ 3x ነህ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እጽብ ድንቅ ነህ 4x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ከወይን ጠጅ ይበልጣል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ልብን ደስ ያሰኛል ነፍስንም ያረካል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ፍቅርህ ከወይኝ ጠጅ ይበልጣል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እንደሚፈስ ዘይት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ኢየሱሴ ሲሉት አንጀት የሚያርሰው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ሥምህ እንደሚፈስ ዘይት ነው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ውበትህ አቤት ምማርህ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ቁንጅናህ አቤት ማጌጥህ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መልካም ነህ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ፈዋሽ ነህ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ጻድቅ ነህ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ተዋጊ ነህ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መልካም ነው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