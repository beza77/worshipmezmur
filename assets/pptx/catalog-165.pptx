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Medanie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የትኛውም ላይ ልቤን አልጥልም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ከማውቅ የቱም አይበልጥም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ሆነልኝ ከምለው በሕይወት ዘመኔ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አንዱና ትልቁ መዳኔ ነው ለእኔ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መዳኔ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ነው ለእኔ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ልይ ምን ልፍጠር ከዚህ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አዳነኝ እኮ ወርዶ ከላይ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በምህረቱ ደግሞ ሁሌ ልጄ ብሎ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ወዶኛል ላይጠላኝ ምሎ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የትኛውም ላይ ልቤን አልጥልም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ከማውቅ የቱም አይበልጥም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ሆነልኝ ከምለው በሕይወት ዘመኔ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አንዱና ትልቁ መዳኔ ነው ለእኔ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መዳኔ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ነው ለእኔ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ስላረገው ያንሳል ምሥጋና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አፋፍ ነው ያዳነኝና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ስላረገው ያንሰዋል አምልኮ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ከሲዖል ጣር ነው ያዳነኝ እኮ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ያንሳል አምልኮ ከሞት አፋፍ ነው ያዳነኝ እኮ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ያንሳል ምስጋና ከሲዖል ጣር ነው ያዳነኝና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የትኛውም ላይ ልቤን አልጥልም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ከማውቅ የቱም አይበልጥም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ሆነልኝ ከምለው በሕይወት ዘመኔ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አንዱና ትልቁ መዳኔ ነው ለእኔ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መዳኔ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ነው ለእኔ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