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Mamlek Mamlek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Hannah Alayou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ማምለክ ፤  ማምለክ :ነው ስራዬ፤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ምን ልበልህ ጌታዬ፤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ሰማይና የብሱን ባህሩን ፈጥረሃል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ማምለክ ብቻ የኔ ስራ ሆንዋል።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ማድነቅ ፤ ማድነቅ ነው ስራዬ፤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ምን ልበልህ ጌታዬ፤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ሰማይና የብሱን ባህሩን ፈጥረሃል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ማምለክ ብቻ የኔ ስራ ሆንዋል።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ስራዬ ነው ጥሪዬ ነው፤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ማሞገስ ማወዳደሱ፤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ዕድል ፈንታዬ ዕጣ ክፍሌ፤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ነው ለኔ ድርሻዬ።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በጠዋትና በቀን በማታ፤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እንዳሞግስህ ክብርን እንዳመጣ፤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መሰዊያህንም እንዳሳምር፤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ለዚ ታላቅ ክብር እኔን ጠራህ።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የሰማያት መለአክቱ፤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ያለማቋረጥ አንተን ያመልካሉ፤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እያሉ፤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ለተረደው በግ ስግደት ያመጣሉ።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እስግዳለው x3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አመልካለው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ሁሌም አመልካለው x2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እንዳመልክህ ከተፈጠርኩኝ፤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ደኃዋላ እንዴት እላለሁኝ፤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እንድሰዋ ከተሰራሁኝ፤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መሰዊያህን አሳምራለሁኝ።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አምልኬ አምልኬ አምልኬ አልጠግብ አልኩኝ፤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ዘምሬ ዘምሬ ዘምሬ አልጠግብ አልኩኝ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እግዚአብሔር ያለ ስላላገኘሁኝ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ኢየሱስ ያለ ስላላገኘሁኝ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ማምለክ ማምለክ እግዚአብሔርን ማምለክ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ቤቴም ማምለክ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በጊዜውም ማምለክ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ያለጊዜው ማምለክ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ሲሆን ሳይሆን ማምለክ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ሲጨላልም ማምለክ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ሲነጋጋ ማምለክ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