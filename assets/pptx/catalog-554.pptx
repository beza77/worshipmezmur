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Misgana New Bafe Yemolaw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ባፌ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ተትረፍርፏል ላምላኬ ላፍሰው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በከፍታዋች ላይ ለሚያቆመኝ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ላመስግነው ልዘምር በእልልታ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ወንጭፌን ሞልቶታል ክብርና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የጠላቴን አንገት ረግጫለሁና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ባፌ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ተትረፍርፏል ላምላኬ ላፍሰው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ታምኜ ጎልያድን ገጠምኩት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በጭፍራዎቹ ፊት ጥዬ አዋረድኩት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የለበሰው ብረት ለካ ከንቱ ነበር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ባንዲት ጠጠር ብቻ ወድቆ የሚሰበር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ባፌ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ተትረፍርፏል ላምላኬ ላፍሰው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የእስራኤል ተዋጊ ቅዱስ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በበረዶ ድንጋይ ጠላቴን ሚያባርር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የኔም ጌታ እርሱ ነው የሚሳነው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ለጠላቴ ወደኋላ አላለም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ባፌ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ተትረፍርፏል ላምላኬ ላፍሰው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የጠላቴን መንደር ለሚያወርሰኝ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ላመስግነው ልዘምር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አትፍሪ እያለ ለሚያበረታኝ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ለሚያከብረኝ ለእርሱ ምስጋና አለኝ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ባፌ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ተትረፍርፏል ላምላኬ ላፍሰው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