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11680"/>
            <a:ext cx="1088136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5400" b="1">
                <a:solidFill>
                  <a:srgbClr val="FFFFFF"/>
                </a:solidFill>
                <a:latin typeface="Ebrima"/>
                <a:ea typeface="Ebrima"/>
                <a:cs typeface="Ebrima"/>
              </a:rPr>
              <a:t>Tichilaleh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023360"/>
            <a:ext cx="1088136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000" b="0">
                <a:solidFill>
                  <a:srgbClr val="CCCCCC"/>
                </a:solidFill>
                <a:latin typeface="Ebrima"/>
                <a:ea typeface="Ebrima"/>
                <a:cs typeface="Ebrima"/>
              </a:rPr>
              <a:t>Kalkidan Tilahun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ኧረ ተዉ ሰዉ ምንድነው የሚያወራው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ይፈፅመዋል አምላኬ የጀመረውን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ይጨርሰዋል እግዚአብሄር የጀረውን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ሊችላል ሁሉን ማድረግ ሊችላል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ሊችላል ሁሉን መስራት ሊችላል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ሊችላል ሁሉን ማድረግ ሊችላል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ሊችላል ሁሉን መስራት ሊችላል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ትችላለህ ሁሉን ማድረግ ትችላለህ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ትችላለህ ሁሉን መስራት ትችላለህ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ይቻልሃል ሁሉን ማድረግ ይቻልሃል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ይቻልሃል ሁሉን መስራት ይቻልሃል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ባህሩን እንደሆን ከፍለኧዋል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ድንጋዩን እንደሆን ሰንጥቀሃል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ተራራውን እንደሆን ሜዳ አድርገሃል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ምን አለ ያላረከው ምን ይሳንሃል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ትችላለህ ሁሉን ማድረግ ትችላለህ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ትችላለህ ሁሉን መስራት ትችላለህ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ይቻልሃል ሁሉን ማድረግ ይቻልሃል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ይቻልሃል ሁሉን መስራት ይቻልሃል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ሳስብ ሳለሁ ተስፋ እንደሌለኝ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የእግዚአብሄር መኖር ትዝ አለኝ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በቃ ተዉኝ እግዚአብሄር አለ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እርሱ ካለ ምን ችግር አለ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ሊችላል ሁሉን ማድረግ ሊችላል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ሊችላል ሁሉን መስራት ሊችላል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ሊችላል ሁሉን ማድረግ ሊችላል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ሊችላል ሁሉን መስራት ሊችላል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ትችላለህ ሁሉን ማድረግ ትችላለህ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ትችላለህ ሁሉን መስራት ትችላለህ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ይቻልሃል ሁሉን ማድረግ ይቻልሃል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ይቻልሃል ሁሉን መስራት ይቻልሃል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ከዙፋናት በላይ ዙፋኑ ላይ ያለው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እግዚአብሄር ነው ስሙም እግዚአብሄር ነው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ከእርሱ በላይ ሆኖ የበላይ የሌለው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እግዚአብሄር ነው ስሙም እግዚአብሄር ነው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እንዲህ አርግ እንዲህ አታድርግ የሚለው የሌለው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እግዚአብሄር ነው ስሙም እግዚአብሄር ነው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ጌታ ማለት አንተ ብቻ ነህ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ሌላ ጌታ አላውቅም 2x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አምላክ ማለት አንተ ብቻ ነህ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ሌላ አምላክ አላውቅም 2x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ንጉስ ማለት አንተ ብቻ ነህ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ሌላ ንጉስ አላውቅም 2x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