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Abat Alegn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Hillina Kassahun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አባት አለኝ (Track 4)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እገባለሁ ወደ ማደሪያው ወደ ዙፋኑ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የሰማያት ጆች ተከፍቶልኝ ስላየሁ ስላየሁ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አዲስ ሞገስ አዲስ ቅባት በየጠዋቱ በየጠዋቱ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ይዞ ይጠብቀኛል ንጉሱ (3x)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አላጠረም እጁ አልተደፊነም ጆሮው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አልከፍትም አንደበቴን ላጉረመርም ላሳዝን አባቴን (2x)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አባት አለኝ በሰማይ የማይጥል የማይሳኝ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አባት አለኝ በሰማይ የማይጥል የማይሳኝ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አምላክ አለኝ በሰማይ የማይጥል የማይሳኝ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አምላክ አለኝ በሰማይ የማይጥል የማይሳኝ (2x)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እንዴት ያምርበታል ጻድቅ ሲያመሰግን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ለተፊጠረለት ለአምላኩ ሲዘምር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ፍጥረት ሁሉ ይጮሀል ስለቅድስናህ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አልተነቃነቀም ንጉሱ ከስፍራው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እኔም እስማማለሁ ፊቱን አይቻለሁ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ነፍሴ አልረካችም ገና ዘምራለሁ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ክብሩን አወራለሁ ገና አመልካለሁ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አባት አለኝ በሰማይ የማይጥል የማይሳኝ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አባት አለኝ በሰማይ የማይጥል የማይሳኝ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አምላክ አለኝ በሰማይ የማይጥል የማይሳኝ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አምላክ አለኝ በሰማይ የማይጥል የማይሳኝ (2x)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እናት እንኳን ልጇን ትረሳ ይሆናል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እሱ ግን እራሱን አሳልፎ ሰጥቶአል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አለም ሳትፊጠር ከመረጠን በጉ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ምን አለ ማይሰጠን ለኛ ለልጆቹ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ምን አይነት ፍቅር ነው እንዲህ የሚፊሰው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ወደ በጐ ሀሳብህ አቅፎ ሚመልሰው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ለክብሩ ሚያቆመው አቅፎ ሚመልሰው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አላጠረም እጁ አልተደፊነም ጆሮው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አልከፍትም አንደበቴን ላጉረመርም ላሳዝን አባቴን (2x)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አባት አለኝ በሰማይ የማይጥል የማይሳኝ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አባት አለኝ በሰማይ የማይጥል የማይሳኝ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አምላክ አለኝ በሰማይ የማይጥል የማይሳኝ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አምላክ አለኝ በሰማይ የማይጥል የማይሳኝ (2x)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