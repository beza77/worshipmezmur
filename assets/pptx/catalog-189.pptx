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Yezemariew Gulbet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ጉልበት ያለው በአፌ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ቅባት ያለው በእኔ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ሰልፉን አይቼ ልቤ ሲርድ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በእጃቸው ገባሁ ዛሬ ሳልወድ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አምላኬን ምነው 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ትዕዛዝ አወጣ እንዲህ ሲል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ቆሜ ተራራ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ክብሬን ዘምሪ ክብር እንድታዪ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ሰምቼው ስዘምር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ሰደደባቸው ድብቅ ጦር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ማልጄ ሆ ብዬ እነሳለሁ ከበሮዬን አነሳለሁ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ስዘምርለት ይርዳል የጠላቴ ጉልበት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ማልጄ ሆ ብዬ እነሳለሁ በገናዬን አነሳለሁ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ስዘምርለት ይፈታ የጠላቴ ጉልበት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ጉልበት ያለው በአፌ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ቅባት ያለው በእኔ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ጓዳዬ እንደለመድኩት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ለአምላክ ስዘምር እንዳደግኩት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አደባባይ ወጣሁና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ጠራሁት እንደገና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ብላቴኖችን የሚወደው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ቀባኝ አትበሉ እንዴት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መንፈስ አይቶኝ ሲሸሽ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ይከብራል ነግቶ እስኪመሽ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ማልጄ ሆ ብዬ እንነሳለሁ ከበሮዬን አነሳለሁ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ስዘምርለት ይርዳል የጠላቴ ጉልበት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ማልጄ ሆ ብዬ እንነሳለሁ በገናዬን አነሳለሁ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ስዘምርለት ይፈታ የጠላቴ ጉልበት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ጉልበት ያለው በአፌ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የዝማሬው ቅባት ያለው በእኔ ላይ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ለአምላኬ የክብሩ ሙዳይ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የክብሩ ሞዳይ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የበረዶ ድንጋይ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