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Beante New Menorie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በአንተ ነው መኖሬ 3x ቢረዳልኝ ልቤ ቢረዳልኝ ልቤ በአንተ ነው መኖሬ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 እፈራለሁ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እንዴትስ እሰጋለሁ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ኪዳን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ተቀብያለሁ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ዘመናቴን ቆጥረህ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አውቀሃል እርምጃዬን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ትላንትም አይቆጨኝ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አያስፈራኝ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በአንተ ነው መኖሬ 3x ቢረዳልኝ ልቤ ቢረዳልኝ ልቤ በአንተ ነው መኖሬ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በሕይወት መዝገብ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በነፍሴ የተጻፈው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በዓመታቶቼ ላይ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የተገለጠው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ተዓምራትህ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ቃላትም የማይገልጸው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መኖሬ እራሱ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ሕያው ምስክር ነው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በአንተ ነው መኖሬ 3x ቢረዳልኝ ልቤ ቢረዳልኝ ልቤ በአንተ ነው መኖሬ 2x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ቸርነትህ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እየተከታተሉኝ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የሥምህ ጉልበቱ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ስላስጣለኝ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እጠራለሁ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በሕያዋን አገር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እኖራለሁ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እኖራለሁ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በአንተ ነው መኖሬ 3x ቢረዳልኝ ልቤ ቢረዳልኝ ልቤ በአንተ ነው መኖሬ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