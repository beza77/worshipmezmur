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Alegn Abat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ሚያስፈልገኝን ያ'ረገልኝ ተንከባክቦ የሚያሳድገኝ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የሚሸከመኝ እንደልጅነቴ አለልኝ ቸሩ አባቴ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አባት አባት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የምመካበት አባት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አባት አባት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'ማስፈራራበት አባት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ጠላቴ ሆይ ስማ ወዴት ወዴት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አትዘንጋው እንጂ አንዳለኝ አባት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ዓይኑ ብሌን 'ሚያስብ 'ሚጠነቀቅ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በልጁ የመጣበትን የማይምር የማይለቅ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አባት አባት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የምመካበት አባት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አባት አባት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ማስፈራራበት አባት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አባቴ እኩያ የለውም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እኮ ማንንም አይንቅም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ይቅርታው ብዙ ሁልጊዜ የሚምር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መልካሙን መንገድ የሚያስተምር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ማማክረው የሚመክረኝ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እያለ ምን አባዘነኝ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ሰውን ተስፋ ማድረጉ በቃኝ በቃኝ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ግራ ቀኝ ማየቱ በቃኝ በቃኝ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ጉዳይ አለኝ ከአንተ'ጋ መጥቻለሁ ላወጋ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ጉዳይ አለኝ ከአንተ'ጋ መጥቻለሁ ላወጋ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መጥቼም ሸክሜን አራግፋለሁ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እንደማትሰለቸኝ ተማምኛለሁ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የፍቅር ብሩህ ፊት አለህ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የሚያቀርብ የሚያስጠጋ ጌታ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ጉዳይ አለኝ ከአንተ'ጋ መጥቻለሁ ላወጋ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ጉዳይ አለኝ ከአንተ'ጋ መጥቻለሁ ላወጋ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ጋር ልቆራኝ ከአንተ ጋር ልወዳጅ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የሚረባ ይሄ ነው የሚበጅ 4x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ጉዳይ አለኝ ከአንተ'ጋ መጥቻለሁ ላወጋ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ጉዳይ አለኝ ከአንተ'ጋ መጥቻለሁ ላወጋ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