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Erdagn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Tamerat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እርዳኝ (3) እርዳኝ(3)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ኣንተን መምሰል ኣስተምረኝ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ከዚ ዓለም ሂወት ኣሳልፈኝ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'ባክህ እርዳኝ/ እየሱስ እርዳኝ (2)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ኣቅቶኛል ከብዶኛል ኣልቻልኩም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ማንነቴን የእውነት ኣልካድኩም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የኣምልኮ መልክ ሆኖ ሂወቴ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ኣለ ኣሁንም ያስጋዊ ማንነቴ (2)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ይብቃኝ ኣሁንስ እንግዲህ'ማ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ልብህ ኣይዘን ልብህ ኣይጎዳ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ኑሮየ እንዲሆን በቅድስና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እርዳኝ ልበልህ ልምበርከክ እና(2)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እርዳኝ (3) እርዳኝ(3)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ኣንተን መምሰል ኣስተምረኝ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ከዚ ዓለም ሂወት ኣሳልፈኝ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'ባክህ እርዳኝ/ እየሱስ እርዳኝ (2)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ኣቅቶኛል ከብዶኛል ኣልቻልኩም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ማንነቴን የእውነት ኣልካድኩም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የኣምልኮ መልክ ሆኖ ሂወቴ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ኣለ ኣሁንም ያስጋዊ ማንነቴ (2)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ይለፍ ሂወቴ ከመዝሙር ዜማ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የልብህ ደስታ ሂወት ነውና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በዓመታት መሀል ኣንተ ስትሰራ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ገንዘብህ ልሁን ጌታ እርዳኝና (2)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እርዳኝ (3) እርዳኝ(3)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ኣንተን መምሰል ኣስተምረኝ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ከዚ ዓለም ሂወት ኣሳልፈኝ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'ባክህ እርዳኝ/ እየሱስ እርዳኝ (2)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