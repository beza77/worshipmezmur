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Estenfas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አለኝ ላመስግን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ያላችሁ አመስግኑ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አለኝ ላመስግን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ልበልህ ተመስገን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ልበልህ ተባረክ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እንትንፋስ እያለኝ አሀሀ መናገር እየቻልኩ ኦሆ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ዝም ብዬ እመለከታለሁ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ድምፄን ከፍ አድርጌ ተመስገን እላለሁ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እጠራዋለሁ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ብዬ እልሀለሁ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