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Alferam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Mesfin Gutu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አልፈራም ነገን አልፈራውም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ሁኔታን አልፈራም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ዮርዳኖስ ቢያጓራ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ጌታ አለ ከእኔ ጋራ (2x)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ወጣሁ በጌታዬ ጉልበት (በጉልበት በጉልበት)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የፈራሁት ተመታ በድንገት (በድንገት በድንገት)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ንጉስ መጣ ቢባል የማይፈራ ማነው (ማነው ማነው)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የጌትዬ ግርማ ከዚህ ሁሉ በላይ ነው (በላይ ነው በላይ ነው)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ነው በላይ ነው (4x)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አልፈራም ነገን አልፈራውም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ሁኔታን አልፈራም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ዮርዳኖስ ቢያጓራ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ጌታ አለ ከኔ ጋራ (2x)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ቀይ ባህር ለሁለት ተከፈለ ቆመ (አዎ ተከፈለ)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እስራኤል በደረቅ በድል ተሻገረ (አዎ ተሻገረ)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እግዚአብሔር ሲሰራ የሚከለክል ማነው (ማነው ማነው)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ሚተክል ሚነቅል የሚያፈርስ እሱ ነው (አዎ እርሱ ነው)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ነው እርሱ ነው (4x)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አልፈራም ነገን አልፈራውም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ሁኔታን አልፈራም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ዮርዳኖስ ቢያጓራ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ጌታ አለ ከእኔ ጋራ (2x)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ተማምኜ ወጣሁ በጌታዬ ጉልበት (ጉልበት በጉልበት)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የፈራሁት ተመታ በድንገት (በድንገት በድንገት)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ንጉስ መጣ ቢባል የማይፈራ ማነው (ማነው ማነው)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የጌትዬ ግርማ ከዚህ ሁሉ በላይ ነው (በላይ ነው በላይ ነው)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በላይ ነው በላይ ነው (4x)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አልፈራም ነገን አልፈራውም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ሁኔታን አልፈራም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ዮርዳኖስ ቢያጓራ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አልፈራም ጌታ አለ ከእኔ ጋራ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