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Denenal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በበደል በሀጥያት ሙታን የነበርነው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ከመንግስቱ ጠፍተን ተጨንቀን ላለነው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ጋር ህይወትን አገኘን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በርግጥ ሞተን ነበር በፀጋው አዳነን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ድነናል ድነናል በፀጋው ድነናል 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በጠላት እስራት በጨለማ ሆነን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መሄጃው ጠፍቶብን ተስፋ ቆርጠን 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አርነት ሊያወጣን ስለኛ ቆሰለ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ሞታችንን ሞቶ በህይወት አኖረን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ድነናል ድነናል በፀጋው ድነናል /3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በርግጥ ሞተን ነበር በጌታ ድነናል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ህይወት በነፃ አግኝተናል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ክሳችንን ከኛ ከኛ ላይ ወስዶታል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ማይጠፋውን ህይወት በነፃ አግኝተናል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