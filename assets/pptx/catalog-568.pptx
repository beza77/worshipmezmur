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Temamegnie Temamegnie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አምላካቸው ዓይን አለው አያይ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አለው አይሰማ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አፍ አለው አያወራ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እርሱንም ሁሌ ይሸከሙታል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ወደዚያ ያደርጉታል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የሚሸከመኝ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የያዘኝ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የሰራኝ አሃሃ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አምላካቸው ዓይን አለው አያይ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አለው አይሰማ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አፍ አለው አያወራ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እርሱንም ሁሌ ይሸከሙታል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ወደዚያ ያደርጉታል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የሚሸከመኝ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የያዘኝ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የሰራኝ አሃሃ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ተማምኜ ከትከሻው መሃል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አድራለሁኝ ከእርሱ ጋራ አስተማማኝ የሚያኮራ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ተማምኜ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ከትከሻው መሃል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አድራለሁኝ ከእርሱ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አስተማማኝ የሚያኮራ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ተማምኜ ከትከሻው መሃል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አድራለሁኝ ከእርሱ ጋራ አስተማማኝ የሚያኮራ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አምላካቸው ዓይን አለው አያይ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አለው አይሰማ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አፍ አለው አያወራ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እርሱንም ሁሌ ይሸከሙታል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ወደዚያ ያደርጉታል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የሚሸከመኝ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የያዘኝ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የሰራኝ አሃሃ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የማይታይ አምላክ የማይዳሰስ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በስራው ነው እንጂ ወይም በመንፈስ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አምላክ የምለው እርሱ ነው አምላክ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የሚያኮራ ጌታ የሚያመጻድቅ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አምላካቸው ዓይን አለው አያይ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አለው አይሰማ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አፍ አለው አያወራ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አምላካቸው ዓይን አለው አያይ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አለው አይሰማ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አፍ አለው አያወራ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እርሱንም ሁሌ ይሸከሙታል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ወደዚያ ያደርጉታል 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እርሱንም ሁሌ ይሸከሙታል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ወደዚያ ያደርጉታል 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የሚሸከመኝ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የያዘኝ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እኔን የሰራኝ አሃሃ 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ድንቅ ነህ 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ልዩ ነህ ኦ (2x)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ተማምኜ ከትከሻው መሃል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አድራለሁኝ ከእርሱ ጋራ አስተማማኝ የሚያኮራ (2x)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ተማምኜ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ከትከሻው መሃል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አድራለሁኝ ከእርሱ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አስተማማኝ የሚያኮራ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ተማምኜ ከትከሻው መሃል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አድራለሁኝ ከእርሱ ጋራ አስተማማኝ የሚያኮራ (2x)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አምላካቸው የታለ እስቲ ልየው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የእኔማ አምላክ ይሄው ድንቅ አድራጊው (2x)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የእኔማ አምላክ ይሄው ድንቅ አድራጊው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የእኔማ ጌታ ይሄው ድንቅ አድራጊው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የእኔማ ንጉሥ ይሄው ድንቅ አድራጊው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አምላካቸው ድንገት አሞት ይሆናል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ፈዋሽ ነው ሰውን ያድናል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ፈዋሽ ነው ደህና ያደርጋል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ፈዋሽ ነው ጤና ይሰጣል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ፈዋሽ ነው ሰውን ያድናል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አምላካቸው ድንገት ሄዶ ይሆናል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ግን እዚህ ነው አሁን ይሰራል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ይኸው ድንቅ አድራጊው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ይኸው ድንቅ አድራጊው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ይኸው ድንቅ አድራጊው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ንጉሥ ይኸው ድንቅ አድራጊው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