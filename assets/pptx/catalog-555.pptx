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Misgana Tewedalehena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አምላክና መድሐኒት ለሆንከው ከእኔ በቀር አዳኝ የለም ላልከው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ለእግዚአብሔር ክብርን ሰጣለሁ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ለአምላኬ ክብርን ሰጣለሁ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ትወዳለህና አምላኬ አመሰግናለሁ2X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ትወዳለህና አምላኬ እኔ አመልክሀለው2X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ሞገስን ትወዳለህና ጌታዬ አሞግስሀለው2X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መከበር ትወዳለህና አምላኬ እኔ አከብርሀለው2X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ለእግዚአብሔር ክብርን ሰጣለሁ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ለአምላኬ ክብርን ሰጣለሁ 2X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አትገመትም በጥቂት ነገር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ትልቅ ነህ እንዴት ልናገር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አፌን በአንተ ላይ አላላቅቅም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ፃድቅ ነህ አትሳሳትም2X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ትወዳለህና አምላኬ አመሰግናለሁ2X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ሙገሳን ትወዳለህና ጌታዬ አሞግስሀለው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መወደድ ትወዳለህና ጌታዬ እኔ እወድሃለሁ2X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መወደስ ትወዳለህና ጌታዬ እወድስሀለው2X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ለእግዚአብሔር ክብርን ሰጣለሁ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ለአምላኬ ክብርን ሰጣለሁ 2X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አምላክና መድሐኒት ለሆንከው ከእኔ በቀር አዳኝ የለም ላልከው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ለእግዚአብሔር ክብርን ሰጣለሁ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ለአምላኬ ክብርን ሰጣለሁ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ዝቅ ብዬ አንተ ከፋ በል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ክብር ምስጋናን ከእኔ ተቀበል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ብቻህን ሁሉን ሰርተሀል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ሁሉን ስትሰራ ማን አማክሮሀል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ምስጋና ትወዳለህና አምላኬ አመሰግናለሁ2X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አምልኮ ትወዳለህና አምላኬ እኔ አመልክሀለው2X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መከበር ትወዳለህና አምላኬ እኔ አከብርሀለው2X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መሞገስ ትወዳለህና ጌታዬ አሞግስሀለው2X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ለእግዚአብሔር ክብርን ሰጣለሁ 2X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ለአምላኬ ክብርን ሰጣለሁ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ከግብፅ ምድር ከብረት እቶን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እኔን አወጣህ ርስትህ እንድሆን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ሳላጉረመርም አመልክሀለው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እንዳንተ ያለ የት አገኛለው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አምላክና መድሐኒት ለሆንከው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ከእኔ በቀር አዳኝ የለም ላልከው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ለእግዚአብሔር ክብርን ሰጣለሁ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ለአንተ ለአምላኬ ክብርን ሰጣለሁ 2X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እልልታን ትወዳለህና አምላኬ እልል ላለሁ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እልልላለሁኝ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ዝማሬ ትወዳለህና አምላኬ አዜምልሀለው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 አዜምልሀለው</a:t>
            </a:r>
          </a:p>
          <a:p>
            <a:pPr algn="ctr">
              <a:lnSpc>
                <a:spcPct val="125000"/>
              </a:lnSpc>
            </a:pPr>
            <a:r>
              <a:rPr sz="32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እዘምራለው 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