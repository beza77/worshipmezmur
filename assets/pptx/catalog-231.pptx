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Abietu Metelelefien Demses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"አምላክ ሆይ ስለዘለዓለማዊ ፍቅርህ ይቅር በለኝ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ስለታላቁ ምህረትህም ኀጢአቴን ደምስስልኝ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በደለኔን ሁሉ አጥበህ አስወግድልኝ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ከኀጢአቴም አንጻኝ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ስህተቴን አውቃለሁ የኀጢአቴንም ብዛት ዘወትር እገነአባለሁ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ያመጽኹት በአንተ ላይ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የበደልኹትም አንተን ብቻ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የምትጠላውን ነገር አደረግኩ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ስለእዚህ በእኔ ላይ መፍረድህና እኔንም መቅጣትህ ትክክል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ኀጢአተኛ ሆኜ እንደተወለድኩ ታውቃለህ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ከተጸነስኩበት ጊዜም ጀምሮ ኀጢአተኛ ነኝ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ቅንነትን እና እውነትን ስለምትወድ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የጥበብህን ሚስጥር አስተምረኝ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በህጾብ ቅጠል ረጭተህ ኀጢአቴን አስወግድልኝ እኔም እነጻለሁ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እጠበኝ እኔም ከበረዶ ይበልጥ ነጭ እሆናለሁ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የደስታንና የሃሴትን ድምጽ አሰማኝ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እንኳን ሰብረህ ያደቀከኝ ብሆንም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ደስ አሰኘኝ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ኀጢአቴን አትቁጠርብኝ ከበደሌም አንጻኝ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ሆይ ንጹህ ልብ ፍጠርልኝ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አዲስና ታማኝ ሆኖ የሚጸና መንፈስ በውስጤ አኑርልኝ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ከፊትህ አታርቀኝ ቅዱስ መንፈስህንም ከእኔ አትውሰድብኝ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ከአዳኝነትህ የሚመነጨውን ደስታ መልሰህ ስጠኝ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እንድታዘዝም ፈቃደኛ አድርገኝ"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እንደቸርነትህ ብዛት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ምህረትህ ብዛት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መተላለፌን ደምስሳት 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መተላለፌን አውቃለሁ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አልክድም ፊትህ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በደሌም ሁልጊዜ በፊትህ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አንሳኝ በምህረትህ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እንድትመራኝ ብዬ መጣሁ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እጠበኝ ከበረዶ ይልቅ ነጭ እሆናለሁ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እንደቸርነትህ ብዛት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ምህረትህ ብዛት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መተላለፌን ደምስሳት 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ለበደሌ ክርክር አላቀርብም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አልሟገትም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መናዘዝ እንጂ እያልኩኝ ኀጢአተኛ ነኝ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ምን ምርጫ አለኝ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በሂሶብ??? እርጨኝና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እጠበኝ ከበረዶ ይልቅ ነጭ እሆናለሁ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እንደቸርነትህ ብዛት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ምህረትህ ብዛት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መተላለፌን ደምስሳት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"ጌታ ሆይ ቅዱስ መንፈስህ ከእኔ ላይ አትውሰድብኝ"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መንፈስህን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 ላይ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አትውሰድብኝ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መንፈስህን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 ላይ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አትውሰድብኝ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ታድያ እኔ ማነኝ ይህን ታላቅ ስም ልጠራ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እኔ ማነኝ ፊትህ ለማቅረብ ምሥጋና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ፊትህ ለመቆም ሞገስ/ምህረት ከአገኘሁ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ምሥጋናን ምሥጋና ምሥጋናን እሰዋለሁ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ምሥጋናን ምሥጋና ምሥጋናን እሰዋለሁ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ምሥጋና ለኢየሱስ ምሥጋና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 አምላክ ለአንተ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ለሆንከው ገናና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"እግዚአብሔር መሃሪና ይቅር ባይ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ከቁጣ የራቀ ምህረቱም የበዛ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አይቀስፍም ለዘለዓለምም አይቆጣ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እንደኀጢአታችን አላደረገብንም እንደበደላችንም አልከፈለንም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 ከምድር ከፍ እንደሚል እንዲሁ እግዚአብሔር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ምህረቱን በሚፈሩት ላይ አጠነከረ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እንደሆነ ምህረቱ ለዘለዓለም እንደሆነች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የሚፈሩ ሁሉ አሁን ይናገሩ"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ለዘለዓለም ነው 4x ምህረቱ ለዘለዓለም ነው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ለዘለዓለም ነው 4x ምህረቱ ለዘለዓለም ነው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ለዘለዓለም ነው 4x ምህረቱ ለዘለዓለም ነው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ለዘለዓለም ነው 4x ምህረቱ ለዘለዓለም ነው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ለዘለዓለም ነው 4x ምህረቱ ለዘለዓለም ነው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