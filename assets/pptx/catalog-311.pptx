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Ategebie Honual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Habtamu Kumela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አጠገቤ ሆኗል ጌታ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የቱ ያስፈራኛል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ጋሻ ሆኖልኛል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የቱ ያሰጋኛል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ቅጥር ሆኖልኛል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በብቸኝነቴ አይዞህ ባይ ማጣቴ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 ሲለኝ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የለቅሶ እንጉርጉሮ ሲሰማ ከቤቴ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 ሲለኝ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የእኔስ ነገር የእኔስ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በዓይን አይቶ ሳለቅስ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ያልራቀኝ ንጉሥ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 ጓደኛ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ስሆን ያኔ ብቸኛ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አለኛ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አጠገቤ ሆኗል ጌታ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የቱ ያስፈራኛል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ጋሻ ሆኖልኛል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የቱ ያሰጋኛል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ቅጥር ሆኖልኛል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የቅርብ ወንድሞቼ ሁሉ የከዱኝ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 ሲለኝ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ያለርህራሄ ጉድጓድ የጣሉኝ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 ሲለኝ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የእኔስ ነገር የእኔስ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በዓይን አይቶ ሳለቅስ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ያልራቀኝ ንጉሥ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 ጓደኛ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ስሆን ያኔ ብቸኛ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አለኛ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አጠገቤ ሆኗል ጌታ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የቱ ያስፈራኛል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ጋሻ ሆኖልኛል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የቱ ያሰጋኛል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ቅጥር ሆኖልኛል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ለእኔስ አይዞህ ብለው የሚያጽናኑኝ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ወዳጆቼም ችላ ቢሉኝ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የቅርቦቼም ችላ ቢሉኝ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እናት ልጇን እንኳን ብትረሳ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ልጄ ካለ የማይከዳ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አለ ከእኔስ ጋራ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