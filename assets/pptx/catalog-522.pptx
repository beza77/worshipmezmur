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Eyulign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የኔን አምላክ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እዩልኝ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እግዚአብሔርን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እዩልኝ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የኔን ጌታ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እዩልኝ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ኢሄንን ውብ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እዩልኝ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እዩልኝ እዩልኝ እዩልኝ እዩልኝ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ሰው ሳያይህ እንዴት ያደንቅሃል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ሳያይህ እንዴት ያመልክሃል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ያወቅንህ ግን ማቆም አቅቶናል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የኔን አምላክ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እዩልኝ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ኢሄንን ውብ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እዩልኝ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ኢሄንን ቆንጆ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እዩልኝ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አለባበሱን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እዩልኝ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እዩልኝ እዩልኝ እዩልኝ እዩልኝ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ውበት ያለው ክብር ያለው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ሞገስ ያለው ውበት ያለው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በሰው ብልሃት ያልተሰራ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አለ ከእኔ ጋራ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እግዚአብሔርን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እዩልኝ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ኢህን መልካም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እዩልኝ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ኢህንን ቸር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እዩልኝ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የእኔን አምላክ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እዩልኝ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እዩልኝ እዩልኝ እዩልኝ እዩልኝ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ኮበለለች እርሱን ተከትላ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ሌላ ነገር አልፈልግም ብላ (2x)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አልፈልግም ብላ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አልፈልግም ብላ (2x)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የእኔን አምላክ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እዩልኝ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ኢህን ጨዋ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እዩልኝ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ኢህን ኃያል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እዩልኝ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ኢህን ብርቱ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እዩልኝ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እዩልኝ እዩልኝ እዩልኝ እዩልኝ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እዩልኝ እዩልኝ እዩልኝ እዩልኝ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እኔማ በለሟል የአንተ አገልጋይ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በቤትህ ሰራተኛ ወዳጅ ልጅህ ነኝ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ባሪያህም እሆናለው በእኔ ፍላጐት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ጉልበቴን ዘመኔንም ተጠቀምበት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እኔማ እኔማ እኔማ እኔማ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እኔማ በለሟል የአንተ አገልጋይ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በቤትህ ሰራተኛ ወዳጅ ልጅህ ነኝ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ባሪያህም እሆናለው በእኔ ፍላጐት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ጉልበቴን ዘመኔንም ተጠቀምበት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ተጠቀምበት ተጠቀምበት ተጠቀምበት ተጠቀምበት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ውበትህ እጅግ ያስደንቃል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የፊትህን ብርሃን ማን አይቶ ይቆማል (2x)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አምልኮና ስግደት ክብር ይገባሃል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እንዳንተ ያለ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ስላልተገኘ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ፍጥረት ሊያደንቅህ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ሊያይህ ተመኘ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እንዳንተ ያለ ውብ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ስላልተገኘ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ፍጥረት ሊያደንቅህ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ሊያይህ ተመኘ, (2x), ነበልባል ዓይኖችህን, ያመረውን ፊትህን, የነጠረው እግርህን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እናውራው ውበትህን (2x)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እንዳንተ ያለ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ስላልተገኘ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ፍጥረት ሊያደንቅህ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ሊያይህ ተመኘ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