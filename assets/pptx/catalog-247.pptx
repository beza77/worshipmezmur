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Egziabhieren Memsel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ለሥጋዊ ነገር እራስን ማስለመድ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ከእግዚአብሔር ሀሳብ እርቆ መራመድ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ለጊዜያዊ ደስታ ነፍስን አስገዝቶ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ዛሬን ብቻ መኖር የነገውን ትቶ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አይጠቅመኝም ከቶ ይህን አውቄዋለሁ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መምሰል ለእኔ ማትረፊያ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ብዬ ተናግሬ ጉዞ ጀምሬያለሁ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ጥማቴም ናፍቆቴም ጌታዬን መምሰል 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በሰው ወግ ተይዞ በይሉኝታ እስራት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ዛሬን ላያሻግር ለእንጀራ መገዛት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እውነትን ከመግለጥ በውሸት ከልሎ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መምሰል የሌለበት የማስመሰል ኑሮ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አይጠቅመኝም ከቶ ይህን አውቄዋለሁ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መምሰል ለእኔ ማትረፊያ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ብዬ ተናግሬ ጉዞ ጀምሬያለሁ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ጥማቴም ናፍቆቴም ጌታዬን መምሰል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ታላቅና ክቡር ሕይወትም የሆነ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ከአማራጮች ሁሉ እጅግ የተሻለ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 ላለውና ለመጪው ዘመኔ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መምሰል ያዋጣኛል ለእኔ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ያዋጣኛል አዎ ይህን አውቄያለሁ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መምሰል ለእኔ ማትረፊያ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ብዬ ተናግሬ ጉዞ ጀምሪያለሁ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ጥማቴም ናፍቆቴም ጌታዬን መምሰል ነው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ከኋላ ያለውን በሙሉ ረስቼ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የፊቴን ለመያዝ እጆቼን ዘርግቼ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ምልክት አይቼ መፍጠን ጀምሬያለሁ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መጠራቴ ዋጋው ጌታዬን መምሰል ነው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ብዬ ተናግሬ ጉዞ ጀምሬያለሁ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መምሰል ለእኔ ማትረፊያ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የሚይዘኝ የሚያስቀረኝ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ሁሉንም እየጣስኩ ወደፊት ሄዳለሁ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