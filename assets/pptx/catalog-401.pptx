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Yerotuleten Yayutal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በፊት የቆሰሉ ብዙ አሉ ለወንጌሉ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እኔና እንደ አንተ በነጻነት ዘመን ያልተፈጠሩ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ከአንቺ በፊት የተሰዉ ብዙ አሉ ለወንጌሉ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እኔና እንደ አንቺ በነጻነት ዘመን ያልተፈጠሩ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ከእኛ በፊት ብዙ አሉ የተሰዉ ለወንጌሉ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እኛ በነጻነት ዘመን ያልተፈጠሩ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ሳይሉ እጅ እግሬን ጨርቄን ማቄን በጽድቅ የኖሩ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 የተጉ ለጌታ የኖሩ በሰው የተጠሉ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የሮጡለትን ያዩታል ከወደላይ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የክብሩ ጌታ ሲያከብራቸው በሠማይ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ያዩታል ጌታን ፊት ለፊት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ሳያዩት ያመኑትን የናፈቁትን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በነፍሳቸው የጨከኑት በሥጋቸው ያከበሩት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አይገኝም አክሊላቸው በሠማይ ነው ክፍያቸው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የሮጡለትን ያዩታል ከወደላይ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ሆነው የባርነት ባሪያ ወጥተው ከሰውነት 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የሚሉት የሌላቸው ልሩጥ ለእኔም ማያቃቸው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ለወንጌል የቆሙ ለወንጌል የቀኑ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ገንዘብ የማይደፍራቸው ሰልፍ ብርታታቸው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የሮጡለትን ያዩታል ከወደላይ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የክብሩ ጌታ ሲያከብራቸው በሠማይ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ያዩታል ጌታን ፊት ለፊት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ሳያዩት ያመኑትን የናፈቁት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በነፍሳቸው የጨከኑት በሥጋቸው ያከበሩት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አይገኝም አክሊላቸው በሠማይ ነው ክፍያቸው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ያዩታል ጌታን ፊት ለፊት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ታዲያ የዘመኔ አርበኛ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 ነገር ያልተኛ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ብድራቱን እዚህ ያልተቀበለ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ለወንጌል የጨከነ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በነጻነት ዘመን ራሱን የሰዋ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ለጥቅም ያልኖረ በእምነቱ የጸና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የዘመኔ ወንጌል ነጋሪ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በተግባር የታየ የጽድቅ ተባባሪ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ያልሆነ በፍፁም የነጻነት ባሪያ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ያልተገኘ እዚህ ሲሉት እዚያ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የአቋም ሰው ዘመን ተሻጋሪ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ሰልፍ እየበረታ ወንጌሉን ዘማሪ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የዘመኔ ባለ አክሊል ተረኛ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ለራሱ ያልኖረ ከሥጋው ጠበኛ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ሞትን ጥቅሜ ብሎ በነፍሱ የጨከነ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ቀኝ ያላየ ለቃሉ የታመነ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የዘመኔ አርበኛ ማነው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የሮጡለትም ያዩታል ከወደላይ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የክብሩ ጌታ ሲያከብራቸው በሠማይ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