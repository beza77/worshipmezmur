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Yehiwot Injera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የሕይወት እንጀራ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የሕይወት ብርሃን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ታጠግባለህ ታረካለህ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ታጠግባለህ ታረካለህ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ወዴት ወዴት እሄዳለሁ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ወዴት እሄዳለሁ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ነህ አንተን እጠጋለሁ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ነህ አንተን እጠጋለሁ የሙጥኝ ይዣለሁ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ያንን ትቼ ይህንን ትቼ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ላመልክህ መጥቻለሁ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ለመኖር መጥቻለሁ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ላመልክህ መጥቻለሁ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ያንን ትቼ ይህንን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ላገለግልህ መጥቻለሁ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ለመኖር መጥቻለሁ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ላከብርህ መጥቻለሁ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ላመልክህ መጥቻለሁ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አማራጬ/አባቴ አይደለህ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ብቸኛ መንገዴ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ብቸኛ መንገዴ ነህ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አንተማ እንዴት ሊሆንልኝ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አንተማ ምንም አያምርብኝ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አንተማ ሁሉም ከንቱ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አንተማ ኑሮም ትርጉም ይለው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አንተማ መውጣት መግባት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አንተማ መንገዱም አይቀና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አንተማ እንዲያው መቅበዝበዝ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አንተማ መና መቅረት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ከአንተ ወዴት ወደ ማን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ትውት/እርግፍ አድርጊያለሁ ሌላውን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ትዝታም የለኝም ትውስታም የለኝም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ከተውቁት/ካልሆንኩት ውስጥ አንዱም አይቆጨኝም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አይቶ ልቤ አረፈልኝ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እዚህም እዚያም ማለት ቀረልኝ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ከአንተ ወዴት ወደ ማን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ትውት አድርጊያለሁ ሌላውን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ታዴያ ከአንተ ወዴት ወደ ማን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እርግፍ አድርጊያለሁ ሌላውን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