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Enamesegnhalen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ለሚገባው ክብር እንሰጣለን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በዙፋኑ ስርም እንሰግድለታለን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ምስጋናችን በፊቱ ሞገስ ያገኝና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ቀጥ ብሎ ያርግ ዛሬም እንደገና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እናመሰግንሀለን(6x)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ስትከብር ጌታ ስትወደስ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ስትል የሱስ ስትሞገስ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እደሰታለሁ ጥማቴ ይህ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ክብርህንም ሳይ ጌታ እኔ እጠግባለሁ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እናመሰግንሀለን(6x)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ምስጋና ጌታ ላንተ እንደገና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ዝማሬ የሱስ ላንተ ይሁን ዛሬ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ጭብጨባ መቅደስህ ይግባ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እልልታ ላንተ ይሁን ጌታ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እናመሰግንሀለን(6x)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እኛስ በጌታ እግዚብሔር ተደስተናል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 በሕይወታችን ሲገልጽ አይተናል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እያደነቅነው እናመልካለን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ሁሉም ላይ እንጨምራለን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እናመሰግንሀለን(6x)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