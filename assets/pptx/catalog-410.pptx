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Jehovah Jireh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የሚያስፈልገኝን ሁሉ የምታሟላ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አንድም ሳይቀር የምታሳካ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በድንቅ በታምራት ታኖረኛለህ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ምታሳጣኝ የለም እረኛዬ አንተ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ጆሆቫ ጃየራ ነህ x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ታዘጋጃለህ x3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በአብርሃም በረከት ተባርኪያለው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በክርስቶስ ኢየሱስ አግኝቸዋለው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በረከት በምድርም ሁሉ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ባርኮኛል ብሩክ ይሁን ስሙ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ጆሆቫ ጃየራ ነህ x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ታዘጋጃለህ x3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የሚያኮራ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የሚያስተማምን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የሚያስመካ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ነው የኔ ጌታ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እግዚያአብሔር እረኛዬ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የሚያሳጣኝም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ህይወቴን ያለመልማል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በረፍት ውሃ ዘንድ ይመራኛል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ፃድቅ ሲራብ ዘሩም እህል ሲለምን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አላየሁም አልሰማሁም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ጆሆቫ ጃየራ ነህ x 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ታዘጋጃለህ 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