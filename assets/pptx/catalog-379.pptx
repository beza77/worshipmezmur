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Kidus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ያለህና የነበርህ በክብር የምትመጣ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ለዘላለም የምትኖር የሰማይ የምድር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 ከክብርህ ተሞልታለች አንተን ክብርን እያየች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አኛም ባርያዎችህ በፊትህ እንሰግዳለን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ክዱስ 12 እንዳንተ የለም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በኃይል/በክብር የበረታ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የጽድቅ ነው ክብረዙፋንህ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ሁሉን ቻይ ግርማውነትህ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የገዢዎች ገዢ ነህ ኃያል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ሽረት የማይደርስብህ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ሰማይ ሠራዊት ያመልኩሃል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ለዑል ግርማህ ያስፈራል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ትልቁን ኃይል ይዘህ ነግሠህ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 ችሎህ ፊትህ ይቆማል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ክዱስ 12 እንዳንተ የለም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በኃይል/በክብር የበረታ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በሰማይ በምድር የለም አንተን የሚመስል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የዘመንህን ቁጥር የለም የምገድብ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 ከክብርህ ተሞልታለች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ታላቅነትህን ታውጃለች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በሰማይ በምድር የለም አንተን የሚመስልህ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አልፋ ነህ ኦሜጋ አንተ ለብቻህን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 ከክብር ተሞልታለች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አምላክነትህን ታውጃለች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አንዳንተ ያለ የለም በሰማይ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አንዳንተ ያለ የለም ምድር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ከምድርም በታች የለም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አይኖርም ለዘላለም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