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Metek Yeleh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እናት ነህ አልልም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አባት ነህ አልልም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ምትክ የለህ መድህኔ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እኮ ነህ ለእኔ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ነህ ለእኔ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የለኝም የማቆመው/የምተካው በአንተ ቦታ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 ሲመጣ አንዱ ይሄዳል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ያለው ይቀያየራል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ካንተ የተለየ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ቦታ የሚቆምለት ማነው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ማን ሊተካ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የእኔ አምላክ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የለም ምትክ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ለእኔስ አንተ ነህ መሪዬ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የቅርቡ ተጠሪዬ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የቅርቡ ተጠሪዬ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ሌላ ለእኔ ማነዉ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ከአንተስ ሌላ ለእኔስ ለምኔ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ከወይን ጠጅ ይልቅ ይጣፍጣል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ከማር ወለላም ይመረጣል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ይመረጣል አሃሃ ይመረጣል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