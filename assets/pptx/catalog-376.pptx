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Hulun Besirih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ፊደል ተገጣጥሞ የቱ ቃል ገለጠህ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 ተሰካክተው ምን ቢባል ተረከህ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ያንተን ልክ አዋቂ አንተ እግዚአብሄር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ራስህ ንገረኝ ምን እንድልህ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የተባልከው ሁሉ ካንተ በታች ሆኗል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ለፍጥረት ሚበዛ ላንተ አቅም አንሶታል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ያንተን ልክ አዋቂ አንተ እግዚአብሄር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ራስህ ንገረኝ ምን እንድልህ ብቻ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መጀመሪያም መጨረሻም የሌለህ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አልፋ ኦሜጋ ፊተኛም ኋለኛም የሌለህ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እግዚያብሄር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እግዚያብሄር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ትልቅ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ጀግና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በስርህ አስተዳዳሪ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ለሁሉ ሁሉን ፈጣሪ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የግዙፍ ግዙፍ የትልቅ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በማይደፍረው የከፍታ ጥግ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እግዚአብሄር አንተ ብቻ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መሳዩን ትንሽ ያረግህ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ጀግና መሳዩን ያንበረከክህ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ጠቢብ መሳዩን ሞኝ ያደረግህ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ያለው መሳዩን ባዶ ያደረግህ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ያሉህ የሉም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የሚሉህ ነገ አይኖሩም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ትጋታቸው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ለከንቱነት ጥበባቸው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ውጪን ህይወት ማሰባቸው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ባበጀኸው አእምሮ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ባንተው ጥበብ ተቀምሮ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ሰጥተኸው በእፍታህ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በአምሳልህ ቀርጸኸው ስታበቃ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የለህም የሚልህ ማነው???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እኮ የለህም የሚልህ ማነው???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ለመኖርህ የእሱም መኖር ምስክር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ለመኖርህ የእሱም መኖር ምስክር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ለመኖርህ የእሱም መኖር ምስክር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ለመኖርህ የእኔም መኖር ምስክር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ሉዐላዊነትህ ከጥንት ከአለማት በፊት የነበረ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አለህም የለህም ቢባል ከመኖር ያልተገደበ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አለህ በማደርያህ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አለህ በዙፋንህ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አለህ በማደርያህ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አለህ በዙፋንህ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በማደርያህ አለህ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በዙፋንህ አለህ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በማደርያህ አለህ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በዙፋንህ አለህ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አለህ በማደሪያህ አለህ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