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Hailenem Yemiyastateqegn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Lealem Tilahun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-ሁሉን አርገህልኛል የቀረብኝ የለም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ሌላ የምልህ ባይኖረኝ እወድሃለሁኝ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ሌላ የምልህ ባይኖረኝ እወድሃለሁኝ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የሰማይን ጸጋ የምድርን በረከት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በሌላ አይደለም ባንተ ነው ያገኘሁት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ጽድቅና ሰላምን የመንፈስን ደስታ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አጎኛጽፈኸኛል የሰራዊት ጌታ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-ሁሉን አርገህልኛል የቀረብኝ የለም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ሌላ የምልህ ባይኖረኝ እወድሃለሁኝ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ሌላ የምልህ ባይኖረኝ እወድሃለሁኝ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ምን ያጠያይቃል መልካምነትህ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ለኔስ ጌታ ኢየሱስ በረከቴ ነህ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መወደድ ሲያንስህ ነው መቼ ይበዛብሃል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እንኳን እኔነቴ ዘሬ ይገዛልሃል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እየዋለ እያደር ታምራትህ በዛ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የነገስታት ንጉስ የጌቶችም ጌታ /2/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ምን እንልሃለን ማዳንህን እያየን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ከምስጋና በላይ ምስጋና እንሰዋለን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ምን እንለሃለን ምህረትህን እያየን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ከክብርም በላይ ክብርን እንሰጣለን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መልካም ማድረግን ማይታክትህ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አቤት እግዚአብሔር ቸርነትህ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ትላንት ያረከው ሳይበቃህ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ዛሬም ደገምከኝ አብዝተህ /2/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በክብር ላይ ሌላ ክብር በክብር ላይ አሃሃ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ቆርጬያለሁ ለመጨመር ከዚያም በላይ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አንደበቴን በምስጋና እየከፈትኩ ኦሆ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ለድል ጌታ የደል ዜማ አመጣለሁ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ተራሮችንም ትክክል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አደረክና እግዚአብሄር አሃሃ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የናሱን ደጆች ሰባብረህ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እኔን ለክብርህ አበቃኸኝ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በክብር ላይ ሌላ ክብር በክብር ላይ አሃሃ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ቆርጬያለሁ ለመጨመር ከዚያም በላይ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አንደበቴን በምስጋና እየከፈትኩ ኦሆ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ለድል ጌታ የደል ዜማ አመጣለሁ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አምላኬ መታመኛዬ ነህ ጌታዬ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ንጉሴ መደገፊያዬ ነህ አንባዬ /2/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-ሃይልንም የሚያስታጥቀኝ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ቅጥሩንም የሚያዘልለኝ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እግሮቼን የሚያበረታ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የሚያቆመኝ በከፍታ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ዛረ ታሪኬ ተለውጥዋል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ጠላት እያየ ይቃጠላል አሃሃ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 ሰጥቶኛል መሻቴን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ዘይት ቀብቶ እራሴን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