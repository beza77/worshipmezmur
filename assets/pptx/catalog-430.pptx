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Ereqalehu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Hillina Kassahun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እውስዳለሁ እባረካለሁ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እቀበላለሁ አይሃለሁ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እውስዳለሁ እጠግባለሁ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እቀበላለሁ አሜን አይሃለሁ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ከእግርህ ስር ቁጭ ብዬ እረካለሁ/2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ድሮስ ማጽናናት ልማድህ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እንደነበርክ ነህ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ድሮስ መባረክ ልማድህ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ዛሬም እንደነበርክ ነህ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እያለህ ያው በቦታህ ኧረ ለምን ሌቤ ይስጋ/2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እያለህ በከፍታ ነፍሴ ኖረች በደስታ/2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የማያልቅ ምንጭ ነው የማይጨረስ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ልጆቼ ላልካቸው ያዘጋጀኸው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ሰፈሩም ያወቀህ በባለጠግነትህ በሃብታምነትህ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 መጣሁኝ አባዬ እያልኩኝ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መባረክ በሃሪህ እደሆን ስላወኩኝ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ነፍሴን አረካለሁ ፊትህን እያየሁኝ ወበትህን እያየሁኝ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እውስዳለሁ እባረካለሁ 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አለኝ የምትለውን አንደኛ ልጅህን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ለሞት አሳልፈህ ከሰጠህልኝ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ሌላማ ምን አለ የማታረግልኝ የማትጨምርልኝ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ለኔማ ብቻህን ከበቂም በልጠሃል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ውበትህ ሞገስህ ህይወቴን ሞልቶታል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አንተን ነፍሴ ሁሌ ያሰኛታል ዛሬም ያሰኛታል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እውስዳለሁ እባረካለሁ …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በሬን እከፍታለው አትቆምም ደጃፍ ላይ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ቤቴስ የሚያምርበት ስትሆን የበላይ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አለቃ ነህ መሪ ስራ ያለከልካይ ግዛ የለከልካይ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አናግረኝ አጫውተኝ የውስጥህን ሚስጥር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ካፍህ የሚወጣው ነው የሚጠማኝ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ስላለማመድከኝ ፊት ናፈቀኝ ድምጽህ ናፈቀኝ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እውስዳለሁ እባረካለሁ …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ድሮስ ማጽናናት ልማድህ …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እያለህ ያው በቦታህ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