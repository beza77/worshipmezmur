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Alresam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አልረሳም አልረሳም አልረሳም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ውለታህን አልረሳም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ከአፈር ከትቢያ ላይ ሲያነሳኝ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ለወግ ለማዕረግ ሲያበቃኝ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አልረሳም እኔስ አልረሳም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አልረሳም እኔስ አልረሳም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አልረሳም ምህረቱን አልረሳም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ችሎታውን አልረሳም ያረገውን አልረሳም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ያባትነትህን ክብርህን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የተነሳ እዚህ ደርሻለሁ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 ሚያስፈራኝ ሚያሰጋኝ የለኝም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ዘለዓለም 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በልልኝ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አባው 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ከፍ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የደሃ አደጉ አባት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እስኪ ማነው ለምስኪኑ ደራሽ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እስኪ ማነው የመበለት ዳኛ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እስኪ ማነው ለተጠቃው ፈራጅ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ከአምላኬ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ከውዴ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እስኪ ማነው ከኢየሱስ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ከአባቴ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ከአምላኬ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ከውዴ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ከኢየሱስ በቀር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ማነው ከአባቴ በቀር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ለማን ተደረገ ለማንስ ሆነ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የሆንከውን እንዴት ልርሳው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ለማን ተደረገ ለማንስ ሆነ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የሆንከውን እንዴት ልርሳው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ላምጣ ላቅርብ ሙሉ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ክብሬ ነህ እንዴት ዝም ልበል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ውርደቴን በክብር ለውጠህ አይቻለሁ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የተለየ ምሥጋናን ይዣለሁ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አልረሳም ፍቅሩን አልረሳም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አልረሳም አልረሳም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አልረሳም አልረሳውም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አልረሳም ፍቅሩን አልረሳም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አልረሳም ምህረቱን አልረሳም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አልረሳም ችሎታውን አልረሳም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