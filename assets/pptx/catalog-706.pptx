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Qedus Qedus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በክብር ያለኸው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ዙፋንህ ከጥንት እስከ ዘላለም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ሞገስ ሁልጊዜም አብሮህ 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ሀሌ ሀሌሉያ እኔ አመልክሀለው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እግዚአብሔር ቅዱስ እያሉህ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ኪሩቤል ሱራፌል እንደሚያመልኩህ, መላዕክት በአንድነት እንደሚሰግዱልህ, እኔም አመልክሀለው, ይኸው በፊትህ, (2*)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በክብር ያለኸው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ዙፋንህ ከጥንት እስከ ዘላለም ነው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ሞገስ ሁልጊዜም አብሮህ ነው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ሀሌ ሀሌሉያ እኔ አመልክሀለው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የምድርን ውሆች በእፍኝህ ሰፍረሀል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የአለምን ተራሮች በሀይልህ አፅንተሀል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ሽማግሌዎች ወድቀው ፊትህ ይሰግዱልሀል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አምላክ ሆይ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ማንስ ይመስልሀል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(2*)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በክብር ያለኸው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ዙፋንህ ከጥንት እስከ ዘላለም ነው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ሞገስ ሁልጊዜም አብሮህ ነው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ሀሌ ሀሌሉያ እኔ አመልክሀለው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ብለው ሲዘምሩልህ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ጳውሎስ እና ሲላስ ከልብ ሲያመልኩህ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የወህኒውን መሰረተ አናወጠ ሀይልህ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በአምልኮ ውስጥ መጣ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ታላቁ ክብርህ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(2*)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በክብር ያለኸው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ዙፋንህ ከጥንት እስከ ዘላለም ነው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ሞገስ ሁልጊዜም አብሮህ ነው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ሀሌ ሀሌሉያ እኔ አመልክሀለው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አእዋፍ ለእኛ የማይገባን ድምፃቸው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ከትንሽ ጀምሮ ሁሉም በየቋንቋው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ይሉሀል ያመሰግኑሀል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ነው ጌታ ሆይ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ይገባሀል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(2*)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በክብር ያለኸው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ዙፋንህ ከጥንት እስከ ዘላለም ነው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ሞገስ ሁልጊዜም አብሮህ ነው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ሀሌ ሀሌሉያ እኔ አመልክሀለው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