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Manew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Mamay Worku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የሰላም አለቃ የዘለዓለም አባት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ምሥጋናና ክብር የተገባው ስግደት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ድንቅ መካር አምላክ ሃያልም ይባላል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ስልጣን አለቅነት ለእርሱ ተሰጥቶታል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አዝ ማነው ማነው የማመልከው ማነው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የወደደኝ ማነው ይህ ኢየሱስ ማነው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ማነው ማነው የማመልከው ማነው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የመረጠኝ ማነው ይህ ኢየሱስ ማነው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ለዘለዓለም አምካኬ ነው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ለዘለዓለም ጌታዡ️ ነው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ለዘለዓለም ለዘለዓለም ለዘለዓለም ንጉሤ ነው (2x)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መንገድና ሕይወት እውነትም ነኝ ያለው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በዘለዓለም ዙፋን በአባቱ ቀኝ ያለው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ብርታትና ጥበብ ኃይልም የተሞላው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ክብሩ የገነነ ምሥጋናው ብዙ ነው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አዝ ማነው ማነው የማመልከው ማነው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የወደደኝ ማነው ይህ ኢየሱስ ማነው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ማነው ማነው የማመልከው ማነው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የመረጠኝ ማነው ይህ ኢየሱስ ማነው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ለዘለዓለም አምካኬ ነው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ለዘለዓለም ጌታዡ️ ነው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ለዘለዓለም ለዘለዓለም ለዘለዓለም ንጉሤ ነው (2x)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የክንፉ መዘርጋት ምድርን ይሸፍናል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በሰማይ ሰማያት በክብር ይራመዳል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የነገሥታት ንጉሥ የጌቶች ጌታ ነው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በትንሳኤ በኩል የእግዚአብሔር ልጅ ነው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አዝ ማነው ማነው የማመልከው ማነው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የወደደኝ ማነው ይህ ኢየሱስ ማነው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ማነው ማነው የማመልከው ማነው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የመረጠኝ ማነው ይህ ኢየሱስ ማነው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ለዘለዓለም አምካኬ ነው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ለዘለዓለም ጌታዡ️ ነው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ለዘለዓለም ለዘለዓለም ለዘለዓለም ንጉሤ ነው (2x)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ሲዘባበቱበት አፉን አልከፈተም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በከሳሾቹ ፊት ቆሞ አልተሟገተም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ሞትና መውጊያውን . (1) . ያስቀራል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ፍጥረት ሁሉ ለእርሱ ጉልበትም ይገዛል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አዝ ማነው ማነው የማመልከው ማነው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የወደደኝ ማነው ይህ ኢየሱስ ማነው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ማነው ማነው የማመልከው ማነው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የመረጠኝ ማነው ይህ ኢየሱስ ማነው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ለዘለዓለም አምካኬ ነው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ለዘለዓለም ጌታዡ️ ነው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ለዘለዓለም ለዘለዓለም ለዘለዓለም ንጉሤ ነው (2x)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ከነገድ ከቋንቋ ወገኑን ለይቷል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የሕይወትን መዝገብ ማኅተሙን ፈቷል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ነፍሱን ቤዛ ሰጥቶ ብዙዎችን ማርኳል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ከሃያላንም ጋር ምርኮን ይካፈላል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አዝ ማነው ማነው የማመልከው ማነው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የወደደኝ ማነው ይህ ኢየሱስ ማነው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ማነው ማነው የማመልከው ማነው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የመረጠኝ ማነው ይህ ኢየሱስ ማነው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ለዘለዓለም አምካኬ ነው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ለዘለዓለም ጌታዡ️ ነው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ለዘለዓለም ለዘለዓለም ለዘለዓለም ንጉሤ ነው (2x)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ኪሩቤል ሱራፌል የሚያገለግሉት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ቅዱስ ቅዱስ ቅዱስ ቅዱስ ነህ የሚሉት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ያለ የነበርነው ደግሞም ይመለሳል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ለዓለም ለዘለዓለም መንግሱ ይጸናል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አዝ ማነው ማነው የማመልከው ማነው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የወደደኝ ማነው ይህ ኢየሱስ ማነው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ማነው ማነው የማመልከው ማነው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የመረጠኝ ማነው ይህ ኢየሱስ ማነው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ለዘለዓለም አምካኬ ነው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ለዘለዓለም ጌታዡ️ ነው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ለዘለዓለም ለዘለዓለም ለዘለዓለም ንጉሤ ነው (4x)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