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Eregna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https://wikimezmur.org/am/Hana_Tekle/Habte_Semay/Eregna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