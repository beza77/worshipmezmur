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Melekete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“መለከቴን”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አርጌ መለከቴን እነፋለሁ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ምስጋናዬን አውጃለሁ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ከፍጥረት ጋር ተባብሬ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የሌለኝን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እቀኛለሁ ለንጉሴ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መጥቷል በመቅደሴ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መድሃኒዓለም እውነትም 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እውነትም መድሃኒት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አባትህም ይህን አውቆ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ብሎ ጠራህ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ዕፁብ ድንቅ በሆነው ስራህ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ማለፊያ ምግባርህ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ከምንጊዜውም በላይ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ደግሞ ኮራሁብህ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ችግረኛ ጮኸ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እግዚአብሄርም ሰማው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ከመከራ ሁሉ አዳነው ተብሎ የተፃፈው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ነው እኔም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ለክብርህ እመሰክራለሁ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ነው እኔም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ለስምህ እመሰክራለሁ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