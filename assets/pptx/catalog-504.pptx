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Betalaq Girma Bezufanu Lalew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ዘማሪ ቃልኪዳን ጥላሁን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ርዕስ በታላቅ ግርማ በዙፋኑ ላለው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ጨለማየን ጌታ እያበራ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ግርማ በዙፋኑ ላለው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የምስጋና ዘውድ በራሱ ለጫነው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አፌን አልከፍትም ለአለም ክብር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እዘምራለሁኝ ለእግዚአብሔር (2)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እቀኝለታለሁ በአዲስ አዲስ ዜማ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የምስጋናየ ድምፅ በአርያም ይሰማ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ግርማ በዙፋኑ ላለው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የምስጋና ዘውድ በራሱ ለጫነው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በጠዋት በማታ በቀን በሌሊቱ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እሰዋለታለሁ ምስጋናን በፊቱ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እያደነኩና እየተደነኩ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አምላኬን አመልከዋለሁ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ግርማ በዙፋኑ ላለው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የምስጋና ዘውድ በራሱ ለጫነው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ጉባኤ ሰውም በበዛበት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ለእስራኤል ቅዱስ ቅኔን ልቀኝለት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ከንፈሮቼም እጅግ እጅግ ደስ አላቸው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ሲያቀርቡ ለፈጣሪያቸው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ግርማ በዙፋኑ ላለው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የምስጋና ዘውድ በራሱ ለጫነው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