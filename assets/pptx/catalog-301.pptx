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Eyesus Lek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Biruk Gebretsadiq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በርግጥ ቢመስልም የሌለ ዳኛ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ህይወት ስትሆን መከራ እና እንባ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በውነት ልክ ነው እርሱ አይሳሳትም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ቅን ፈራጅ አምላክ እግዚአብሔር 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ልክ ነው የሱስ ልክ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በስራው ፃዲቅ ትክክለኛ እርሱ ብቻ ነው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ልክ ነህ የሱስ ልክ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በስራህ ፃዲቅ ትክክለኛ አንተ ብቻ ነህ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ሲመቸው ነገር ሲሞላ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ህይወት ስትሆን ደግሞም በዝቅታ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ምናልፍበት መንገድ ሁሉም ለበጎ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ተሳስቶ አይደለም እግዚአብሔር ልክ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ልክ ነው የሱስ ልክ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በስራው ፃዲቅ ትክክለኛ እርሱ ብቻ ነው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ልክ ነህ የሱስ ልክ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በስራህ ፃዲቅ ትክክለኛ አንተ ብቻ ነህ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