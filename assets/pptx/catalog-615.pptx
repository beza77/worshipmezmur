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Menor Kante 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መኖር ከአንተ ጋራ ነው እንጂ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የማትጠገብ ወዳጅ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እናገራለሁ እውነት ነው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እንዳንተ ማን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እንዳንተ ማን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እንዳንተ ማን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እንዳንተ ማን ነው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 አይቼ እንጂ አሃሃ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ፍቅርህን ቀምሼ እንጂ አሃሃ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ቸር ነው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ብዬ ምናገረው መቼ ዝም ብዬ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ቸር ነው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ብዬ ምናገረው መቼ ዝም ብዬ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መኖር ከአንተ ጋራ ነው እንጂ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የማትጠገብ ወዳጅ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ኦናገራለሁ እውነት ነው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እንዳንተ ማን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እንዳንተ ማን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እንዳንተ ማን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እንዳንተ ማን ነው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የማመልከህ ፈቅጄ አሃሃ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ምከተልህ ውድጄ አሃሃ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ገብቶኝ ተስማምቶኝ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አምላኬ ብዬ ላንተ የምሰግደው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ገብቶኝ ተስማምቶኝ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ኢየሱሴ ብዬ ከአንተ የምገዛው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መኖር ከአንተ ጋራ ነው እንጂ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የማትጠገብ ወዳጅ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እናገራለሁ እውነት ነው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እንዳንተ ማን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እንዳንተ ማን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እንዳንተ ማን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እንዳንተ ማን ነው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ማወቅ መታደል አሃሃ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እንጂ ምን ልበል አሃሃ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ምርጫዬ ነህ ለዘላለም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የአንተ እንደመሆኔ የሚያኮራኝ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ምርጫዬ ነህ ለዘላለም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የአንተ እንደመሆኔ የሚያኮራኝ የለም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መኖር ከአንተ ጋራ ነው እንጂ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የማትጠገብ ወዳጅ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እናገራለሁ እውነት ነው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እንዳንተ ማን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እንዳንተ ማን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እንዳንተ ማን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እንዳንተ ማን ነው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