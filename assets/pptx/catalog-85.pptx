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Derebie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'Betty' Wolde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ደርቤ ደርቤ ላብዛው ምሥጋናዬን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ለምወደውና ለቸሩ ጌታዬ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ምሥጋና ይብዛልህ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አምልኮና ክብር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ነው መሻቴ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እንዳስከብር ኦሆሆ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ናፍቆት ስትከብር ማየት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አመሰግንሃለሁ 4x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ብርሃን ብርሃን ይሁን ያልከው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ተባረክ በሰማይ ያለኸው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ከክብር ጋር ጌታ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ተቀብለኸኛል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ከፊትህ ጋር ደስታን ኣሃሃ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አጥግበኸኛል ኦሆሆ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ናፍቆት ስትከብር ማየት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አመሰግንሃለሁ 4x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ከጠላት መንጋጋ ያወጣኝ ፈልቅቆ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የምኖርበትን አይቶታል አርቆ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የክብሩ ፀዳል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በእኔ ላይ በራልኝ ኦሆሆ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ያስጨነቀኝ ሁሉ አሃሃ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በረከት ሆነልኝ ኦሆሆ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ናፍቆት ስትከብር ማየት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አመሰግንሃለሁ 4x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የልቤ ናፍቆት ስትከብር ማየት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አቤቱ አመሰግንሃለሁ 4x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