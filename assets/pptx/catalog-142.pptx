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Altegeb Bayenet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እኔ ነገም 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ወሬ እኔ ስጠኝ ለእኔ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ልመናዬም እኔ 4x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እዎይ አልጠግብ ባይነቴ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አዎይ አልረካም ባይነቴ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የሞትክልኝ ጐልጐታ አናት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ከሠማዩ ክብር እንድሆን ተካፋይ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እዚህ ስዳክር ልጨብጥ ምድርን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እንዳልቀር አንተን መምሰል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ነው ልማር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እንዳልቀር አንተን መውደድ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ነው ልማር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ሊበሉ የመጡ ለእንጀራቸው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ሊፈወሱ ብለው ለጤናቸው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አመስግነው ባርከው ሳይበቃቸው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ተከተሉ እያሉ ስቀለው ስቀለው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የሞትክልኝ ጐልጐታ አናት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ከሠማዩ ክብር እንድሆን ተካፋይ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እዚህ ስዳክር ልጨብጥ ምድርን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እንዳልቀር አንተን መምሰል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ነው ልማር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እንዳልቀር አንተን መውደድ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ነው ልማር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እኔ ነገም 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ወሬ እኔ ስጠኝ ለእኔ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ልመናዬም እኔ 4x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እዎይ አልጠግብ ወይነቴ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አዎይ አልረካም ወይነቴ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የሞትክልኝ ጐልጐታ አናት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ከሠማዩ ክብር እንድሆን ተካፋይ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እዚህ ስዳክር ልጨብጥ ምድርን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እንዳልቀር አንተን መምሰል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ነው ልማር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እንዳልቀር አንተን መውደድ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ነው ልማር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እንዲያገለግሉት ቢጠራቸው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ከባርነት ፈትቶ ቢለቃቸው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ሆዳቸው አምላካቸው ሆነባቸው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ሥጋ በልተው ሞቱ ሜዳ ቀረ ሬሳቸው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የሞትክልኝ ጐልጐታ አናት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ከሠማዩ ክብር እንድሆን ተካፋይ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እዚህ ስዳክር ልጨብጥ ምድርን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እንዳልቀር አንተን መምሰል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ነው ልማር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እንዳልቀር አንተን መውደድ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ነው ልማር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ነገር እለምንህ እንድትረዳኝ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እንጀራ ሰጥተኸኝ እንዳትሄድብኝ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ነገር እሻለሁኝ እንድትረዳኝ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እንጀራ አብልተኸኝ እንዳትሄድብኝ 3x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