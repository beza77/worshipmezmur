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Merkuzie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ምርኩዜ ሸንበቆ አይደለም አይደለም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ምርኩዜ ሸንበቆ አይደለም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ይብላኝ አምላክ ለሌለው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መታመኛ የሚሆነው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አምላክ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እሚያስተማምነኝ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በምንም ተዓምር አላቋርጥም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መመካቴ እኔ አላቆምም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ምርኩዝዬ አንተ ታስፈልገኛለህ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መጨረሻው እኔን ታቆማለህ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ይብላኝ ይብላኝለት ይብላኝለት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ለሌለው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አምላክ አለኝ እሚያስተማምነኝ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አባት አለኝ አይዞሽ ልጄ ይለኝ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ጌታ አለኝ እሚያስተማምነኝ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በምንም ተዓምር አላቆምም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መመካቴ እኔ አላቋርጥም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ምርኩዝዬ አንተ ታስፈልገኛለህ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መጨረሻው ታዛልቀኛለህ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ምርኩዜ ሸንበቆ አይደለም አይደለም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ምርኩዜ ሸንበቆ አይደለም አይደለም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ምርኩዜ ሸንበቆ አይደለም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ይብላኝ አምላክ ለሌለው መታመኛ የሚሆነው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አምላክ አለኝ እሚያስተማምነኝ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ይብላኝ ይብላኝለት ይብላኝለት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ኢየሱስ/አዳኝ ለሌለው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ኢየሱስ አለኝ ሕይወቱን የሰጠኝ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አዳኝ አለኝ ጉልበቱን የሰጠኝ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ኢየሱስ አለኝ ሕይወቱን የሰጠኝ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ምርኩዝህ ሸንበቆ አይደለም አይደለም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ምርኩዝሽ ሸንበቆ አይደለም አይደለም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አይደለም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ምርኩዝህ ሸንበቆ አይደለም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ምርኩዝሽ ሸንበቆ አይደለም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አይደለም 8x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