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Elrahim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የሹዋ ሮሓሚን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ኤል ሮሓሚን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ሲምር ይምራል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ሳያቅማማ ለአፍታ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ላያስበው መልሶ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እንባን ከዓይን አብሶ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ይላል ፈውሶ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አላውቀውም ቢል ቢምል ቢክድም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ራሱን ሊያድን ራሱን ቢወድም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መልሶ ሲያዝን ሲፀፀት አየው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የመንግሥቱን ቁልፍ በእጁ አስጨበጠው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ይምራል ጌታ ይረሳል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ኃጢአትን ደግሞ መቼ ያስታውሳል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የማረኝ ነኝ የተወልኝ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ላያወሳው ላይደግምብኝ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ሲምር ይምራል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ሳያቅማማ ለአፍታ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ላያስበው መልሶ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እንባን ከዓይን አብሶ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ይላል ፈውሶ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ኃጢአት ቢያደርግም ምልስ ልብ ይዟል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የምህረቱን ደጅ ፈጥኖ ያንኳኳል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የተጻፈልን ለትምህርት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ምስክሩ ግን እንደ ልቤ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ይምራል ጌታ ይረሳል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ኃጢአትን ደግሞ መቼ ያስታውሳል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የማረኝ ነኝ የተወልኝ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ላያወሳው ላይደግምብኝ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ሲምር ይምራል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ሳያቅማማ ለአፍታ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ላያስበው መልሶ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እንባን ከዓይን አብሶ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ይላል ፈውሶ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ድርሻውን ወስዶ ትቶ ቢወጣ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እንዲያው ሲባዝን መቅኖውን አጣ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ባሪያ ልሁን ሲል ዕድል ካገኘሁ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የጠበቀው ግን ልጅነቱ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ይምራል ጌታ ይረሳል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ኃጢአትን ደግሞ መቼ ያስታውሳል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የማረኝ ነኝ የተወልኝ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ላያወሳው ላይደግምብኝ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ሲምር ይምራል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ሳያቅማማ ለአፍታ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ላያስበው መልሶ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እንባን ከዓይን አብሶ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ይላል ፈውሶ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አዶናይ ሮሆሚን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ራፋዬል ሮሆሚን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መሲያሕ ሮሆሚን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ኤል ሮሆሚን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አዶናይ ሮሆሚን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የሱዋ ሮሆሚን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