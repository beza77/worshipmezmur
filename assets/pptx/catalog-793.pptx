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Endiet Lefra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ልፍራ እንዴት ልሸበር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ሆኖልኝ ሞገስ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አምላካችን መጠጊያችንና ኃይላችን ነህ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ባገኘን በታላቅ መከራ ረዳታችን አሃሃ ረዳታችን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ምድር ብትናወጥ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ተራሮች ወደባሕር ልብ ቢወሰዱ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አልፈራም አሃሃ እኔ አልፈራም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ማለፍ የማይቻለውን በአንተ አለፍኩ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አስፈሪውን ጨለማ ተሻገርኩኝ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3x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በአንተ አለፍኩኝ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ይኸው አየሁ ጨለማው ሰገፈፍ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ቀን ወጣልኝ ክበር ያከበርከኝ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አምላካችን መጠጊያችንና ኃይላችን ነህ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ባገኘን በታላቅ መከራ ረዳታችን አሃሃ ረዳታችን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ምድር ብትናወጥ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ተራሮች ወደባሕር ልብ ቢወሰዱ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አልፈራም አሃሃ እኔ አልፈራም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ለህዝቡ የሚያዝን ፍፁም የሚራራ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አማኑኤል አለ ዛሬም ከኛ ጋራ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3x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ስናዝን አፅናንቶን ኃይልም ጉልበት ሰጥቶን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መከራችንን ረሳን አምላካችን በእኛ ከብሮ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