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In Your Presence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In your presence 3X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made whole again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In your presence 3X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made whole again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So I can stay here forever gazing at your face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Stay here forever in your beautiful embrace 3x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 are open 3x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 are open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can see your face god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 are open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can hear your voice lord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 are open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Over our lives yeah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 are open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Over our city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 are open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Over all generations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 are open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Over my life yeah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heavens are open3x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Hmmmmm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choose you6x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Only you 6X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Isaiah 26:3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You will keep him in perfect peace, him whose mind is stayed on you because he trusts in you.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Oh god you are the meaning of peace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You are life and there is freedom in your presence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We will again hope in you, we will trust in you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You are the faithful one from generation to generation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You are a strong tower, a refuge, a shelter to those ones who run to you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So we run to you, we run to your presence freely and boldly we come to you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To your presence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To your beautiful presence . . . .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