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Web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አንተኮ ውብ ነህ (4)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ውብ ነህ (4)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የዋህ ነህ በልብህ ትሁት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ቀንበርህ ልዝብ ነው ሸክምህ ቀሊል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ጋር መኖር ምን ያቅተኛል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ህይወቴን ቀላል አርገህልኛል, የዳዊት ስርና ዘር, የሚያበራ የንጋት ኮከብ, የእግዚአብሔር ልጅ የሆነውን, እየሱስን አመልካለሁኝ, አመልካለሁኝ (3), አመልካለሁ, አመልካለሁኝ (2), የከበረ የተፈተነውን, መሰረቱ የፀናውን, የማእዘን እራስ የሆነውን,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እየሱስን አመልካለሁኝ, አመልካለሁኝ (3), አመልካለሁ, አመልካለሁኝ (2)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ድንቅ መካር ሀያል አምላክ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የሰላምም አለቃ, የዘላለም አባት የሆነውን, እየሱስን አመልካለሁኝ, አመልካለሁኝ (3), አመልካለሁ, አመልካለሁኝ (2)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