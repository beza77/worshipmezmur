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Kesemahut Belay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Mamay Worku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አምላክነትህን ታላቅነትህ ጌትነትህ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ከሰማሁት በላይ ነው ከገመትኩት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ከሰማሁት በላይ ነው ከገመትኩት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(3x) እያልኩኝ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በፊትህ ብሰግድ ያለኝን ባስቀምጥ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ቃላት አላገኝም ክብርህን የሚገልጥ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መልካምነትህ አባትነትህ ደግነትህ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ከሰማሁት በላይ ነው ከገመትኩት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 ቸርነትህ ተከትለውኛል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በፀጋ ላይ ፀጋ ፍቅርህ ደግፎኛል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መልካም ነህ አምላኬ በስጦታህ አትጸጸት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ቆጥሬ አልጨርስም ጌታ የአንተን ደግነት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መልካምነትህ አባትነትህ ደግነትህ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ከሰማሁት በላይ ነው ከገመትኩት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በዘመኔ ሁሉ የማውቀው እውነቱ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ቀዝቅዞ አያውቅም መውደድህ ግለቱ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የፍቅርህ ስፋቱ ልክ የለው ጥልቀቱ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በመስቀል ተገልጧል አምሳያ ማጣቱ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አምላክነትህ ታማኝነትህ ወዳጅነትህ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ከሰማሁት በላይ ነው ከገመትኩት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