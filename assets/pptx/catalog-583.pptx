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Yelebie Amlak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የልቤ አምላክ የልቤ ተባረክ ሆሆ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የልቤ አምላክ ተባረክ ሆሆ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ጥል ሆንክልኝ እንደ አበባ አበብኩኝ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ሊባኖስ ስሬ በቤትህ ሥር ሰደድኩኝ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ወይራ ውበት እንደ መዓዛዉ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በእኔ ያስቀመጥከው ዓለምን ሞላዉ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የልቤ አምላክ የልቤ ተባረክ ሆሆ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የልቤ አምላክ ተባረክ ሆሆ 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ዘንባባ ዛፍ እያሳደገኝ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ፍሬዬን አበዛው አለመለመኝ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ረካች ገነት አምላኬ አደረገኝ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በብዛት በብዛት በብዛት ባርኮኝ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የልቤ አምላክ የልቤ ተባረክ ሆሆ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የልቤ አምላክ ተባረክ ሆሆ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ጠዋት ፀሐይ እንደሚያበራዉ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የጻድቃንም መንገድ እንደዚሁ ነዉ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ሙሉ ቀን እስኪሆን ገና ይጨምራል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የእኔም ዕድል ፈንታ እነሆ እንዲህ ሆኗል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የልቤ አምላክ የልቤ ተባረክ ሆሆ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የልቤ አምላክ ተባረክ ሆሆ (2x)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በውኑ ለእግዚአብሔር የሚሳነው አለ ወይ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የሥጋ ለባሽ አምላክ የሚያቅተው አለ ወይ (2x)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ልቤ በእግዚአብሔር ጸና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እርሱን ተማመነ ሆሆ እርሱን ተማመነ (2x)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በውሃው ላይ እየተረማመደ እየተረማመደ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ለሚፈሩ እምነትን አስለመደ (2x)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ማዕበሉም ወጀቡም የሚታዘዝለት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 ማነው የእግዚአብሔር ልጅ ኢየሱስ ነው (2x)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የልቤ አምላክ የልቤ ተባረክ ሆሆ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የልቤ አምላክ ተባረክ ሆሆ (4x)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