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Medhanite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ሰዎች ተረዱልኝ እወቁት እወቁት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ብቻ ነው የእኔ መድሐኒት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ሰዎች ተገንዘቡ እወቁት እወቁት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ብቻ ነው የእኔ መድሐኒት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መድሐኒት (4x)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መድሐኒቴ እግዚአብሔር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ሁሉ ያደረገው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ለእርሱ ምን እላለው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ምስጋናዬን አበዛለው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መድሐኒቴ መድሐኒቴ እግዚአብሔር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ሁሉ ያደረገው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ለእርሱ ምን እላለው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አምልኮዬን አበዛለው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ብቻ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 ብቻ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ንገስ ብቻ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በል ብቻ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ብቻ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 ብቻ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ግነን ብቻ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 ብቻ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በል ብቻ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ይበቃሀል ወይ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ላንተ ላንተ ይህ አያንስም ወይ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ይበቃሀል ወይ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ላንተ ላንተ ይህ አያንስም ወይ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ሳስበው ፍቅሩን ሳስበው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ለእግዚአብሔር ምስጋና አነሰው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ሳስበው ማዳኑን ሳስበው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ለእግዚአብሔር ምስጋና አነሰው (3x)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አልቻልኩም ዝም ልል አልቻልኩም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ይጎተጉተኛል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ተነሺ ዘምሪ ይለኛል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ማዳኑ ይጎተጉተኛል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ተነሺ አገልግይ ይለኛል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አልቻልኩም ዝም ልል አልቻልኩም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ይጎተጉተኛል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ተነሺ አክብሪው ይለኛል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ማዳኑ ይጎተጉተኛል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ተነሺ አክብሪው ይለኛል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