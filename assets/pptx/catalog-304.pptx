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Menoriyayie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መኖሪያዬ የዘላለም አምላክ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በክንዶቹ ጥላ አርፋለሁ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የሚያስፈራኝ ሁሉ ተወግዷል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ህይወቴን በሰላም ሞልቶታል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እንደ ጌታ የለም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እንደ ኢየሱስ የለም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አይኖርም ዘላለም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በምድር የለም የሚመስለው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እጅግ ልዩ ነው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ነህ ተብሎ ማይገመተው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ልጅ እጅግ የላቀ ከፍም ያለ ነው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እንደ ጌታ የለም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እንደ ኢየሱስ የለም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አይኖርም ዘላለም (2x)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የሞተውን ነገር ህያው ነው የሚለው እግዚአብሔር ብቻ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ያለቀውን ነገር ይሞላል የሚለው እግዚአብሔር ብቻ ነው 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እረኛውን አይቶ ንጉስ ነህ የሚለው እግዚአብሔር ብቻ ነው/2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እንደ ጌታ የለም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 እንደ ኢየሱስ የለም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አይኖርም ዘላለም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