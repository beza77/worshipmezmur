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Menew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Hillina Kassahun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ምነው Track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ምነው ምነው ምነው ምነው እየሱስ እያለ ልብህ ያዘነው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ምነው ምነው ምነው ምነው እግዚአብሔር እያለ ልብሽ ያዘነው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ምነው ምነው ምነው ምነው እየሱስ እያለ ልብህ ያዘነው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ምነው ምነው ምነው ምነው እግዚአብሔር እያለ ልብሽ ያዘነው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ትዝ አይልህም ወይ ከየት እንዳወጣህ.. አሀሀ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ከተደፋፈነው ከድቅድቅ ጨለማ … አሀሀ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ትርፍ ዋጋ የለውም አበቃለት በቃ ..አሀሀ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በተባለው ሰፈር ታሪክህን ሰራ …አሀሀ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የተከመረውን ትልቁን ተራራ..አሀሀ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በአንድ ቃል እንዳልነበር አፈረሰው እና..አሀሀ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ማያልቀው እንባህን ከአይኞችህ ላይ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አብሶልህ አላየህም ወይ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ዝናብ ከላይ ወርዶ እንዳይመለስ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ምድርና መላዋን ሳያረሰርስ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እንዲሁ እኮ ነው የእግዚአብሔር ቃል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ተፈፅሞ አየን አንዳች ሳትቀር 2x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ኦሆ አሆሆሆ አሀሀሀ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ቆም ብለህ ወደላይ ብታይ ለደቂቃ .. አሀሀ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ሳቅልኝ ይልሀል የሰራዊት ጌታ .. አሀሀ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አታውቀውም ወይ የልቤን ደስታ.. አሀሀ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ስትስቅልኝ ነፍስህም ሲረካ.. አሀሀ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የድሮውን ትተህ በእኔ ስትመካ .. አሀሀ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በሙሉ መንፈስህ በሙሉ ሀሳብህ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አምነኸኝ ስትኖር ልቤን አስደሰትክ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ዝናብ ከላይ ወርዶ እንዳይመለስ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ምድርና መላዋን ሳያረሰርስ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እንዲሁ እኮ ነው የምነግርህ ቃል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ፀንተህ ስትጠብቀው ፍፃሜው አይቀር 2x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ምነው ምነው ምነው ምነው እየሱስ እያለ ልብህ ያዘነው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ምነው ምነው ምነው ምነው እግዚአብሔር እያለ ልብሽ ያዘነው 3x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