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Felega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ሊያገለግልህ የጠራኸው በህዝብህ ፊት የሾምከው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ስንቱ ርቆህ ያገለግላል ለዝናው ክብሩ አድሮ ይዉላል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ስንቱ ርቆህ የራሱን ክብር ያገለግላል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ለዝናው ስሙ ታግሎ ይኖራል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ያላንተ ጉዞ ስም ዝናን ብቻ ይዞ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የስጋ ጥረት በሌለህበት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ያላንተ ክብር በእኔነት ፍቅር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በፀጋ ካባ ለራስ ወከባ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ለከንቱ መንገድ ባንተ ሲነገድ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ፍለጋ ክብርን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ፍለጋ ዝናን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ፍለጋ ብልጫን ፍለጋ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ፍለጋ ንዋይን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ፍለጋ ትኩረትን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ፍለጋ ፍለጋ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አምልኮተ ዝና አምልኮተ 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በአምልኮ መልክ ሽፋን በፍቅሬ ተይዤ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በንጉስ ዙፋን ላይ በእግዚአብሔር ህዝብ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በውድድር መንፈስ ምስባክ ለታይታ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በትወና ህይወት የኔን ለኔ ዋይታ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ፍለጋ ክብርን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ፍለጋ ዝናን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ፍለጋ ብልጫን ፍለጋ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ፍለጋ ንዋይን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ፍለጋ ትኩረትን ፍለጋ ፍለጋ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በሌለህበት ሳውልህ ለዝና ስሜ ስፈልግህ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ተላላ የልቤን ባያገኘው ካንተ ማን ሊሰውረው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ከባዶ ጩኸት ከሌለህበት ዝምታዬ ካገነነህ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ባለህበት ክብሬ ያ ነው ያከበረህ እኔነቴን የሰበረ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ፍለጋዬ ይሁን ለጉዳይህ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ፍለጋዬ ይሁን ለሀሳብህ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ፍለጋዬ ፍለጋዬ ይሁን ለክብርህ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ስራዬን ትመዝናለህ ከመንበርህ ታዬኛለህ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ፍለጋዬን አጥራው መንገዴን ላረካ የቆምኩለትን የራስ ጥሜን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መከሩ ብዙ ነው ስራ አለ በቤቱ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ወደሞት ሚነዳ አለ በየዕለቱ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በራስ ፍቅር ታምሜ መሽቶብኝ ይነጋል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ኢየሱስን ሳያይ ስንቱን ሞት ይቀድማል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እድሜያችን ቢበዛ ሰባ ነው ቢያልፍ እንኳን ሰማኒያ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አለን ክብር ምን አለን ንዋይ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ካንተ ወዲያ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አለን ዝና ምን አለን ክብር ኢየሱስ ከአንተ ወዲያ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