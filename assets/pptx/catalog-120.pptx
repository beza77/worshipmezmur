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Yalfal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Bethlehem 'Betty' Wolde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ያልፋል ሁሉም ያልፋል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ያልፋል ይህም ያልፋል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ያልፋል ሁሉም ያልፋል ያልፋል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ያልፋል ሃዘን ያልፋል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ያልፋል ደስታም ያልፋል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ያልፋል ሁሉም ያልፋል ያልፋል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የማታልፍ ጌታ ሁሌ ያው የሆንክ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ብቻ ነህ ጸንተህ ምትኖር 2x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ዞር ብዬ አሰብኩትና ያለፍኩትን ብዙ ጐዳና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ቀና ብዬ አንተን ግን ሳይ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አላልፈክም እኮ ያው በዙፋንህ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ያው በዙፋንህ ጌታዬ ያው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በዙፋንህ አሃ/ኦሆ 2x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ያልፋል ሁሉም ያልፋል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ያልፋል ይህም ያልፋል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ያልፋል ሁሉም ያልፋል ያልፋል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ያልፋል ሃዘን ያልፋል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ያልፋል ደስታም ያልፋል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ያልፋል ሁሉም ያልፋል ያልፋል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የማታልፍ ጌታ ሁሌ ያው የሆንክ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ብቻ ነህ ጸንተህ ምትኖር 2x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ከንፈሬን አልከለክልም አንደበቴ ለአንተ ዝም አይልም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ከልቤ አከብረዋለሁ ፈቅጄም አመልክሃለሁ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ክብር ለአንተ ኦሆሆሆ ሞገስ ለአንተ አሃሃሃ ሞገስ ለአንተ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ምሥጋና ለአንተ ኦሆሆሆ ክብር ለአንተ አሃሃሃ ክብር ለአንተ ነው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የማመልከው ጌታ እርሱ ትልቅ ነው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ሁሉን በሥልጣኑ የሚያስተዳድረው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ባለዝና ሥሙ የተፈራ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ነው ዛሬም ገናና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ዛሬም ገናና ኦሆ ዛሬም ገናና አሃ 2x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ገናና ነው ገናና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ገናና ነው ጌታ ገናና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በሰማይ በምድር ሥሙ የተፈራ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እርሱ ብቻ ገናና 2x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ገናና ነው ጌታ ገናና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ገናና ነው እርሱ ገናና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በሰማይ በምድር ሥሙ የተጠራ/የተፈራ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እርሱ ብቻ ገናና 2x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