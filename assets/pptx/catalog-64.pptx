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yekerbe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ከሲዖል መውጣቴ ይበቃኝ ነበረ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በዚያ አላበቃም ፍቅሩ ጨመረ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ቀረበኝ አልሆንኩም ብቸኛ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ልክ እንደ ጓደኛ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ሳይዘው ሳይገድበው ትልቅነቱ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አብሮኝ ነው ኢየሱስ ትሁቱ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የቅርቤ ልበልህ የቅርቤ/2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ከእስትንፋሴ ይልቅ የቅርቤ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የቅርቤ ልበልህ የቅርቤ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ከእስትንፋሴ ይልቅ ይልቅ የቅርቤ ነህ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ፊትህን ተርቤ መቼ መቼ አጣሁህ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የሆድ የውስጤን ታውቀው የለም ወይ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ሳልተነፍስ ውዴ እየሱስ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ሚያውቀው ጉብዝናዬን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 አየ ገመናዬን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ሸፍነኸው ጉድለቴን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ሚታየው ግን ሙላቴ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የቅርቤ ልበልህ የቅርቤ/2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ከእስትንፋሴ ይልቅ የቅርቤ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የቅርቤ ልበልህ የቅርቤ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ብዬ ወደ ኋላ መንገዴን ሳይ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 እንጂ የእኔ ኮቴ አይታይ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አባጣ ጎርባጣውን እኔ መውጣቴ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ይዘኸኝ ልክ እንደ እናቴ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ባሳዝንህ በድካሜ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ታግሰኽ አቆምከኝ መድህኔ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ሚያውቀው ጉብዝናዬን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 አየ ገመናዬን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ሸፍነኸው ጉድለቴን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ሚታየው ግን ሙላቴ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የቅርቤ ልበልህ የቅርቤ/2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ከእስትንፋሴ ይልቅ የቅርቤ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የቅርቤ ልበልህ የቅርቤ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በሰዎች መሐል ወይም ለብቻዬ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ድምፁን ያሰማኛል አብሮኝ ነው ጌታዬ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 ሂድ በዚያ ሂድ እያለኝ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ጠላት የማሰውን አለፍኩኝ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የመከረኝን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ሰምቼው አለፍኩኝ ስንቱን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የቅርቤ ልበልህ የቅርቤ/2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ከእስትንፋሴ ይልቅ የቅርቤ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የቅርቤ ልበልህ የቅርቤ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ከእስትንፋሴ ይልቅ ይልቅ የቅርቤ ነህ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ፊትህን ተርቤ መቼ መቼ አጣሁህ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የሆድ የውስጤን ታውቀው የለም ወይ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ሳልተነፍስ ውዴ እየሱስ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ሚያውቀው ጉብዝናዬን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 አየ ገመናዬን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ሸፍነኸው ጉድለቴን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ሚታየው ግን ሙላቴ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የቅርቤ ልበልህ የቅርቤ/2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ከእስትንፋሴ ይልቅ የቅርቤ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የቅርቤ ልበልህ የቅርቤ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