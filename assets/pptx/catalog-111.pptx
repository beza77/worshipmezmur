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Qedus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(3x) እግዚአብሔር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በታላቅ ብርሃን በክብር ያለህ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ግርማህ አስፈሪ መሳይ የሌለህ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በፊትህ ይንቀጠቀጣል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አይቶ ማን ሰው ይቆማል?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(3x) እግዚአብሔር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በፈቃዴ ደስ እያለኝ ጌታ አመልክሃለሁ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ስለሆንክ ስለሚገባህ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ጌታ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ስለሆንክ ስለሚገባህ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ንገሥ ጌታ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ስለአንተ በየዕለቱ መደነቅ ሞልቶኛል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መንፈስ ቅዱስ አምልኪው ይለኛል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ለምን እንደምኖር ምክኒያቱ ገብቶኛል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ለማምለክ ነው እኔም ተስማምቶኛል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በመፍራት በመንቀጥቀጥ በፊትህ እቀርባለሁ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ለሚገባህ ለአንተ ክብርን እሰጣለሁ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ይገባሃል ክብር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ይገባሃል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ይገባሃል ስግደት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ይገባሃል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