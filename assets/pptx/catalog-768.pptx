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Sew Hoy Kebren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ሁሉ ነፍሱን ቢያተርፍ ለሥጋው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መዝገቡ ቢሆን እዚህ ምድራዊ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ይረባዋል ምንስ ሊጠቅመው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ሕይወትን ትቶ መሆኑ ጠፊ ሰው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ሰው ሆይ ክብርን ሰው ሆይ አትይ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ዕውቀት ጥበብን የዓለምን ዝና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እንቅፋት ሆኖ ጋሬጣ ሆኖ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ከአምላክህ እንዳይለይህ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አምሳል ክብር ያለበት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ውድ ነበረ እርሱ ቢያውቅበት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በገነት ምድር ሊኖር በደስታ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ነበር አላማው ሲፈጥረውማ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ሰው ሆይ ክብርን ሰው ሆይ አትይ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ዕውቀት ጥበብን የዓለም ዝና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እንቅፋት ሆኖ ጋሬጣ ሆኖ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ከአምላክህ እንዳይለይህ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ብናኝ አቧራ ውዳቂ ጠፊ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ነው የሰው ትምክቱ ደግሞም አላፊ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ሆይ ከአምላክህ ብትስማማ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በርሱ እጅ ነበር ብሩና ወርቁማ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ሰው ሆይ ክብርን ሰው ሆይ አትይ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ዕውቀት ጥበብን የዓለም ዝና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እንቅፋት ሆኖ ጋሬጣ ሆኖ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ከአምላክህ እንዳይለይህ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