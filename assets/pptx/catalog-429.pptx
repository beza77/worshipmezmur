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Engdaye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መንገድን ልጥረግልህ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ዘወትር ላጥንልህ በየልት ላጥንልህ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ላመቻች የልቤን ዙፋን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ንጉስ ሆይ እረፍ በእኔ 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ቅዱስ ስፈን በእኔ 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ላስተናግድ መለኮትን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ደርሶ የለ ቀጠሮዋችን ደርሶ የለ ቀጠሮዋችን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እንግዳዬ እንግዳዬ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ከሩቅ ሰማሁኝ ኮቴህን እንግዳዬ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ቤቴን አወደው ሽታህ እንግዳዬ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ኢየሱሴ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ለሊት ሰማሁኝ ድምፅህን ኢየሱሴ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መጣሁኝ ስትል ኢየሱሴ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ናፍቆቴ ናፍቆቴ ና ክረም በቤቴ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 ሰምብት በቤቴ ናፍቆቴ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ረድኤቴ መልህቄ ና ሰምብት በቤቴ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አልለቅህም ክረም በቤቴ መድሀኒቴ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በለሊት ሳሰላስልህ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በእንቅልፌም ደግሞ ሳልምህ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ልቤን ጎትቶት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ስጋዬ እንኳን አንተን ተርቦት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ሳሰናዳ አእምሮዬን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ስጠብቅህ እጅግ በጉጉት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መጣህልኝ እንደ ቃልህ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አገኘኸኝ እንደማልከው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 ቅዱስ ሀሴት አድርጌ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ሳየው ተመኘሁ ዛሬ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እንደ ሄኖክ ብሻገረው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እጄን ይዘኸው ወደዛኛው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እንደ ሄኖክ ብሻገረው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እጄን ይዘኸው ወደዛኛው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እንግዳዬ እንግዳዬ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ከሩቅ ሰማሁኝ ኮቴህን እንግዳዬ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ቤቴን አወደው ሽታህ እንግዳዬ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ኢየሱስዬ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ለሊት ሰማሁኝ ድምፅህን ኢየሱሴ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መጣሁኝ ስትል ኢየሱሴ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ጠረንህ ቤቴን አውዶት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ህልውናህ አጥንቴን ተሰምቶት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የክብርህ ደመና ከቦኝ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ሙቀትህ ዙሪያዬን አቅፎኝ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በቅድስተ ቅዱሳንህ ውስጥ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ራሴን አገኘሁት ሳመልክ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ከቅዱሳን ጉባኤ ጋራ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በመንፈሴ ምስጋናን ሳሰማ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መልአክቶቹም ሲቀኙልህ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አጅቤ ሳለቅስ ሳዜም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የመፈጠሬን ትርጉም አግንቼ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ልቀር ጎጎሁኝ ለዘላለሜ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የመፈጠሬን ትርጉም አግንቼ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ልቀር ጎጎሁኝ ለዘላለሜ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መልአክቶቹም ሲቀኙልህ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አጅቤ ሳለቅስ ሳዜም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የመፈጠሬን ትርጉም አግንቼ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ልቀር ጎጎሁኝ ለዘላለሜ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የመፈጠሬን ትርጉም አግንቼ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ልቀር ጎጎሁኝ ለዘላለሜ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እንግዳዬ እንግዳዬ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ከሩቅ ሰማሁኝ ኮቴህን እንግዳዬ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ቤቴን አወደው መአዛህ እንግዳዬ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ኢየሱሴ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ለሊት ሰማሁኝ ድምፅህን ኢየሱሴ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መጣሁኝ ስትል ኢየሱሴ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ናፍቆቴ ናፍቆቴ ና ክረም በቤቴ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 ሰምብት በቤቴ ናፍቆቴ ናፍቆቴ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ረድኤቴ መልህቄ ና ሰምብት በቤቴ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አልለቅህም ክረም በቤቴ መድሀኒቴ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ስወድህ ስቀርብህ ስወድህ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መቼም አልጠግብህ አልጠግብህ አልጠግብህ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ስወድህ ስቀርብህ ስወድህ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አልጠግብህ አልጠግብህ አልጠግብህ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ስወድህ ስቀርብህ ስወድህ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መቼም አልጠግብህ አልጠግብህ አልጠግብህ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ስቀርብህ ስወድህ ስወድህ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አልጠግብህ አልጠግብህ አልጠግብህ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