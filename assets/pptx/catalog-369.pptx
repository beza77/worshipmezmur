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Eyerusaliem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Hana Tekle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ከሚያስፈራው ከድቅድቁ ጨለማ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ወደሚደነቅ የብርሃን ከተማ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ሄደናል ተዘዋውረናል በዚያ የለንም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ዳግም ከዚያ ከሞት ሰፈር አንገኝም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ከምስራቅ ከምዕራብ ከደቡብ ከሰሜን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በብርሃኑ ብርሃን እያየን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ከነገድ ከዘር ቋንቋ ተዋጅተን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በአንድነት ለኢየሱስ እንዘምራልን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አባባት እያልን የምንኖርበት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የልጅነትን ስልጣን ሰጥቶናል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የብርሃን ዘር ምርጥ ዜጋ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በኢየሱስ በኢየሱስ አግኝተናል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ኢየሩሳሌም (2x) እንገባለን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ዘላልም በዚያ ዘለዓለም እንዘምራለን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ሃሌሉያ ሃሌ ሃሌ (3x) ኢየሱስ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ሃሌሉያ ኢየሱስ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ሃሌሉያ ሃሌ ሃሌ (3x) ኢየሱስ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ሃሌሉያ ኢየሱስ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ማራናታ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