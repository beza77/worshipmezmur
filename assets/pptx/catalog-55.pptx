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Medhanialem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የፍቅር አምላክ የሁሉም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ደስ ይለኛል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ስጠራው የመድኃኒዓለም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መድሃኒዓለም ለዘለዓለም አይጠገብም (አሃ)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መድሃኒዓለም አይጠገብም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ኢየሱስ ዘለዓለም ንገሥ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ኢየሱስ (2x) ኢየሱስ የምለው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 ተደርጐልኝ ቆሜ መሄዴ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ሞኝ ሆኜ አይደለም ወይም ተታልዬ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የምለው ሁሉን ነገር 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ገብቶብኝ ነው እንጂ ታላቁ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ደቀ መዝሙር ሆንኩኝ ሳላንገራግር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አሸንፎኝ በፍቅር አደረገኝ ደቀ መዝሙር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ከፍቶልኝ ትልቁን በር አደረገኝ ደቀ መዝሙር(2x)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የድሃ አደግ አባት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የመበለት ዳኛ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ቅንነት ያለበት ሁልጊዜ እውነተኛ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ቢፈለግ ቢፈለግ ዓለምም ቢዞር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አንድም አይገኝም እንደእግዚአብሄር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የምስኪን ጓደኛ መልካሙ እረኛ ኢየሱስ አለልኛ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ባልንጀራ ኢየሱስ አለልኛ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የምስኪን ጓደኛ መልካሙ እረኛ ኢየሱስ አለልኛ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የድሃ አደግ አባት የመበለት ዳኛ ኢየሱስ አለልኛ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የምስኪን ጓደኛ መልካሙ እረኛ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ታማኝ ባልንጀራ ኢየሱስ አለልኛ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የድሃ አደግ አባት የመበለት ዳኛ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ቅንነት ያለበት ሁልጊዜ እውነተኛ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የፍቅር አምላክ የሁሉም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 ደስ ይለኛል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ሥሙን ስጠራው የመድኃኒዓለም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መድሃኒዓለም ለዘለዓለም አይጠገብም (አሃ)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መድሃኒዓለም አይጠገብም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ኢየሱስ ዘለዓለም ንገሥ (2x)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አሃሃ ቸሩ መድሃኒዓለም የዓለም መድሃኒት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ለእኛ የደረሰ በአስጨናቂው ሌሊት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ሥሙ ይታወጅ በአገሬ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የኢትዮጵያ አምላክ እርሱ አይደለም ወይ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ዘንዶውንም ወጋ ረሃብን ቆራረጠ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ለሃገሬ ልጆች ምግባቸውን ሰጠ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የኢትዮጵያ አምላክ (2x) ሥምህ ይባረክ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የኢትዮጵያ አምላክ ሥምህ ይባረክ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የእኛ አምላክ ሥምህ ይባረክ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የኢትዮጵያ አምላክ ሥምህ ይባረክ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የእስራኤል አምላክ ሥምህ ይባረክ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