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Masazen Alfelegem Anten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Birucktawit Assefa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ማሳዘን አልፈልግም አንተን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ማስቀየም አልፈልግም አንተን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ላሳዝንህ አልፈልግም አንተን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ላስቀይምህ አልፈልግም አንተን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ውለታ አለብኝ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ያደረከው ለሕይወቴ ለቤቴ ለኑሮዬ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ማሳዘን አልፈልግም አንተን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ማስቀየም አልፈልግም አንተን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ውለታ አለብኝ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ያደረከው ለሕይወቴ ለቤቴ ለኑሮዬ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የሞላኸው አለ ጐድሎብኝ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የጠገንከውም አለ ተሰብሮብኝ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የአደስክልኝ ብዙ ነው አርጅቶብኝ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የመለስከውም አለ ግራ ገብቶኝ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 ሁሉ በዝቶልኝ ላሳዝንህ አልፈልግም ይከብደኛል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ሌላው ቢቀር ዘመኖቼ ይመሰክሩልኛል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ሌላው ቢቀር ዕድሜዬ ይመሰክርልኛል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ማሳዘን አልፈልግም አንተን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ማስቀየም አልፈልግም አንተን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ላሳዝንህ አልፈልግም አንተን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ላስቀይምህ አልፈልግም አንተን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ውለታ አለብኝ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ያደረከው ለሕይወቴ ለቤቴ ለኑሮዬ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ማሳዘን አልፈልግም አንተን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ማስቀየም አልፈልግም አንተን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ውለታ አለብኝ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ያደረከው ለሕይወቴ ለቤቴ ለኑሮዬ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ለሃዘን ቀን ለደስታ ቀን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ለፍርድ ቀን ለምጽዓት ቀን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የታተምኩበት የአንተ ማኅተም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የእርስቴ መያዣ ምጽናናበት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ኀጢአትን ባደርግ የምወቀስበት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ስለሰማዩ ሚስጥር የምረዳበት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መንፈስ ቅዱስ እርሱ ነው ምጽናናበት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የቀረ ይቀራል እንጂ 3x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አሳዝኜው አልወጣም/አልርቅም ከእርሱ እጅ 4x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ማሳዘን አልፈልግም አንተን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ማስቀየም አልፈልግም አንተን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ላሳዝንህ አልፈልግም አንተን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ላስቀይምህ አልፈልግም አንተን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ውለታ አለብኝ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ያደረከው ለሕይወቴ ለቤቴ ለኑሮዬ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ማሳዘን አልፈልግም አንተን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ማስቀየም አልፈልግም አንተን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ውለታ አለብኝ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ያደረከው ለሕይወቴ ለቤቴ ለኑሮዬ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