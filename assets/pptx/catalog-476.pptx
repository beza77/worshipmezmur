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Abietu Gulbetie Hoy Ewedihalehu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በዙሪያዬ ሆኖ ጠላት ሲያውከኝ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ያሸነፈ መስሎ ሲፎክርብኝ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በጨነቀኝ ጊዜ ወዳንተ ጮህኩኝ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ሰማይን ዝቅ አርገህ ከተፍ አልክልኝ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አቤቱ ጉልበቴ ሆይ እወድሃለሁ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አቤቱ የእኔ ጌታ እወድሃለሁ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አለቴ አምባ መድኃኒቴ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የምታመንበት ሆነኝ እረዳቴ (2x)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እጆቼን አንስቼ ተገፋው አልኩኝ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ከሰማይ ተበቀለልኝ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ምድር ተናወጠች ቁጣውም ነደደ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በጠላቶቼ ላይ መብረቅ አወረደ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አቤቱ ጉልበቴ ሆይ እወድሃለሁ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አቤቱ የእኔ ጌታ እወድሃለሁ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አለቴ አምባ መድኃኒቴ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የምታመንበት ሆነኝ እረዳቴ (2x)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እግሮቼም ቆሙልኝ አልተንሸራተቱም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ጠላቶቼን ያዝኩኝ አላመለጡኝም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በኮረብቶቹም ላይ ለሚያቆመኝ ጌታ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እስኪ ላመስግነው ልዘምር በእልልታ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አቤቱ ጉልበቴ ሆይ እወድሃለሁ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አቤቱ የእኔ ጌታ እወድሃለሁ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አለቴ አምባ መድኃኒቴ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የምታመንበት ሆነኝ እረዳቴ (2x)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ለሚታመኑበት እርሱ ጋሻ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ክፉዬን አይወድም ይነዳል ቁጣው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ከመቅደሱ ሆኖ ድምፄን ይሰማኛል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እግዚአብሔርን አይቶ ጠላቴ ፈርቶኛል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አቤቱ ጉልበቴ ሆይ እወድሃለሁ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አቤቱ የእኔ ጌታ እወድሃለሁ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አለቴ አምባ መድኃኒቴ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የምታመንበት ሆነኝ እረዳቴ (2x)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አቤቱ ጉልበቴ ሆይ እወድሃለሁ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አቤቱ የኔ ጌታ እወድሃለሁ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አለቴ አምባ መድኃኒቴ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የምታመንበት ሆነኝ እረዳቴ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