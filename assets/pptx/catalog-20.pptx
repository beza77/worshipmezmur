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Kemayew Beayne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Lemma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ጓደኛዬ ያልኩህ ወዳጄ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አግኝቼ ማልጠግብህ ናፍቆቴ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 ያማትራል ዛሬም ፊትህን ሊያይ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ሊያገኝህ ሽቶ ከምንም በላይ (x2)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ከምንም በላይ ከምንም በላይ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ከማንም በላይ ከማንም በላይ (x2)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ከማየው ከማየው በዓይኔ ግልፅ ሆነህ ታየኝ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ከምሰማው ከዓለም ወሬ ያንተ ይሰማኝ (x2)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አትኩሬ እስካይህ ከማየው በላይ በአይኖቼ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ዓለም እስክክደው ይወሰድ በአንተ ሀሳቤ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ጆሮዬን አስለምደው ድምፅህን ለይቶ መስማት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ከጩኸት ግርግር ከጫጫታው መሃል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የሚያውቁትን ሰው ከሩቅ እንደሚለዩ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ጠረንህ ይታወቀኝ ገና ከሩቁ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እስካላይ ድቅን እያልክብኝ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በመንፈስህ ሁሌ አረስርሰኝ (x2)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በእንብርክክ ፀሎቴ በእልፍኜም ውስጥ ሆኜ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አጫውተኝ የልብህን ልወቀው መንገድህን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ስራመድ በመንገድ በዕለት ዕለት ኑሮዬ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ቅርብ ሁነኝ ከሰው ይልቅ ልወቅህ ኢየሱስ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እስከዛሬ የሰው ነገር እየሰማሁ ሰንብቻለሁ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 አንተን እንድሰማ እንዳውቅህ ናፍቄአለሁ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አውራኝ በኔ ልክ በኔ ቋንቋ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ከስጋዬ ይልቅ መንፈሴን አንቃ (x2)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በድቅድቅ ጨለማ በሞት ጥላ ስር ሆኜ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ክፉውን አልፈራውም ካልከኝ ካንተ ጋር ነኝ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ጨለማዬም ባይበራ ጎኔ ቆመህ ካየሁህ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አምናለሁ ከሁኔታዬ አንተ ያልከኝን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ይታመን የለም ወይ የሰው እንኳን ቃሉ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ፍፁም አልጠርጥርህም እኔ አንተን ከሰማሁ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ነብስ እንኳን አትጠፋም ብለህ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በስብርባሪም ድኖ የል ሰምቶ ያመነህ (x2)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ካየውህ (ካየውህ)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ከሰማውህ (ከሰማውህ)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ህይወት አለኝ አዎ እኖራለሁ (x4)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ካየውህ (ካየውህ)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ከሰማውህ (ከሰማውህ)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ህይወት አለኝ አዎ እኖራለሁ (x4)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