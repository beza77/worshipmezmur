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Amelkalehu Yehen Negus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አመልካለሁ ይህን ጌታ አመልካለሁ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አመልካለሁ ይህን ንጉሥ አመልካለሁ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አመልካለሁ አመልካለሁ 4x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አንድና ብቸኛ የሌለው ጓደኛ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ተቀናቃኝ የለው የሚፎካከረው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ከዘመናት መሃል እርሱ ብቻውን ነው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ብቻ ነው እርሱ ብቻ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ሳይነዋወጥ እስካሁን ያለው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ሳይነዋወጥ እስካሁን ያለው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አንድና ብቸኛ የሌለው ጓደኛ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ተቀናቃኝ የለው የሚፎካከረው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ከዘመናት መሃል እርሱ ብቻውን ነው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የተቆጠቆጠ በክብር ክብር ክብር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የተጥለቀለቀ በሞገስ ሞገስ ሞገስ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ክብር ክብር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ሞገስ ሞገስ ሞገስ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ብቻ ነው እርሱ ብቻ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እስካሁን ድረስ በክብር ያለው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በክብር ያለው በክብር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በሞገስ ያለው በሞገስ ያለው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ሠማያትን የሚነቀንቀው ምድርንም የሚጠቀልለው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ሠማያትን የሚነቀንቀው አምላክ አለ ሥሙም እግዚአብሔር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አለ ሥሙም እግዚአብሔር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ንጉሥ አለ ሥሙም እግዚአብሔር ነው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ብቻ ነው እርሱ ብቻ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ሳይነዋወጥ እስካሁን ያለው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አመልካለሁ ይህን ጌታ አመልካለሁ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አመልካለሁ ይህን ንጉሥ አመልካለሁ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አመልካለሁ አመልካለሁ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