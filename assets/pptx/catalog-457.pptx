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Yewetal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ከእግዚኣብሔር ጋር የሆነውን ሰው ማን ይረታል?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ይረታል? ኦሆሆ ማን ይረታል?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በድል ወጥቶ በድል ይገባል ያሸንፋል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ያሸንፋል ኦሆሆ ያሸንፋል ኦሆሆ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ከእርሱ ጋር የሆነ ሰው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ይወጣል ይወርሳል ያስወርሳል 4x ኦሆሆ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ሁለቱ ብቻ ተለይተው ከአሥሩ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የዕምነት ቃል በድፍረት ሲናገሩ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መውረስ ብቻ ነበር የሚታያቸው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እንውጣና እንውረስ ነው ቋንቋቸው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እንዳሉት ሆነላቸው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እግዚኣብሔርም ተስፋቸውን አስወረሳቸው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ካሌብ ኦሆሆ እንደ ኢያሱ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እኔንም አርገኝ ጌታዬ እንደነርሱ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የእግዚኣብሔር ሰው ሽንፈትን አያወራም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በሚሰማው በሚታየው አይፈራም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የፊቱን ሊይዝ የኃላውን ይረሳል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ስላለው የረገጠውን ይወርሳል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ከሰው ሁሉ ይለያል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ያየውን ብቻ ያያል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 ለፊት ገጥሞ ኦሆሆ ከጠላቱ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ባለድል እርሱ ይሆናል በጦርነቱ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የእግዚኣብሔር ሰው ሲናገር ያስተውላል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ነገር አድሮ ሲያስብ አድሮ ይውላል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ዋዘኞችን ፌዘኞችን ይጠላል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ለያዘው ዕውነት እስከ ሞት ይጨክናል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እሱማ ነው የአስተዋይ ባልንጀራ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ዕውነት ብቻ በአፍ የሚያወራ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ለራዕዩ ዋጋ ይከፍላል ይለፋል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በዘመኑም ቁምነገር ሠርቶ ያልፋል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ምሣሌ ሆኖ ኦሆሆ ለሰው ሁሉ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በድል ይወጣል ይገባል ታምኖ በቃሉ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