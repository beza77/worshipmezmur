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Fesehayie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የምፈልገውን ሁሉ ባገኝ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የምፈልገው ደስታ ጋራ አልደርስም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ስደርስበት ይቀልብኛል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ሳልጠግበው ይሰለቸኛል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ክፍተት ሌላ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ብርም ወርቅም አይደለም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ረሃቤ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ነው ጥጋቤ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በህልውናህ ሥር መሆን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መኖር ውሎ ማደር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በመገኘትህ የታሰበ ሰዉ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ምነኛ የታደለ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አስበኝ የእኔንም በህልውናህ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በሚያጽናናው በመንፈስህ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ነው ጥማቴ ይህ ነው ጉጉቴ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ማየት ነው መሻቴ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ትርጉም ለጠፋው 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ምላሽ ሲታጣ ከሞላው ቤቴ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ለሞኖር ስዝል ሲደክመኝ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ባዶነቴ ሲጮህብኝ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ክፍተት ሌላ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ያለኝ ነገር አይደለም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ነህ ረሃቤ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መንፈስው ነው ጥጋቤ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በህልውናህ ሥር መሆን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መኖር ውሎ ማደር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በመገኘትህ የታሰበ ሰዉ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ምነኛ የታደለ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አስበኝ የእኔንም በህልውናህ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በሚያጽናናው በመንፈስህ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ነው ጥማቴ ይህ ነው ጉጉቴ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ማየት ነው መሻቴ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ህልሜ አንተን ማየት በኑሮዬ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ህልሜ አንተን ማየት ነው ጉጉቴ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የደስታዬ ልክ ሰላሜ እርካታዬ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ጥግ ፍስሃዬ ኢየሱስ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ነው ጥማቴ ይህ ነው ጉጉቴ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ማየት ነው መሻቴ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