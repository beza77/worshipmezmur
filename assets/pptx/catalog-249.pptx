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Endih Aynetwa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ልባምን ሴት ማን ሊያገኛት ይችላል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ቃል ካልሆነ ከየት ይገኛል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ከዝርግፍ ጌጥ ይልቅ ውስጧ የበለጠ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በፀጋው መንፈሷ ሁሉ ያጌጠ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ወርቅ አያምራት እርሷ ራሷ ወርቅ ናት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ለይሉኝታ ምታስመጣው ጥሎሽ የላት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አእምሮ የበሰለ ባህሪ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ከሁሉም በላይ እግዚአብሔርን ፈሪ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(3x) እውነተኛ ረዳት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(3x) እውነተኛ ረዳት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ከውጭ ውበት የውስጥ ውበቷ በልጧል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አካሄዷ ንግግሯ ይገልጣል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ማስተዋሏ ዕውቀቷ የበዛ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የማመዛዘን ችሎታ ሁሉ ያለው (በጣም)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ሰነፍ ሴቶች አትናገርም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በመከራም ውስጥ ተስፋን አትቆርጥም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ከአጥንቱ ነው እርሷ የተሰራችው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ለዚህ ነው ሁሉን ነገር የቻለችው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(3x) እውነተኛ ረዳት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(3x) እውነተኛ ረዳት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የባሏም ልብ ይተማመንባታል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እውነተኛው ፍቅር ይመግባታል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ትገዛለች ለቃሉ ለሃሳቡ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በግድ ሳይሆን አሸንፏት ፍቅሩ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ተወስና እርሷ ለእርሱ ተሰጥታ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በሌላ ወንድ ልቧም ሳያመነታ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ለአንድ አይደለም የእርሷ ሂሳብ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እንደቃሉ አንድ ናት ያለ ሃሳብ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(3x) እውነተኛ ረዳት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(3x) እውነተኛ ረዳት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ሌሊት በማለዳ ተነስታ (እንዲህ አይነቷ ናት)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ምግብ ለቤቷ ሰዎች ሁሉ ሰርታ (እንዲህ አይነቷ ናት)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ወገቧን በመቀነቷ ታጥቃለች (እንዲህ አይነቷ ናት)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ስራዋን በጊዜው ትጨርሳለች (እንዲህ አይነቷ)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እንድትለፋ አይደለም እርሱ ያገባት (እንዲህ አይነቷ)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እረዳት ናት ሁሉም ነገር የገባት (እንዲህ አይነቷ ናት)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ሰራተኛው አይደለችም ለቤቱ (እንዲህ አይነቷ ናት)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ናት ለባሏ ድምቀቱ ውበቱ (እንዲህ አይነቷ)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(3x) እውነተኛ ረዳት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(3x) እውነተኛ ረዳት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ውበት ሃሰት ነው ደምግባትም (ከንቱ ነው)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ውበት ሃሰት ነው ደምግባትም (ከንቱ)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የምትፈራ ሴት እርሷ ትመሰገናለች (ትመሰገናለች)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የምትፈራ ሴት እርሷ ትመሰገናለች (እርሷ)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የምትፈራ ሴት እርሷ ትመሰገናለች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(4x) እውነተኛ ረዳት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(4x) እውነተኛ ረዳት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አይነቷ ናት (4x) እውነተኛ ረዳት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