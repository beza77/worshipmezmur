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Ewnet Hiwot Menged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ሕይወት መንገድ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ሕይወት መንገድ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(3x)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እውነት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ሕይወት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መንገድ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አዳኝ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አምላክ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ጌታ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ንጉሥ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ገዢ የለም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ሕይወት መንገድ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ሕይወት መንገድ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(3x)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ሕይወት መንገድ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ሕይወት መንገድ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(3x)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አባት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እናት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ረዳት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አጋዥ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ፈዋሽ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አጽናኝ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ወዳጅ የለም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በቀር ለእኔ የለም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ሕይወት መንገድ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እውነት ሕይወት መንገድ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ነው (3x)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