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Beruk Mench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Bethlehem 'Betty' Wolde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- አንተ ብሩክ ምንጭ ነህ (4x)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ልብን የምታረካ ነፍስን የምትመልስ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የሰላም ንጉሥ ነህ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የሰላም አባት (2x)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ሁለተኛ እንዳልጠማ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አረካኸኝ ከሕይወት ውሃ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ሕይወት መንገድ ሆንክልኝ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በብርሃኔ ብርሃን አሳየኸኝ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አከብርሃለሁ ክበር (3x)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 ለአንተ ይሁን (2x)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- አንተ ብሩክ ምንጭ ነህ (4x)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ልብን የምታረካ ነፍስን የምትመልስ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የሰላም ንጉሥ ነህ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የሰላም አባት (2x)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በሰፈሬ እንድታልፍ ጌታ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ፍቅር ግድ አለህ ከቶ እንዳልጠፋ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መጥተህ ታሪኬን ነገርከኝ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ወደራስህ ዘንድ አስጠጋኽኝ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አከብርሃለሁ ክበር (3x)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 ለአንተ ይሁን (2x)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- አንተ ብሩክ ምንጭ ነህ (4x)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ልብን የምታረካ ነፍስን የምትመልስ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የሰላም ንጉሥ ነህ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የሰላም አባት (2x)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እኔም በአንተ ስለረካሁኝ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ብሩክ ምንጭ ነህ አወራለሁ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በእውነት በመንፈስ እሰግዳለሁ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አብ የሚሻውን አበዛለሁ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አከብርሃለሁ ክበር (3x)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 ለአንተ ይሁን (2x)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