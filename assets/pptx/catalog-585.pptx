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Yemimeka Be Egziabher Yemeka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ምርኩዜ ሸንበቆ መች ሆነና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ተሰብሮ ሚወጋኝ እንደገና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የዘላለም አምባ መኖሪያዬ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በአምላክ ጥላ ስር ነው ማረፊያዬ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የሚመካ በእግዚአብሔር ይመካ×2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እኔስ ባንተ ጌታዬ እመካለሁ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እኔስ ባንተ ኢየሱሴ እመካለሁ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የሚደገፍ በእግዚአብሔር ይደገፍ×2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እኔስ ባንተ እደገፋለሁ×2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የጌታዬ ሀሉን እያየሁኝ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ትምክህቴ በዛ በረታሁኝ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በእሳት የሚመልስ የታወቀ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የአባቾቼ አምላክ ከጎኔ ነው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የሚመካ በእግዚአብሔር ይመካ×2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እኔስ ባንተ ጌታዬ እመካለሁ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እኔስ ባንተ ኢየሱሴ እመካለሁ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የሚደገፍ በእግዚአብሔር ይደገፍ×2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እኔስ ባንተ እደገፋለሁ×2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ጌታዬ ስጠራው መቼ ዘገየ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ጠላቶቼ አለቁ አይኔ እያየ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ግን በክብር ተሻገርኩኝ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የእግዚአብሔርን ክንዱን እያየሁኝ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ጌታዬ ስጠራው መቼ ዘገየ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ተራራው ተናደ አይኔ እያየ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ጌታዬ ስጠራው መቼ ዘገየ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ማድጋዬ ሞላ አይኔ እያየ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ጌታዬ ስጠራው መቼ ዘገየ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ተራራው ተናደ አይኔ እያየ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የሚመካ በእግዚአብሔር ይመካ×2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እኔስ ባንተ ጌታዬ እመካለሁ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እኔስ ባንተ ኢየሱሴ እመካለሁ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የሚደገፍ በእግዚአብሔር ይደገፍ×2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እኔስ ባንተ እደገፋለሁ×2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