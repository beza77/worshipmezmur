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Mehereten Tewedaleh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በመንገድህ አግኘኝ ጌታ እንደ ሀሳብህ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ለትጐበኘኝ ስትመጣ እንዳልጠፋ ከፊትህ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ፀጋህን አብዛልኝ ኢየሱስ በሕይወቴ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መንፈስህ ያግዘኝ ይጽና መሰረቴ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ምህረትን ትወዳለህና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ብርታትን ትሰጣለህና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ልታሰብ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ኃይል ይብዛልኝ ልበርታ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ኑሮዬ አንተን ይምሰልህ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ያድርግህ ያክብርህ አሜን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እኔ ነፍስህን ልትሰጥ አልሰሰትክምና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እዳዬን ሁሉ ልትከፍል ተችሎሀልና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ለመውደድህ ልሁን እንደልብህ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መፍራት ሙላኝ ዝቅ ልበልልህ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ምህረትን ትወዳለህና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ብርታትን ትሰጣለህና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ልታሰብ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ኃይል ይብዛልኝ ልበርታ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ኑሮዬ አንተን ይምሰልህ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ያድርግህ ያክብርህ አሜን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በመቅደስህ ቀድሰኝ በእሣትህ አንጥረኝ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የማትወደው ከእኔ ይቆረጥ እንዳሻህ አበጃጀኝ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ለእኔም የሻለኛል በእጅህ መቀረፁ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ኋላ ሞልቶ ይፈሣል ከአንተ በረከቱ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ምህረትን ትወዳለህና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ብርታትን ትሰጣለህና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ልታሰብ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ኃይል ይብዛልኝ ልበርታ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ኑሮዬ አንተን ይምሰልህ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ያድርግህ ያክብርህ አሜን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ድንጋዩ ልብ ከእኔ ይውጣ ስጋ ይሁንልኝ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የቀናውን መንፈስህን በውስጤ አድስልኝ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ክርስቲያን ከተባልኩ በአንተ ከተጠራሁ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ሀሳብህ ኖሬ ማለፍን እሻለሁ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ምህረትን ትወዳለህና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ብርታትን ትሰጣለህና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ልታሰብ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ኃይል ይብዛልኝ ልበርታ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ኑሮዬ አንተን ይምሰልህ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ያድርግህ ያክብርህ አሜን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