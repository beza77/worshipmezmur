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Yenie Gieta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የጠገበ ክብር የተረፈው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አምልኮ ገንዘቡ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ምድሩ የተገረመበት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ለውበቱ የተነገረለት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 ሰማያትን የከደነ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ምሥጋናው በምድር የተመመ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የጌታዎች ጌታ የነገሥታት ጌታ የኃያላን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የአለቆች ጌታ የመሪዎች ጌታ የብርቱዎች ጌታ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ነው እርሱማ እግዚአብሔር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ነው እርሱማ እግዚአብሔር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አዶናይ ፀባዖት ኤልካዶሽ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ራሱን ተማምኖ አውቆ እኔ ነኝ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ሰማያትን በስንዝር የለካ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ዓለማትን በእጆቹ የያዘው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ከዋክብትን በሥም የሚጠራ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በቀን በሌት ሁሉን የሚያሰማራ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የእኔ ጌታ 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የጌታዎች ጌታ የነገሥታት ጌታ የኃያላን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የአለቆች ጌታ የመሪዎች ጌታ የብርቱዎች ጌታ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ነው እርሱማ እግዚአብሔር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ነው እርሱማ እግዚአብሔር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