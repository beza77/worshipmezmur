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Erese Alekyerem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Binyam Wale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ተገልጦልኛል ለእኔ አንድ እውነት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ብቻ ነው የዘላለም ህይወት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ተገልጦልኛል ለእኔ አንድ እውነት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ብቻ ነው የአለም መድሃኒት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ተገልጦልኛል አንድ እውነት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ብቻ ነው የዘላለም ህይወት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ተገልጦልኛል ለእኔ አንድ እውነት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ብቻ ነው የአለም መድሃኒት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ነው ዋና እየሱስ/4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የዚች ምድር ክብር ጥጉ ላይ ቢያደርሰኝ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የተለየ እንጀራ አያበላኝ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አላማዬ አይደለም ከሰው በልጦ መኖር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ምናፍቀው የጌታን ክብር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አላማዬ አይደለም ከሰው በልጦ መኖር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ምናፍቀው ያምላኬን ክብር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 ስለ እርሱ ነው ስለእየሱስ/2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 ስለልጁ ነው ስለእየሱስ/2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እርስ አልቀይርም እደጋግማለው እየሱስ እላለሁ/4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 ምድር ስኖር እስትንፋሴ እስካለች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ኖሬ ጨርሳለሁ የገባኝን እውነት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እኔ ሰዉ እግዚአብሔር ጨርሷል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 ያለውን ልጁን ለአለም ሰቶታል/2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እርስ አልቀይርም እደጋግማለው እየሱስ እላለሁ/6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