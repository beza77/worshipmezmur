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Geremegn Medanie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 ብይዝ ያረካኛል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እሱን ይዞ ሌላ ይመኛል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የለም ሁሉም ከንቱ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አፈር ነው እንኳን ሃብቱ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ገረመኝ መዳኔ ለእኔ ደነቀኝ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እኮ ለእኔ ገረመኝ መዳኔ ለእኔ ደነቀኝ መዳኔ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ለእኔ አልሆንኩም ያዝልኝ ሕይወቴን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ሞተህ ያዳንክልኝ አንተ ነህ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 ሕይወቴን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ከስንቱ ከለልከው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ከለልከው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(ኦሮምኛ) (3x)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በማላውቀው አገር ጓደኛ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ባይተዋር እንዳልሆን ብቸኛ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ሰበሰብከኝ አባዬ ባለዉለታዬ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ከስንቱ ከለልከው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ከለልከው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 ልኩን ለፍቶ ለፍቶ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ሃብት ንብረት ቤቱን ሞልቶ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 ሳይሰጥ ለአዳኙ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ወሰደው አይ ሰው ሞኙ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ገረመኝ መዳኔ ለእኔ ደነቀኝ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እኮ ለእኔ ገረመኝ መዳኔ ለእኔ ደነቀኝ መዳኔ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ከስንቱ ከለልከው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ከለልከው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(ኦሮምኛ) (3x)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በማላውቀው አገር ጓደኛ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ባይተዋር እንዳልሆን ብቸኛ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ሰበሰብከኝ አባዬ ባለዉለታዬ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ከስንቱ ከለልከው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ጠበከው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እየሆንከው ወዳጅ እየሆንከው ከስንቱ ከለልከው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ገረመኝ መዳኔ ለእኔ ደነቀኝ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እኮ ለእኔ ገረመኝ መዳኔ ለእኔ ደነቀኝ መዳኔ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