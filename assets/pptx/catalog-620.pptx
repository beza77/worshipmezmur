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Zufaneh Yezelalem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Lealem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አመታቶችህ ከቶ አያልቁም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የዘመንህ ቁጥር አይመረመርም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አልፋ ኦሜጋ ፊተኛ ኋለኛ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ልጅ ንጉስ ነህ ለእኛ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ዙፋንህ የዘላለም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መንግሥትህ ማንም አይሽረው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ግን አንተው ነህ ዘላለም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የሚመስልህ የለም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ስልጣን የአንተ ነው መንግስት የአንተ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አምላክና አባት አዳኝ የሆንከው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የሲኦልን ቁልፍ በእጅህ ይዘሃል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ጻድቅ ፈራጅ ነህ ክብር ይገባሃል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ዙፋንህ የዘላለም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መንግሥትህ ማንም አይሽረው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ግን አንተው ነህ ዘላለም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የሚመስልህ የለም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ከጥንት ጀምሮ ምድርን መሰረትክ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በእጆች ሥራ ሰማይን ሰራህ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የፍጥረት ገዢ አምላክ አንተ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ሁሉም ያልፋሉ አንተ ግን ያው ነው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-ዙፋንህ የዘላለም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መንግሥትህ ማንም አይሽረው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ግን አንተው ነህ ዘላለም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የሚመስልህ የለም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ከስሞች በላይ ታላቅ ስም ይዘህ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በአባትህ ቀኝ በክብር ያለህ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የሁሉ ጌታ የሁሉ ንጉስ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የእኛም መድሃኒት አንተ ነህ ኢየሱስ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ዙፋንህ የዘላለም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መንግሥትህ ማንም አይሽረው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ግን አንተው ነህ ዘላለም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የሚመስልህ የለም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