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Eyesus Gieta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Mamay Worku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ኢየሱስ ጌታ ነው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ትላንትናም ዛሬም ለዘለዓለም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 2x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ማኅተሙን የፈታ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በሞት ያልተረታ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በሰማይ በምድር እርሱ ብቻ አለቃ ጌታ 2x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ኢየሱስ ጌታ ነው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ትላንትናም ዛሬም ለዘለዓለም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 2x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ፍጥረት ሊሰግዱለት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የወጉትም ሊያዩት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በክብሩ ይመጣል ደምቆ ከከዋክብት ጌታ 2x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ኢየሱስ ጌታ ነው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ትላንትናም ዛሬም ለዘለዓለም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 2x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መንግሥቱን ሊያሰፋ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ዙፋኑን ሊያጸና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በአጀብ ይመለሳል ከመላእክቱ ጋራ ጌታ 2x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ኢየሱስ ጌታ ነው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ትላንትናም ዛሬም ለዘለዓለም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 2x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አሜን ማራናታ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አሁን ማራናታ ጌታ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የንጋቱ ኮከብ የፍጥረት አለኝታ ጌታ 2x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ኢየሱስ ጌታ ነው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ጊዜ የማይሽረው ንጉሥ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 4x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ኢየሱስ ጌታ ነው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ዘመን የማይሽረው ንጉሥ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ኢየሱስ ጌታ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