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Tibekagnaleh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“ትበቃኛለህ”, ሁሉ ነገር ካልገባኝ, እያልኩ አላደክምህም, ሁሉ ካልተብራራልኝ, እያልኩ አላዝልህም, የገባኸኝ አንተ ትበቃኛለህ, የገባኸኝ አንተው ትበቃኛለህ, ትበቃኛለህ /4x, ሳቋርጥ የህይወትንበረሃ, ሲገጥመኝ ሸለቆ ተራራ, ያለረዳት መቼ ተውከኝ,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በክንድህ ደግፈህ ያዝከኝ, ያለረዳት መቼ ተውከኝ, በቀኝህ ደግፈህ ያዝከኝ, ላፍታ እንዳልጠረጥርህ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በህይወቴ ብዙ አሻራ አለህ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ላፍታ እንኳን እንዳልጠረጥርህ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በህይወቴ ብዙ አሻራ አለህ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ከምትችይው መጠን ይልቅ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 ነው ከልቡ አያስጨንቅ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ለምንታውኪኛለሽ ነፍሴ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ብለሽ ታመኚ በየሱሴ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ማይሳሳት በውሳኔው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ክፉውን ለበጎ ሚያደርገው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ካለሽ መች አነሰሽ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 እኮ ይበልጣል ከእልፍ ከሺህ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በሰው አይዳኝም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በእርሱ ዘንድ ህፀፅ አይገኝም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በሰው አይዳኝም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በእርሱ ዘንድ እንከን አይገኝም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---- ሁሉ ነገር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