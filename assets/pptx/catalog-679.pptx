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Beseraw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በሥራው ትክክል በሥራው የማይሳሳት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በሥራው አንድ እንኳን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ሥራው ሥራው እንከን የሌለው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የማይሆነውን ነገር አይሆንም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የማይረባኝንም እየከለከለ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 በዳ ላይ እኔን እያባበለ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እጄን ይዞ እሹሩሩ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እሹሩሩሩሩ ነይ ልጄ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ነይ ልጄ (3x)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እጄን ይዞ ነይ ልጄ እያለ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እኔንም መራኝ እንጂ እጄን በእጁ ይዞ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እያሸጋግረኝ ብዙ ብዙ ጉዞ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ማዕበልና ወጀቡን በሥልጣኑ አዞ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የሚነሳብኝን ጠላቴን ገስጾ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እቅፍ እቅፍ እቅፍ ድግፍ አርጐ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እርሱ መራኝ እጄን ይዞ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የማይሆነውን ነገር አይሆንም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የማይረባኝንም እየከለከለ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 በዳ ላይ እኔን እያባበለ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እጄን ይዞ እሹሩሩ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እሹሩሩሩሩ ነይ ልጄ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ነይ ልጄ (3x)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እጄን ይዞ ነይ ልጄ እያለ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ህጻን ሆኜ ሳለሁ እንደ ህጻንነቴ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ተንከባክቦ እንደ እናት እንደ አባቴ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ባለሁበት እንደ እኔነቴ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ያኖረኛል በድል . (1) . ከፊቴ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እቅፍ እቅፍ እቅፍ ድግፍ አርጐ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እርሱ መራኝ እጄን ይዞ (4x)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በሥራው ትክክል በሥራው የማይሳሳት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በሥራው አንድ እንኳን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ሥራው ሥራው እንከን የሌለው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የማይሆነውን ነገር አይሆንም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የማይረባኝንም እየከለከለ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 በዳ ላይ እኔን እያባበለ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እጄን ይዞ እሹሩሩ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እሹሩሩ ነይ ልጄ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ነይ ልጄ (3x)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መራኝ እጄን ይዞ ነይ ልጄ እያለ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