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Anten Baye Aynie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ሳይነጋ ሌሊቱ ሳትቀድመኝ ጀምበር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መጥቻለሁ ፊትህ ሌሊት ላልከኝ ጉዳይ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ባየ አይኔ ይስሀቄን አይቼ ንቄዋለሁ /የኔን ሳቅ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ሳላንገራግር ሳራን ሳላማክር እሰዋዋለሁ /ሰዎች ሳላማክር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ይሁና የኔ ሳቅ ለሱ ይሁና ደስታዬ ለሱ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ይበሉኝ ባዶ የቀረ ይበሉኝ የተሞኘ *2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ቀሎብኝ አይደለም ረብ ሚሆነኝ ለኔ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ጠብቄ ያገኘሁት ሚሳሳለት አይኔ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አየሁና ትምክህቴ በሙሉ ንቄዋለሁ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ድጋሚ ሳላስብ ግራ ቀኝ ሳላይ ሰጠዋለው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ሞኝ ነህ ይበሉኝ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ያለህን ይበሉኝ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መካሪ አጣህ ይበሉኝ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ተሳሳትክ ይበሉኝ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ካከበረ ከተቀበለልኝ ምን እሻለሁ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ካለኝ ብቻ ሳይሆን ራሴንም ጨምሬ ሰጠዋለሁ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ይሁና የኔ ሳቅ ለሱ ይሁና ደስታዬ ለሱ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ይበሉኝ ባዶ የቀረ ይበሉኝ የተሞኘ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ካረካህ አንተን ደስ ካሰኘህ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ሰዊልኝ ያልከው ደስታዬን ቢሆን / ታሪኬን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ሌሊት አይደር አንድ ቀን አይዋል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ሰዊልኝ ያልከው በኔ ቤት አያድር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