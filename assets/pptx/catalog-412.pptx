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Mesgana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ነኝና እስቲ ምላሽ ልስጠው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ግዑዝ ዝም ብዬ አልለፈው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ያረገልኝ ብዙ ድንቅ ስራ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ሰዓት አይበቃም ቢተረክ ቢወራ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የምስጋናን ንዶ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የዝማሬ ድምፅ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ከሆዴ የሚፈልቅ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ላምላኬ ይሁን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ለኢየሱስ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ልውዴ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ለንጉስ ይሁን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ላምላኬ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ለኢየሱስ ይሁን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ልውዴ ይሁን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በምስጋናው ላይ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በዝማሬው ላይ ዝማሬ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ላምላኬ እንደሚገባው አውቄ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መጣለው መስዋዕቱ ስፍራ አምልኮዬን ይዤ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 መጣለው በፊቱ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ይዤ መጣለው አምልኮ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ያዘጋጀው በአፌ ምስጋንና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ቂመኛውን ጠላቴን ሊመታ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ስለዚህም እጅግ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መምቻን መሳሪያ ሰቶኛል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ምስጋና ሚሰዋ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ጌታን ያከብረዋል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ጠላት የሚመታው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በከበሮ ሆንዋል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በዝማሬ ሆንዋል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በእልልታ ሆንዋል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በምስጋና ሆንዋል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በእልልታ ሆንዋል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በጭብጨባ ሆንዋል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በከበሮ ሆንዋል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በምስጋናው ላይ ምስጋና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በዝማሬው ላይ ዝማሬ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ላምላኬ እንደሚገባው አውቄ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መጣለው መስዋዕቱ ስፍራ አምልኮዬን ይዤ 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ምስጋና አለኝ, አለኝ አምልኮ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እልልታ አለኝ, አለኝ ጭብጨባ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ዙፋኑን ይክበብልኝ, ማደሪይውን ያስጊጥልኝ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ጨከነ ልቤ ቆረጠ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ሊያመልክህ ተነሳሳ አንተን አንተን አለ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የገባብኝ ፍቅር ውስጤን የነካኝ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ያስቀምጠኛል ይለኛል አመስግኝ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በጠዋት በማታ አንተን አመልካለው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ለስምህ ክብር ላንተ ዘምራለው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አመሰግናለው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አሞግሰዋለው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አዜምለታለው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ተባረክ እላለው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