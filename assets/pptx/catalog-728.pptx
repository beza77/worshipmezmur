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Egziabhieren Lemiwedu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Mekdes Adamu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እግዚአብሔርን ለሚወዱት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እንዳሳቡ ደግሞ ለተጠሩ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እንዲደረግ እናውቃለን 2x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ለሚወዱት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እንዳሳቡም ለተጠሩ አሄ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ለበጐ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በዚጌውም አለጊዜው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ሊከብርብን የሚገባው እግዚአብሔር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በዚጌውም አለጊዜው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ሊነግስብን የሚገባው ኢየሱሴ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ጊዜ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ቀን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ለሁሉም ቀን አለው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እግዚአብሔርን ለሚወዱት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እንዳሳቡ ደግሞ ለተጠሩ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እንዲደረግ እናውቃለን 2x 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ነገሬን ሁሉ በዚጌው ውብ አድርጐ 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ከተሰራልኝ ነገር ለእኔስ የእኔ ጌታ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ጊዜ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ቀን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ለሁሉም ቀን አለው/ነገር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ይክብር እንጂ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ሌላው ይሆናል አለው ጊዜው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ይንገሥ እንጂ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ሌላው ይሆናል አለው ጊዜው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እግዚአብሔርን ለሚወዱት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እንዳሳቡ ደግሞ ለተጠሩ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እንዲደረግ እናውቃለን 2x [1]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