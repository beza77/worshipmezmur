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Meheretun Asebie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Tezera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ዝም ብዬ ሳስብ ሳሰላስለው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እንዴት ድንቅ ነው (3x)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ዝም ብዬ ሳስብ ሳሰላስለው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እንዴት ድንቅ ነው (3x)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ምሕረቱን አስቤ አቤት ስል ፍቅሩ አለ ለካ አሃ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ፍቅሩን አስቤ አቤት ስል ባርኮቱ አለ ለካ አለ ለካ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እንዴት አመስግኜው ልርካ (4x)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አልጠፋብሽ ያለኝ ከልቤ ውስጥ የእግዚአብሔርስ ፍቅር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አሳዳጊነቱ አባትነቱ ከህይወቴ ጅምር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ትዝታ አይደለም እያነሳሁ ምተርክለት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በርሱ አይደለም ወይ እስከ አሁኗ ድረስ ያለሁት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ምህረት አቤት አቤት አቤት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ወዳድነትህ አቤት አቤት አቤት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የፍቅሩ ጥልቀት አቤት አቤት አቤት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እሩህሩህነትህ አቤት አቤት አቤት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አንድ ሁለት ብዬ ውለታውን አስቤ ልቆጥር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ጥፍት ይለኛል ከየት ተነስቼ እንደምጀምር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 እንኳን ቢረዳኝ ቢነግርልኝ ውስጤን ቢገልጸው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እንደእግዚአብሔር ያለ የለም ብዬ ልደምድመው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እንደእግዚአብሔር የለም አቤት አቤት አቤት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ቢፈለግ ዘላለም አቤት አቤት አቤት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እንደእሱ የለም አቤት አቤት አቤት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ቢፈለግ ዘላለም አቤት አቤት አቤት 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ምሕረቱን አስቤ አቤት ስል ፍቅሩ አለ ለካ አሃ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ፍቅሩን አስቤ አቤት ስል ባርኮቱ አለ ለካ አለ ለካ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እንዴት አመስግኜው ልርካ(4x)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