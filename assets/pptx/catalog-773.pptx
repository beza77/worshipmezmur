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Yetsiyon Germawa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የጽዮን ግርማዋ ኢየሱስ ክርስቶስ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በአባቱ ቀኝ ያለው በላይ ያለው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የንጋቱ ኮከብ ደግሞም የሚባለው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የምናመልከው ጌታችን እርሱ ታላቅ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 መረገጫው ሰማይም ዙፋኑ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የጽዮን ሙሽራ ግሩም ነው ብርሃኑ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ወጀብ ነጐድጓድም ለርሱ ይታዘዛል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 ግሩም መንፈስ ነው ሰላምን ይሰጣል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የጽዮን ግርማዋ ኢየሱስ ክርስቶስ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በአባቱ ቀኝ ያለው በላይ ያለው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የንጋቱ ኮከብ ደግሞም የሚባለው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የምናመልከው ጌታችን እርሱ ታላቅ ነው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ክርስቶስ ደግሞም እሩህሩህ ነው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ከአንበሳ መንጋጋ ከእሳት ያወጣ ነው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ልጆቹን ይወዳል እህል ይሰጣቸዋል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ቃሉም ለዘለዓለም ሕያው ሆኖ ይኖራል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የጽዮን ግርማዋ ኢየሱስ ክርስቶስ ነው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በአባቱ ቀኝ ያለው በላይ ያለው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የንጋቱ ኮከብ ደግሞም የሚባለው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የምናመልከው ጌታችን እርሱ ታላቅ ነው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አልፋ ኦሜጋ ነው ዘመን አይሽረውም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ምድር ሲያልፉ እርሱ አይለወጥም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ስሙም ለዘለዓለም ታምርን ይሰራል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ደሙ ፍጹም ኃይል ነው ሕይወትን ይሰጣል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የጽዮን ግርማዋ ኢየሱስ ክርስቶስ ነው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በአባቱ ቀኝ ያለው በላይ ያለው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የንጋቱ ኮከብ ደግሞም የሚባለው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 የምናመልከው ጌታችን እርሱ ታላቅ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