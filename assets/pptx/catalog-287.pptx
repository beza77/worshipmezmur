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Yehie New Egziabhier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እግዚአብሔር ለእኔ የደረሰው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ከጠበኩት በላይ ድንቅን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በፊቱ ምሥጋናን እሰዋለሁ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ተመስገን ተመስገን እላለሁ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ለእርሱ 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አበዛለሁ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ፀሐይ ምትወጣ በስተምስራቅ በኩል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ሲመሽባት ደግሞ በስተምዕራብ ብትሆን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አይገረምም በነዚህ ድርጊቷ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ወግና ስርአቷ ልክ ከጥንት ፍጥረቷ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ቀን በደቡብ ብትወጣ በድንገት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ሲመሽባት ደግሞ ሰሜንን ብትመርጥ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ያኔ እንግዳ ነገር ለሁሉም ይሆናል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አምላኬ ከዚህ በላይ አድርጓል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ጉድ ተባለ ሆኖ ያልተጠበቀ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ተሰራልኝ በዓለም ያልታወቀ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ሚለው የመዳኔ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የመትረፌ አያልቅም ቢነገር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እግዚአብሔር ለእኔ የደረሰው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ከጠበኩት በላይ ድንቅን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በፊቱ ምሥጋናን እሰዋለሁ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ተመስገን ተመስገን እላለሁ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ለእርሱ 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አበዛለሁ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በቀላሉ እንደዋዛ ታልፎ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ሊተው አይቻልም አያስቀምጥ አርፎ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ውስጡ የተቀመጠው ምህረቱ የገባው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ይነዘንዘዋል ቀን ከሌት ውለታው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ቢያቅተኝ ቢቸግረኝ ዝም ማለት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ጉባኤ መጣሁኝ ሕዝቡ ባለበት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እያስታወስኩኝ ያረገውን ስራ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አምልኮን ልሰዋ ከጉባኤው ጋራ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የገባው ሰው የተደረገለት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ያላስቻለው ውለታው 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ይነሳና አብሮኝ ከፍ ያድርገው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ምህረትና ፍቅር እሰከ ዘለዓለም ነው (4x)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እግዚአብሔር ለእኔ የደረሰው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ከጠበኩት በላይ ድንቅን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በፊቱ ምሥጋናን እሰዋለሁ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ተመስገን ተመስገን እላለሁ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ለእርሱ 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አበዛለሁ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ላይ ለእኔ የሰራውን ስራ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ቀንም ሆነ ሌሊት ሁልጊዜ ባወራ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ቃላት አይበቃኝም ዓረፍተ ነገሮች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እንጂ የእርሱ ስራ አያልቅም እንደ ሌሎች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ዕልልታና አምልኮ ላምላኬ ሳላስቀር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በምሥጋና ፊቱ ከመቅረብ በስተቀር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ምርጫ አለኝ ለእርሱ የምሰጠው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ጨማምሬ ምሥጋና እሰዋለሁ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ያልቃል ቢወራ ቢወራ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ተናግሬ መቼም አያበቃ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እርሱም ቢሆን የመዳኔ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የመስቀሉ ስራ አያልቅም ቢነገር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ስራ አያልቅም ቢነገር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እግዚአብሔር ለእኔ የደረሰው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ከጠበኩት በላይ ድንቅን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በፊቱ ምሥጋናን እሰዋለሁ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ተመስገን ተመስገን እላለሁ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ለእርሱ 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ምሥጋና አበዛለሁ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