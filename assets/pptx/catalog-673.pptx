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Ayalqebet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አያልቅበት ሆሆሆሆሆ 3x \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አቤት አቤት 8x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አሃዱ ልበል እስኪ ላንሳህ አሃሃሃ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ድንቅ ነው ኦሆሆሆሆ ስራህ ድንቅ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የቸርነትህ በዛት አሃሃሃ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ጭራሽ ልክ የለው ኦሆሆሆሆ ጭራሽ ልክ የለው(2x)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እንኳንስ ዘምሬው ተናግሬው \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ቁጭ ብዬ ሳስበው \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ውስጤን ቀሰቀሰው ነካካው \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የአምላኬ ፍቅር ልዩ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የፍቅሩ ጥልቀት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የፍቅሩ ጥልቀት……..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አያልቅበት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