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 Track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ቀሪ ሀብቴ ትርፍ ድርሻ ክፍያ ዋጋዬ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አይደለህም ወይ 4x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በዙፉንህ ላይ ተቀምጠህ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ሞላዋን በጅህ ይዘህ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የምትኖር አንተ ባለግርማ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እጠብቅሀለሁ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በዙፉንህ ላይ ተቀምጠህ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ሞላዋን በጅህ ይዘህ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የምትኖር አንተ ባለግርማ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እጠብቅሀለሁ ቀንና ቀንና ማታ 2x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አዝለህ ተሸክመህ እዚህ ያቆምከኝ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በምድረበዳም ውስጥ ለነፍሴ ውሀ የሆንከኝ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አጥንቶቼንም ያበረታሀቸው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ትበቃለህ ሌላው ከንቱ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ሁሉ ሲነዋወጥ የወለደ ሲረሳ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ለአንድ ቀን አተወኝም የኔ ታማኝ እረኛ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ሁሉ ሲነዋወጥ የወለደ ሲረሳ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ለአንድ ቀን አትጥለኝም የኔ ታማኝ እረኛ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እንኳን በለስ ባታፈራ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በወይንም ሀረግ ፍሬ ባይገኝም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የማልፍበት መንገድ ባይገባኝም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የዚህ ምድር ጉዞ ከቶ አያሰጋኝም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አይኖቼ ወደከፍታ ወዳለክበት ስፍራ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አትኩረው ያዩሀል ደግመህ እስከምትመጣ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በዙፉንህ ላይ ተቀምጠህ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ሞላዋን በጅህ ይዘህ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የምትኖር አንተ ባለግርማ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እጠብቅሀለሁ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በዙፉንህ ላይ ተቀምጠህ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ሞላዋን በጅህ ይዘህ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የምትኖር አንተ ባለግርማ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እጠብቅሀለሁ ቀንና ቀንና ማታ 2x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 ቀንና ቀንና ማታ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ትናፍቀኛለህ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