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Amlakie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ሞቷል ብዬ አፈር ሳለብሰው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አምላኬ ከሞት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አምላኬ ከሞት በላይ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አደንቅሃለው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አይደለም ይሄስ ታምር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ቆሞ ይሄዳል ሞተ የተባለው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ጠርቶ ማን ዘገየ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ሁሉ የተለየ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ብሎ ማን አፈረ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ከሰረ ማን ከሰረ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ሞቷል ብዬ አፈር ሳለብሰው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አምላኬ ከሞት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አምላኬ ከሞት በላይ ነው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አደንቅሃለው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አይደለም ይሄስ ታምር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ቆሞ ይሄዳል ሞተ የተባለው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ጠርቶ ማን ዘገየ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ሁሉ የተለየ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ብሎ ማን አፈረ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ከሰረ ማን ከሰረ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ነፍሴን አዳናት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ከእሳት አወጣት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እስሯን ፈቶ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ነጻ ነሽ አላት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ታድጐኛል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ዜግነቴን ለውጦታል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ቋንቋዬን ቀይሮታል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ሠማያዊ አድርጐታል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ነፍሴን አዳናት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ከእሳት አወጣት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እስሯን ፈቶ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ነጻ ነሽ አላት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የሚያስብልኝ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የውስጤን የሚያውቅልኝ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የእሳቱን ቅጥር ሰርቶ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ይጠብቀኛል ተግቶ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