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Giziew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ጊዜው እጅግ ከባድና አሰቃቂ ጊዜ ነበር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ከሰውነቱ የሚወጣው ላብ እና ደም ነጠብጣብ ነበር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የጐልጐታው ታሪክማ ስንቱ ይወራ ስንቱ ይነግር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ልረሳው ልዘነጋው እኔ አልችልም ይህንን ነገር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ላክብርህ እስቲ ላንግስ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ወድሃልሁ ጌታ ያለልክ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የረሃቡ የጥማቱ የመብረዱ የመንቀጥቀጡ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ጭንቅት አቤት ስቃይ ይህ ሁሉ እኮ ለእኔ 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እነሆ ክብር እነሆ አምልኮ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እነሆ ስግደት ይገባሃል እኮ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ሥራህ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ችሎታህ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ማዳንህ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ፍቅርህ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ያንን የሚያህል ትልቅ መስቀል ተሸክሞ ተራራውን ወጥቶ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ተጨነቀ ተሰቃየ እንዲህ እንዲያ ተገባው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ላክብርህ እስቲ ልንበርከክ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ወድሃልሁ ጌታ ያለልክ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ሥራህ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ችሎታህ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ማዳንህ ኦሆ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ይገርማል ፍቅርህ 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