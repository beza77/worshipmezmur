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Zegabegn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ብዙ ብዙ ይመኛል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የአንተን ጥሎ ወዲያ ይሮጣል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አሳልፈህ አትስጠኝ ለራሴ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ልኑር አልሁን በራሴ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ብዙ ብዙ ይመኛል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የአንተን ጥሎ በራሱ ይሮጣል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አሳልፈህ አትስጠኝ ለራሴ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ደርሶ አሳቢ ስሆን ለራሴ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ልብህ ልሁን እንደልብህ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ሀሳብህ ልሁን እንደፈቃድህ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ፈቃድህ በልቤ ላይ ትሁን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ትሰረኝ በራሴም አልሁን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ቀድመኸኝ ከወጣህ ከፊቴ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ብርቱ ነኝ አባቴ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ጥላህ ስር በምቾት አድራለሁ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ዘመኔን በአንተ ስር ከአደረከው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የተከፈተ በር ሁሉ ከአንተ አይደለም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ነግ ሊያጐድለኝ እንጂ ለመልካም አይደለም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ተደባሎቆ የገባን ስኬቴን አውጣልኝ ከቤቴ ከቤቴ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የሞላበት የሃሰት ገነት ምን ሊበጅ ያለአንተ አንተ የለህበት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ይሻለኛል ያንተው በረሃ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እህል ውኃ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ዝጋብኝ የስኬቴን መንገድ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ካልሆነ ካልመጣ ከአንተ ዘንድ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የነገን እዳ እፈራለሁ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ሰግቼ ለምን እኖራለሁ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ይቅርብኝ የምቾቴን መንገድ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ካልሆነ ካልመጣ ከአንተ ዘንድ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የነገን ቁጣ እፈራለሁ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ሰግቼ ለምን እኖራለሁ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ልብህ ልሁን እንደልብህ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ሀሳብህ ልሁን እንደፈቃድህ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የአንተን ውድ ጊዜ መጠበቅ አቅቶኝ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የልብህን ሃሳብ መታገስ ተስኖኝ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የፈጠንኩ ሲመስለኝ ዘግይቼ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እንዳልገኝ ከአየኸው ወርጄ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የእንጀራ ጩኸቴ ጽኑ ልመናዬ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በሞላልኝ ማግስት እንዳይሆን ገዳዬ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ያልከው ይሁን በሕይወቴ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አልቅደም ቅደመኝ አባቴ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ዝጋብኝ የስኬቴን መንገድ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ካልሆነ ካልመጣ ከአንተ ዘንድ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የነገን እዳ እፈራለሁ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ሰግቼ ለምን እኖራለሁ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ይቅርብኝ የምቾቴን መንገድ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ካልሆነ ካልመጣ ከአንተ ዘንድ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የነገን ቁጣ እፈራለሁ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ሰግቼ ለምን እኖራለሁ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ልብህ ልሁን እንደልብህ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ሀሳብህ ልሁን እንደፈቃድህ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