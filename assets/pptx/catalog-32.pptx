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በምህረቱ አለሁ በይቅርታው (እየማረኝ)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ምህረት አጊንቻለሁ እኔ ምን እሆናለሁ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በምህረቱ አለሁ እየማረኝ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ምህረት አጊንቻለሁ እኔ ምን እሆናለሁ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ሞቴ ተሽሯል አለሁ ምህረቱ ገኗል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ህመሜን ወስዷል አለሁ እኔ ምን እሆናለሁ(2x)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 ሚካኤል እነ ገብርኤል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 ሱራፌል እነ ኪሩቤል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በክንፎቻቸው ተከልለውት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ፊቱ ሚቆሙለት አምላክ የሚሉት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በገራፊዎች ፊት ቆመልኝ እሱ ግን ስለ እኔ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ግድ ቢለው ሊያወጣኝ ከኃጢያት ከኩነኔ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ዙፋን የነበረው ከሰማይ ዳዊትን የረዳ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ተንከራተተልኝ ኢየሱስ ከናዝሬት ይሁዳ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ፈሰሰ ከምህረት ደጅ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ከሰማይ ሰጠኝ አንድ ልጅ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ኑሮዬን ኑር አለኝ የእኔን ልብሰ ለበሰ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ቆሻሻ ሂወቴን በደሙ ቀደሰ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ሞቴ ተሽሯል አለሁ ምህረቱ ገኗል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ህመሜን ወስዷል አለሁ እኔ ምን እሆናለሁ(2x)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በምትል ቃል ፍጥረትን የሰራ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 የሻተውን ጥበብን ያስወራ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አባቶች ሲጠሩት በእሳት የመለሰ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እረኛው ዳዊትን ተናግሮ ያነገሰ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እንደሚታረድ በግ ዝም አለ ስለ እኔ ኢየሱስ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የኖረ በተግባር የፍቅር ንጉስ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ምድርን ያቆመ በቃሉ ያላንዳች ምሶሶ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ግን ዝም አለ ሞተልኝ የእኔን ውርደት ለብሶ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ፈሰሰ ከምህረት ደጅ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ከሰማይ ሰጠኝ አንዱን ልጅ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ኑሮዬን ኑር አለኝ የእኔን ልብስ ለበሰ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ቆሻሻ ህይወቴን በደሙ ቀደሰ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ሞቴ ተሽሯል አለሁ ምህረቱ ገኗል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ህመሜን ወስዷል አለሁ እኔ ምን እሆናለሁ(2x)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በምህረቱ አለሁ በይቅርታው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ምህረት አጊንቻለሁ እኔ ምን እሆናለሁ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በምህረቱ አለሁ እየማረኝ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ፍቅሩን ቀምሻለሁ እኔ ምን እሆናለሁ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ሞቴ ተሽሯል አለሁ ምህረቱ ገኗል አለሁ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ህመሜን ወስዷል አለሁ እኔ ምን እሆናለሁ(2x)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 ከላይ ሆኖ ለኔ ራራልኝ አዘነ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ሊያድነኝ ሽቶ አንድ ልጁ ላይ ጨከነ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ልሂድ አለ ታዘዘ ለአባቱ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ክብሩን ትቶ ወርዶ አዳነኝ በሞቱ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እንደ ኢየሱስ የለም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