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Meswaet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ከተከሸኑ እልፍ ቃላት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ከተመረጠ የቅኔ ብዛት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ሃገሩን ከሞላው ዜማ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ሕይወት ላንተ ይሰማ/ይሠዋ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ቢዘምርልህ ይህ አንደበቴ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መልክህ በራቀው የዕለት ዕለት ሕይወቴ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መሥዋዕቴ ላንተ እኮ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የሌለህበት ላንተ ምንህ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መሥዋዕቴ ላንተ እኮ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ያልከበርክበት ሁሉ ድካም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ይዘምር የእልፈኝ ሕይወቴ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ይቅደም በቤቴ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ሊሁነው የዘመርቁትን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በቃላት ያሰፈርኩትን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ያምልክህ የጓዳ ሕይወቴ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ይዘምር ይቅደም በቤቴ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ሊሁነው የዘመርኩትን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በዜማ ያመለኩትን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በሕይወቴ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ይገዛ መላው እኔነቴ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በሕይወቴ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ያምልክህ መላው ሰውነቴ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በሕይወቴ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መሥዋዕት ይህ/ንፁህ አይደል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ምስጋና ህይወት አይደል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ያምልክህ መላው እኔነቴ/ሰውነቴ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በሕይወቴ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ይዘምር 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በሕይወቴ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መስዋዕቴ ላንተ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