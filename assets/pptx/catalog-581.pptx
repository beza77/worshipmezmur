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Yebereket Amlak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ገነነ በላዬ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ባርኮቱ ገነነ በላዬ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የበረከት አምላክ መባረክን ያውቃል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እጁ ያጠግባል እጁ ያጠግባል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የበረከት አምላክ መባረክን ያውቃል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እጁ ያጠግባል እጁ ያጠግባል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እጁ ያጠግባል የእኔ ጌታ እጁ ያጠግባል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ገነነ በላዬ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ባርኮቱ ገነነ በላዬ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 በቃ ክረምት አለፈ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በጋው መጣ የመከራው ዘመን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ተረሳ የመከራው ዘመን ሁሉ ተረሳ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ከዓለት ንቃቃቱ ወጥቻለሁ የኢየሱሴን ማዳን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አወራለሁ የኢየሱሴን ማዳን አወራለሁ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ከዓለት ንቃቃቱ ወጥቻለሁ ድምጼን ለጌታዬ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አሰማለሁ ድምጼን ለጌታዬ አሰማለሁ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የበረከት አምላክ መባረክን ያውቃል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እጁ ያጠግባል እጁ ያጠግባል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የበረከት አምላክ መባረክን ያውቃል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እጁ ያጠግባል እጁ ያጠግባል የእኔ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እጁ ያጠግባል እጁ ያጠግባል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ምድረ በዳውን ኤደን በረሃውንም ገነት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አድርገኸዋል አድርገኸዋል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ድስታና ተድላ ምሥጋናና ዝማሬ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ለእኔስ ሰጥተሃል ለእኔ ሰጥተሃል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በጐ ስጦታ ፍፁም በረከት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አንተ/ከላይ ነህና የብርሃናት አባት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አመልከዋለሁ አመልከዋለሁ (3x)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ገነነ በላዬ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ባርኮቱ ገነነ በላዬ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ገነነ በላዬ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ባርኮቱ ገነነ በላዬ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