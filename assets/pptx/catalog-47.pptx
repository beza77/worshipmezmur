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Kemitefut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በዓለም ፍቅር እንዳልነደፍ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ከሚጠፉት ጋር እንዳልሰለፍ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አረማመዴን አቅናውና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የራስህ አድርገኝ ቀይረኝና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ከሚጠፉት እንዳልሆን ጠብቀኝ::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ሆይ ምህረትህን አብዛልኝ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የሌለህበት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የዓለም ዝና የዓለም ዕውቀት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ኢሄ ሁሉ ከንቱ ነዉ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ንፋስን እንደመከተል ነው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ከሚጠፉት እንዳልሆን ጠብቀኝ::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ሆይ ምህረትህን አብዛልኝ (2x)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በአንደበቴ እንዳልረክስ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ወንድሜንም እንዳልተነኩስ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ማስተዋልን ስጠኝ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 ቅዱስ ና አስተምረኝ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ከሚጠፉት እንዳልሆን ጠብቀኝ::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ሆይ ምህረትህን አብዛልኝ (2x)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ዓይኔን ወደ አንተ እንዳቀና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 ቅዱስ ናልኝና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ፈውሰኝ ቀድሰኝ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መጠቀሚያ ገንዘብህ አድርገኝ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ከሚጠፉት እንዳልሆን ጠብቀኝ::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ሆይ ምህረትህን አብዛልኝ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