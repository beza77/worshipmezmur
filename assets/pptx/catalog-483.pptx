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እጆቼን አንስቼ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ጥያቄዬን ሁሉ እረስቼ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አልሄድም ክበር ሳልልህ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አልሄድም ክበር ሳልልህ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ሥምህን እጠራለሁ እጠራለሁ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ኢየሱስ እልሃለሁ እልሃለሁ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እልሃለሁ እልሃለሁ እልሃለሁ እልሃለሁ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ማር ጣፈጠኝ ሥምህ አፌ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ከሥምህ የሚበልጥ ሥም ይገኛል ወይ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ሥሞች ተሰብስበው ለሥምህ ሰገዱ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ከሥማቸው ይልቅ ሥምህን ወደዱ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ምስጢሩ ምንድን ነው ምስጢሩ ይኼ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ያስወደደው በሃሪው እኮ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ሥሙና ሕይወቱ አንድ ላይ ይሄዳል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ኢየሱስ ያለ ከወዴት ይገኛል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እሺ ባይነትህ ታዛዥነትህ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ለመጣል ክብር መጣልህ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ዝቅ ዝቅ ማለትህ ከፍ ከፍ አድርጐሃል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ከሥሞች የሚበልጥ ሥምን አሰጥቶሃል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እጆቼን አንስቼ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ጥያቄዬን ሁሉ እረስቼ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አልሄድም ክበር ሳልልህ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ዓላማዬ አንተ ብቻ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አልሄድም ክበር ሳልልህ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ኢየሱስ ኢየሱስ ኢየሱስ 4x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ነፍሴ እንደ ውኃ በሆንልኝ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ፊት እንደ ጅረት ቢፈስልኝ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