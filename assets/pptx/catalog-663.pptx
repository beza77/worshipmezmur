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የሰላም አለቃ የዘለዓለም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ምሥጋናና ክብር የተገባው ስግደት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መካር አምላክ ሃያልም ይባላል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ስልጣን አለቅነት ለእርሱ ተሰጥቶታል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መንገድና ሕይወት እውነትም ነኝ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በዘለዓለም ዙፋን በአባቱ ቀኝ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ብርታትና ጥበብ ኃይልም የተሞላው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 የገነነ ምሥጋናው ብዙ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የክንፉ መዘርጋት ምድርን ይሸፍናል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ሰማያት በክብር ይራመዳል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የነገሥታት ንጉሥ የጌቶች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በትንሳኤ በኩል የእግዚአብሔር ልጅ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ሲዘባበቱበት አፉን አልከፈተም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በከሳሾቹ ፊት ቆሞ አልተሟገተም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ሞትና መውጊያውን . 1 . ያስቀራል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ለእርሱ ጉልበትም ይገዛል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ከነገድ ከቋንቋ ወገኑን ለይቷል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የሕይወትን መዝገብ ማኅተሙን ፈቷል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ቤዛ ሰጥቶ ብዙዎችን ማርኳል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ከሃያላንም ጋር ምርኮን ይካፈላል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ኪሩቤል ሱራፌል የሚያገለግሉት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ቅዱስ ነህ የሚሉት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የነበርነው ደግሞም ይመለሳል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ለዓለም ለዘለዓለም መንግሱ ይጸናል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ማነው ይህ ኢየሱስ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የማመልከው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ማነው ይህ ኢየሱስ ማነው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አምካኬ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ጌታዡ️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ለዘለዓለም ለዘለዓለም ንጉሤ 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