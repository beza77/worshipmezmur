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Ere Bereketu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እንዳለፈ ውኃ መከራዬን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አስረሳኝ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ጠዋት ፀሐይ ሕይወቴን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አበራው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ቀትር ደግሞ አደመቀው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እንደገና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እንደው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 ምን ይሻለኛል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ዝም ብሎ እግዚአብሔር ይባርከኛል ይባርከኛል (2x)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በረከቱ ገደብ አጣ (4x)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አዎ ለማዕበሉ ገደብ አለው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ለወጀቡ ገደብ አለው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ለመከራው ገደብ አለው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ለበረከቱ ገደብ የለው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(4x)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ዝም ብዬ ሳመልክህ እኔ ዝም ብዬ ሳከብርህ እኔ ዝም ብዬ ስወድህ እኔ ዝም ብዬ ስሰጥህ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የሰማያትንም መስኮቶች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ከፈትክና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(3x)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በረከትን አወረድከው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እንደገና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(3x)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እንደገና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(4x)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በረከቱ ገደብ አጣ (4x)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ብዬ ላሳያችሁ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ድንቅ እኮ ነው አምላካችሁ (3x)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እኮ ነው የሞላው በመስፈሪያው ሰፈረው ነቀነቀውና ጨቆነው (4x)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ይባርካል እጁ ያጠግባል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የልብንም መሻት ሁሉ ይሰጣል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የላይኛውን እና የታችኛውን ምንጪ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ማን ይሰጣል እግዚአብሔር ነው እንጂ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አዎ ለሀዘኑ ገደብ አለው ለለቅሶውም ገደብ አለው ለጭንቀቱም ገደብ አለው ለእንቆቅልሽ ገደብ አለው ለችግሩ ገደብ አለው ለማጣቱ ገደብ አለው ለበሽታው ገደብ አለው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ለበረከቱ ገደብ የለው (6x)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በረከቱ ገደብ አጣ (6x)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