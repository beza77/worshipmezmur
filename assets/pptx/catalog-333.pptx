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አየሁ እኔስ እኔስ አየሁ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እድሜ ስንቱን አየሁ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በዙፋኑ ፀንቶ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ግን ሁሌም ያው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ግን ሁሌም ያው ነው (6x)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 ሲታይ ማይደፈር ሲባል ዛሬ አይን ላፈር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አንቱ መባል ትላንት አንሶት ዛሬ አንተነት ሲበዛበት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ወዶ የሾመውን ሰው ወዶ ይሸረዋል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ከእኛ እግዚአብሔር ጋር ግን ማን ይስተካከላል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ከዘለአለምም እስከ ዘለአለም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 መንግስቱ ጽኑ የሚመስለው የለም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ነው እግዚአብሔር ህያው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ኢየሱስ ጌታ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ሺ ቀን እንደአንድ ቀን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ቀንም አንደአንድ ሺ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ጌታ በዘመናት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ፈጣሪያቸው ለእለታት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አይገደብ እርሱ እግዚአብሐር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አመቶቹ አያልቁ ጸንቶ የሚኖር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ያሳልፋል እንጂ እርሱ አንደው አያልፍም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ተላንትናም ዛሬም ያው ነው ለዘላለም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ነው እግዚአብሔር ህያው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ኢየሱስ ጌታ ነው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 ኦሜጋ እርሱ እኮ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ህያው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ላሞጋግሰው ይህን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በጭብጨባ በእልልታ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ክብርና ሞገስም ባለጠግነትም ሊቀበል የሚገባው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ከጌቶቹ ጌታ ከእርሱ በቀር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ግርማው የተለየ ባለ ብዙ ዝና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አጋር እረዳት ብቻዉን ገናና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ነው እግዚአብሔር ህያው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ኢየሱስ ጌታ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ኢየሱስ ጌታ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ህያው ነው እግዚአብሔር ህያው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ኢየሱስ ጌታ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