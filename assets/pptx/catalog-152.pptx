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Dejien Zegechie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ደጃፌን ዘግቼ ስልህ አንተ ትሰማኛለህ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በስውር የነገርኩህን በግልጽ ትቀፍለኛለህ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እገባለሁ በሬን እዘጋለሁ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ደግሞ ላንተ አሳይሃለሁ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ሚረዳኝ የሚረዳኝ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ለኢየሱስ ነገሬን ለሚያውቀው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ልግባና የልቤን ላዋየው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ሚረዳኝ የሚረዳኝ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ለኢየሱስ ነገሬን ለሚያውቀው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ነግሬው አልፋለሁ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እልፍኜ ገብቼ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በሬን ደግሞ ዘግቼ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ለአንተ ለአንተ አዋያለሁ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ባወራው ምን አገኛለሁ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የልቤን ለአንተ ለአንተ አዋያለሁ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ባወራው ምን አገኛለሁ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እገባለሁ በሬን እዘጋለሁ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ደግሞ ለአንተ አሳይሃለሁ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ትካዜዬን በአንተ ላይ እጥላልሁ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የምትደግፍ አንተን ስላየሁ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አላወራም ትርፉ መባከን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 የሚረዳ ጌታ እንዳንተ ማነው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ወዳጅ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ረዳት እኮ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ተስፋ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ረዳት እኮ ማን አለ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እንዳንተ ማንም የለም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እንዳንተ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እንዳንተ ማንም የለም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ወዳጅ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ረዳት እኮ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ተስፋ ማን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በላይ ረዳት እኮ ማን አለ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እንዳንተ ማንም የለም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እንዳንተ ማንም የለም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