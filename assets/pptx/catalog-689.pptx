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Ewedehalehu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እወድሃለሁ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ሁሉ ለአንተ ሰጥቻለሁ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ይላል ልቤ ይፈልግሃል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መደነቅ መገረም ተሞልቷል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ትናንትናም ዛሬም ነገም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ዘለዓለም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አቻ የለህም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ጥንትም ጌታ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ጥንትም ኃያል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አቻ የሌለህ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ቢሆንም ዬሃ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ቢሆንም ዬሃ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ያው ነው ሁሌም ዬሃ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እወድሃለሁ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ሁሉ ለአንተ ሰጥቻለሁ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ይላል ልቤ ይፈልግሃል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መደነቅ መገረም ተሞልቷል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 ፍፁም አይለወጥም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ትናንትም ዛሬ ይኖራል እስከ ዘለዓለም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አይደለህም ወረት አታውቅም አትቀየርም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ቢሆንም ዬሃ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ቢሆንም ዬሃ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ያው ነው ሁሌም ዬሃ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እወድሃለሁ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ሁሉ ለአንተ ሰጥቻለሁ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ይላል ልቤ ይፈልግሃል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መደነቅ መገረም ተሞልቷል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ወድሃለሁ ወድሃለሁ ወድሃለሁ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በሕይወቴ አመልክሃለው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