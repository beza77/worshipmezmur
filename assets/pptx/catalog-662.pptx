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Lesgedeleh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በፊትህ ስመጣ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ዙፋን ስር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ይገርመኛል ጌታ ስራህ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ይደንቀኛል ኢየሱስ ማዳንህ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ዝምብዬ እገረማለሁ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ዝምብዬ እደነቃለሁ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ልስገድልህ ልቀኝልህ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ጌት እንዳንት የለም ብዬ ልገዛልህ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እንዳንተ የለም ብዬ ልገዛልህ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በፊትህ ስመጣ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ዙፋን ስር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ይገርመኛል ጌታ ፍቅርህ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ይደንቀኛል ኢየሱስ መውደድህ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ዝምብዬ እገረማለሁ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ዝምብዬ እደነቃለሁ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ልስገድልህ ልቀኝልህ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ጌት እንዳንት የለም ብዬ ልገዛልህ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እንዳንተ የለም ብዬ ልገዛልህ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በፊትህ ስመጣ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ስወድቅ ዙፋን ስር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ይገርመኛል ጌታ ምህረትህ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ይደንቀኛል ኢየሱስ ተዕግስትህ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ምህረትህን እያየሁ አመልክሃለሁ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ትዕግሥትህን እያሰብኩ አከብርሃለሁ (8x)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