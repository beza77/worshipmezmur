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Alegn Yemelew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መመኪያ የኔ ክብር እግዚአብሔር ነው 4*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የምለው ተስፋ ማረገው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የምመካበት ፊትህን ብቻ ነው 2*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ወደኔ ከመለስክልኝ በኔ ደስ ካለህ ካልተቆጣኸኝ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አይኖችህ ካዩኝ ጆሮህ ከሰማኝ ይሄ ይበቃኛል እረካለሁኝ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የምለው ተስፋ ማረገው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የምመካበት ፊትህን ብቻ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የሚያሰኝህን አይ ዘንድ እወዳለሁ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ደስ እንዲልህ ሁልግዜ እተጋለሁ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ደስ የሚለኝ ሀሳቤ ሚሞላው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በኑሮዬ ስትረካ ብቻ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ከአእላፋት ወርቅና ብር ይልቅ ጌታ ፊትህ ይሻለኛል 2*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ከአእላፋት ወርቅና ብር ይልቅ ትዛዛት ይሻሉኛል 2*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መመኪያ የኔ ክብር ኦሆሆ እግዚአብሔር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መመኪያ አለኝ የምለው እግዚአብሔር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የምለው ተስፋ ማረገው የምመካበት ፊትህን ብቻ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