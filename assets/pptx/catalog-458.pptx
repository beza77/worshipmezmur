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Yihew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Hirut Moges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የአባቶቼ አምላክ አላረጀህ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በፊቴ ገበታን አዘጋጀህ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ጠላቶቼ እያዩ በአይናቸው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እራሴን በዘይጥ ቀባህ በፊታቸው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ምስጋናዬ ለአንተ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አምልኮዬ ለአንተ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ዝማሬዬ ለአንተ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ሙገሳዬ ለአንተ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ይገባሃልና ከእኔ ተቀበል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እግዚአብሔር ከፍ ከፍ በል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አቤቱ አምላኬ ሆይ እኔ ማነኝ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እስከዚህ ያደረስከኝ ያከበርከኝ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ተገርሜ በፍቅርህ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ፊትህ ቀርቤያለሁ ላከብርህ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ለውለታህ ምላሽ አጥቻለሁ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ያለኝን ልሰጥህ መጥቻለሁ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በፊትህ እቀኛለሁ እዘምራለሁ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አሸበሽባለሁ እዘምራለሁ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ሽብሸባዬ ለአንተ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ጭብጨባዬ ለአንተ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እልልታዬ ለአንተ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ጭፈራዬ ለአንተ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ውዳሴዬ ለአንተ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አክብሮቴ ለአንተ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ስግደቴ ለአንተ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መገዛቴ ለአንተ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ይገባሃልና ከእኔ ተቀበል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እግዚኣብሔር ከፍ ከፍ በል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