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Asdesetewalehu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 በምን ላይ ነው የተመሠረተው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 በምን ላይ ነው የተመሠረተው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በአለት ነው በአሸዋ ቤትህ በምን ላይ ነው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 አሸዋ ላይ ነው የተመሠረተው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እስከአሁን ሰላም ነው ችግርም አላየሁ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በጋው ተስማምቶኛል ምን ችግር ይመጣል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ውኃ እኮ በአሸዋ ወዲያው ይመጠጣል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"መስሎሃል"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ይልቅ ወጪ አታውጡ አለት አትቧጥጡ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ወጪን ይቀንሳል አሸዋ እኮ ሞልቷል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የእኔስ ቤት አምራለች በጣም ዘንጣለች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ላለሁበት ጊዜ ተመችታኛለች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"ተው ይቅርብህ"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አሸዋ ከሆነ የቤትህ መሠረት 2x አቤት ጉድ ፈላበት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አሸዋ ከሆነ የቤትህ መሠረት 2x አቤት ጉድ ፈላበት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ክረምት የመጣ ቀን ዝናብ የመጣ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ጐርፉ የመጣ ቀን ንፋስ የመጣ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ጠራርጐ ይወስደዋል አንዱንም ሳያስቀር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ገንዘብህ ከሆነ የሕይወትህ መሠረት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ዕውቀትህ ከሆነ የሕይወትህ መሠረት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ጉድ ፈላበት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ሥልጣንህ ከሆነ የሕይወትህ መሠረት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ጥበብህ ከሆነ የሕይወትህ መሠረት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ጉድ ፈላበት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ችግር የመጣ ቀን ሃዘን የመጣ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 የመጣ ቀን ማጣት የመጣ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ጠራርጐ ይወስደዋል አንዱንም ሳያስቀር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 በምን ላይ ነው የተመሠረተው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 በምን ላይ ነው የተመሠረተው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ባለት ነው በአሸዋ ቤትህ በምን ላይ ነው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 በዓለት ላይ ነው የተመሠረተው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ችግሩም በሽበሽ ነው መከራብ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ጐርፉ ሲወርድብኝ ነፋስ ሲነፍስብኝ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አለት ላይ ስላለሁ ቤቴ አልፈረሰብኝ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"ኧረ ምንም አትሆን"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አለት በቀላሉ አይገኝም ሲሉ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የምደክም መስሎኝ ድሮ ተሞኘሁኝ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የአሸዋ ነጋዴው ነበርና ወሬው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ቤቴን በዓለት ብቻ ሰራሁ ከነአካቴው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"ደግ አድርገሃል"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ከሆነ የቤትህ መሠረት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ከሆነ የቤትህ መሠረት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አለፈለት 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ክረምቱ ቢመጣ ዝናቡም ቢወርድ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ጐርፉ ቢንደረደር ንፋሱም ቢነፍስ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ቤት እንደሆን ፈጽሞ አይላወስ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ከሆነ የሕይወትህ መሠረት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 ከሆነልህ የሕይወትህ መሠረት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አለፈለት 2x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 ቢመጣ ችግር ቢደርስብህ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ቢያጋጥምህ ማጣት ቢያስቸግርህ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አትነቃነቅም አለት ላይ ስላለህ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መሠረቴ 4x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ያየሁት በስጋ ዓይን አይደለም ግን እርግጠኛ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አይቼዋለሁ ፍቅሩ ሲዳስሰኝ 4x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መሠረቴ 4x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ያየሁት በስጋ ዓይን አይደለም ግን እርግጠኛ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አይቼዋለሁ ፍቅሩ ሲዳስሰኝ 4x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አለቱ ነው መሠረቴ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መሠረቴ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