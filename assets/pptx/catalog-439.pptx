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Mengede Neh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መንገዴ ነህ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መፍትሄ ሲጠፉኝ መልሱ ሳይገባኝ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አይደለም ምጠራህ መውጫ ሲጠፋኝ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ሲነጋ ሲመሽ ድምፅህን መስማት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ተለማምጃለሁ ፊትህን መሻት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መፍትሄ ሲጠፉኝ መልሱ ሳይገባኝ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አይደለም ምጠራህ መውጫ ሲጠፋኝ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ሲነጋ ሲመሽ ድምፅህን መስማት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ተለማምጃለሁ ፊትህን መሻት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መንገዴ ነህ አንተ ምርጫዬ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አማክርሀለሁ ጉዳዬን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ሌላስ የት ልሂድ ካንተ ውጪ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አለም የሚያስተምረው አይገባኝ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መንገዴ ነህ አንተ ምርጫዬ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አማክርሀለሁ ጉዳዬን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ሌላስ የት ልሂድ ካንተ ውጪ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አለም የሚያስተምረው አይገባኝ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የራሴ አይደለሁም ከፍሎልኛል ዋጋውን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በማይረክስ ማይጠፉው በከበረው ደሙ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እንዴ ምን ይባላል ህይወቴ ነው ስለው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ከመፈጠሬ በፊት መሰዋት ለሆነው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የራሴ አይደለሁም ከፍሎልኛል ዋጋውን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በማይረክስ ማይጠፉው በከበረው ደሙ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እንዴ ምን ይባላል ህይወቴ ነው ስለው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ከመፈጠሬ በፊት መሰዋት ለሆነው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ያበጃጀኸኝ በራስህ አምሳል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እፍ ያልክብኝ ቅዱስ መንፈስህን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ማደርያህ እንድሆን የፍቅርህ አጋር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ቀድመህ ለየኸኝ ከፍጥረታት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መልአክቶቹ እንኳን ተገርመው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ሲመራመሩ የሰውን ልጅ አይተው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ምነኛ ይሆን የተወደድነው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ወልድ ከዙፉንህ ፈቅደህ የወረድከው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እውነትም ህይወት መንገድ ነኝ ያልከው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የአብን ፍቅር አንተ ተረከው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ለኔም ተስፉዬ እረፍቴ የሆንከው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እድሜ ዘመኔ ሁሉ ያንተ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መንገዴ ነህ አንተ ምርጫዬ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አማክርሀለሁ ጉዳዬን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ሌላስ የት ልሂድ ካንተ ውጪ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አለም የሚያስተምረው አይገባኝ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ሸክላው በሰሪው እጅ ውስጥ እንዳለው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ነው የኔ ህይወት ባንተ የተቃኘው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ከልጅነቴ በእቅፍህ አለሁ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እየመራኸኝ ፊትህን እያየሁ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መካሪዬ ነህ መሸሸጊያዬ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ምነግርህ ሚስጥረኛዬ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የግል የራሴ መንፈስ ቅዱሴ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ብቸኛ ምርጫ ነህ አንተ ለኔ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መንገዴ ነህ አንተ ምርጫዬ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አማክርሀለሁ ጉዳዬን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ሌላስ የት ልሂድ ካንተ ውጪ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አለም የሚያስተምረው አይገባኝ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መንገዴ ነህ አንተ ምርጫዬ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አማክርሀለሁ ጉዳዬን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ሌላስ የት ልሂድ ካንተ ውጪ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አለም የሚያስተምረው አይገባኝ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