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Menfeseh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እንጨት እና ውኃ በሌለበት ቦታ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ናፈቅከኝ ጌታ ናፈቅከኝ ጌታ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ትርጉም ባለበት የውኃ ጠብታ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ነፍሴ ጮኽች አንተን ተጠምታ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አንተ ዘንድ እገሰግሳለው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ለማየት እናፍቃለው (ኦኦው)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መንፈስህን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ወደዋለው መንፈስህን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ተጠምቻለው መንፈስህን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መንፈስህን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ወደዋለው መንፈስህን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ተጠምቻለው መንፈስህን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ህልውናህ ለእኔ ከሁሉ በላይ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መገኘትህ ለእኔ የነፍሴ ደስታ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እጠማሃለው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እወድሃለው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ስንዘምር አንተን ስንጠራ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በጉባያችን ክብርህ ሲገባ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ያለሁ መሰለኝ መንግሥተ ሰማይ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መገኘትህን በመንፈሴ ሳይ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