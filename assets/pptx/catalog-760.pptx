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Ers Berasachehu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እርስ በእርሳችሁ በአንድ ሃሳብ ተስማሙ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የትዕቢትን ነገር አታስቡ (4x)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ግቅራቹህ ያለግብዝነት ይሁን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ክፉውን ነገር ተጸየፉ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ከበጐ ነገር ጋር ተባበሩ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በወንድማማች መዋደድ ተዋደዱ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እርስ በእርሳችሁ በአንድ ሃሳብ ተስማሙ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የትዕቢትን ነገር አታስቡ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እርስ በእርሳቹህ ተከባበሩ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ለስራ ከመትጋት አትለግሙ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በመንፈስ ግምት እንኳን ጥሩ ሁኑ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ደግሞም ለጌታ ተገዙ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እርስ በእርሳችሁ በአንድ ሃሳብ ተስማሙ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የትዕቢትን ነገር አታስቡ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በተስፋም እጅግ ደስ ይበላቹህ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በመከራቹህ ሁሉ ታገሱ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በጸሎትም ሁሉ ደግሞ ጽኑ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ቅዱሳንን በሚያስፈልጋቸው እርዱ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እርስ በእርሳችሁ በአንድ ሃሳብ ተስማሙ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የትዕቢትን ነገር አታስቡ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