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Yenie Nege Lenies Berhan New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Meseret Tsegie &amp; Endalkachew Kidanewold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የእኔ ነገ ለኔስ ብርሃን ነው ለምን እፈራለሁ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ነገ ለኔስ ብርሃን ነው ለምን እጨነቃለሁ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ነገ ለሚሆነው ብጨነቅ ባዝን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ትርፉ ማጉረምረም ነው ጌታንም ማሳዘን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ጨንቀቴን ሁሉ ለጌታ ማስረከብ ነው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ስለእኔ ያስባል እርሱ አባቴ ነው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ነገ ሙሉ ፀሐይ ነው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የሚያዝበትም ጌታ ኢየሱስ ነው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የእኔ ነገ ለኔስ ብርሃን ነው ለምን እፈራለሁ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ነገ ለኔስ ብርሃን ነው ለምን እጨነቃለሁ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የነገ ውለቴ በጌታ እጅ ነው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ጊዜና ሁኔታ በእርሱ ቁጥጥር ነው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የሰማዩ አባቴ በነገው አልፎበታል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ደመናው ይጠፋል ሃዘን ደስታ ይሆናል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ነገ ተስፋ ያለው ነው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ተቆጣጣሪው ጌታ እግዚአብሔር ነው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የእኔ ነገ ለኔስ ብርሃን ነው ለምን እፈራለሁ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ነገ ለኔስ ብርሃን ነው ለምን እጨነቃለሁ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ፈተናም ችግር መከራም ቢሆን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ያለአባቴ ፈቃድ አንዳችም ላይሆን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ፈቃዱም ከሆነ ክፉ ለበጐ ነው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የኔም ነገ ሁልጊዜም ብርሃን ነው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ነገ ብሩህ ፀሐይ ነው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የሚያዝበትም ጌታ ኢየሱስ ነው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የእኔ ነገ ለኔስ ብርሃን ነው ለምን እፈራለሁ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ነገ ለኔስ ብርሃን ነው ለምን እጨነቃለሁ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ሞት እንኳን ቢሆን ለእኔ ጥቅም ነው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ከጌታ ጋር መሆን እጅግ የሚሻል ነው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ጨለማ ይጠብቀኝ ተስፋዬ ብሩህ ነው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የፍጻሜው እድሌ የኔስ ትንሳኤ ነው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ነገ ፍፁም ብርሃን ነው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ይሁን ያለውም ጌታ እግዚአብሔር ነው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የእኔ ነገ ለኔስ ብርሃን ነው ለምን እፈራለሁ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ነገ ለኔስ ብርሃን ነው ለምን እጨነቃለሁ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