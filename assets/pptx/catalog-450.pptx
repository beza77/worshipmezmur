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Des Yebelachehu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ደስ ይበላችሁ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እላለሁ በጌታ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ይበላችሁ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በመጠራታችሁ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ስላላችሁ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በአሸናፊው ጌታችሁ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ሃሤት አድርጉ ደስ ይበላችሁ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ደስ ይበላችሁ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እላለሁ በጌታ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ይበላችሁ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በአንድነታችሁ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ክብራችሁ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ቢነሣባችሁ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አይተኛም ጠባቂያችሁ ደስ ይበላችሁ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ደስ ይበላችሁ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እላለሁ በጌታ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ይበላችሁ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ብታጡም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ብታገኙም ደስ ይበላችሁ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ይክበርባችሁ ደስ ይበላችሁ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ደስ ይበላችሁ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እላለሁ በጌታ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ይበላችሁ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ሰላማችሁ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 አንዳች አትጨነቁ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በእርሱ ላይ ጣሉ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ኢኤልሻዳዩ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ስላለፈው ነገር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ከፊት ስለሚመጣው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በረጅሙ ጉዞ አችሁ ደስ ይበላችሁ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መሪ ያችሁ ደስ ይበላችሁ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ደስ ይበላችሁ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እላለሁ በጌታ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ይበላችሁ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