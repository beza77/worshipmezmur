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Abiet Degenet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እውነትነቱን በመስቀል 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መቶ አለቃው ጌታዬን ቢያይ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ተንበረከከ ሰገደለት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ነካው የጌታ ቅንነት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አሁን ከፍ ከፍ ብሎ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አሸንፎአል ተንጠልጥሎ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ሳያስፈራራ ሰው አንበርካኪ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እንደእርሱ የለም ፍቅር ሰባኪ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ደግነት ቸርነቱ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ለሰው ያሳየው ምህረቱ (6x)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ምህረቱን የቀመሱቱ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ውበቱን ያዩ ሐዋሪያቱ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ስለእርሱ ኖረው መረጡ ሞት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ለፍቅሩ ሆኑ ሰማዕታት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ተነክተው በምህረቱ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ተነክተው በቸርነቱ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ነክቶአቸው ገርነቱ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ነክቶአቸው የዋህነቱ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የቱ ጀግና ነው እጁን ያልሰጠ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የሱስን አይቶ ያልደነገጠ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ልከተልህ ያላለ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ፍቅር አሸናፊ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ከጫፍ ጫፍ ስንቱን ማረከ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በፍቅሩ አንበረከከ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ዓይነት ፍቅር ነው እንጃ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ወደደንው/ሰገድን ያለ ጠመንጃ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ትህትና አይ ቅንነት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ሰውን ያስተማረ ኖሮ በሕይወት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የሚሸጠውን እግር ያጠበ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ሩህሩህ ነው ጌታ ፍቅር ያነገበ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ጌታ የምትወዱት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አስቲ ከእኔ ጋር ኢየሱስን እንዲህ በሉት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እንዳንተ ያለ እንዳንተ ያለ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እንዳንተ ያለ ኧረ ማን አለ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