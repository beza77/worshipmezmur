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Kidus Neh 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ነህ አንተ ቅዱስ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ነህ አንተ ሀያል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ነህ አንተ አምላክ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ነህ አንተ ጌታ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ጌታ8×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ግርማው የሚያስፈራ ፊቱ ነበልባል ነው ፊቱ ነበልባል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እሱን ተመልክቶ የሚድነው ማነው የሚድነው ማነው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ቀስተደመና ነው ዙፋኑን የዞረው ዙፋኑን የዞረው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እኛም ዝቅ ብለን ቅዱስ እንበለው ቅዱስ እንበለው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ነህ አንተ ቅዱስ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ነህ አንተ ሀያል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ነህ አንተ አምላክ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ነህ አንተ ጌታ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ጌታ8×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የእግዚአብሔር ልጅ ጌታ ኢየሱስ ጌታ ኢየሱስ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ከፍም ይበል ዘላለም ይንገሥ ዘላለም ይንገሥ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የሰማይ መላዕክት ያሸብሽቡልህ ያሸብሽቡልህ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አንተ ብቻ ሀያል ይበሉህ ሀያል ይበሉህ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ነህ አንተ ቅዱስ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ነህ አንተ ሀያል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ነህ አንተ አምላክ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ነህ አንተ ጌታ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ጌታ8×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እሰይ ምድር ሁሉ ከክብሩ ሞልታለች ከክብሩ ሞልታለች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የሠራዊት ጌታ ይባረክ ትላለች ይባረክ ትላለች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ተራሮች ኮረብቶች ያጨበጭባሉ ያጨበጭባሉ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ነው አምላክ ነው ቅዱስ ነው እያሉ ቅዱስ ነው እያሉ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ነህ አንተ ቅዱስ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ነህ አንተ ሀያል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ነህ አንተ አምላክ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ነህ አንተ ጌታ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ጌታ8×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ነህ አንተ ቅዱስ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ሀያል ነህ አንተ ሀያል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ነህ አንተ አምላክ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ልዩ ነህ አንተ ልዩ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ልዩ8×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