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Lenie Leyu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በሰማዩ ስፍራ በክብር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ለኔ ልዩ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ለኔ ልዩ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ሰማያትን በሃይሉ ያጸና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በምክሩም ግሩም ነው እሱ ገናና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ማንም የለም ለዘላለም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አዝበሰማዩ ስፍራ በክብር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ለኔ ልዩ ነው 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እስረኛውን የፈታ ያከበረ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ምስኪኑን ሰው በከፍታ ላይ ያኖረ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የባርነትን በትር የሰበረው እግዚአብሔር ነው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አዝበሰማዩ ስፍራ በክብር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ለኔ ልዩ ነው 3x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በተቀደሰ መቅደሱ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ጨለማውን የለየ ቀኑን ብርሃን ይሁን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ዙፋኑ በሰማይ ነው በሰማይ ነው ኦሃሃሃ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እግዚአብሔር ያለ ማነው ያለ ማነው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