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Weha Weha Endayel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ውኃ ውኃ እንዳይል ሕይወቴን አጣፍጠህ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ነው የማይባል ልዩ ጣዕም ሰጥተህ 2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መኖር አስመኘኸኝ መኖር መኖር አለኝ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መኖር የሚያስወድድ ኢየሱስ ስላለኝ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ውኃ ውኃ እንዳይል ሕይወቴን አጣፍጠህ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ነው የማይባል ልዩ ጣዕም ሰጥተህ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መኖር አስመኘኸኝ መኖር መኖር አለኝ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መኖር የሚያስወድድ ኢየሱስ ስላለኝ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እንደገና አመልክሃለሁ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እንደገና አከብርሃለሁ 3X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ይበቃኝ ነበረ እስካሁን የባረከኝ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አልበቃህም ዎይ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ባርከኸኝ ባርከኸኝ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ይበቃኝ ነበረ ራስህን የሰጠኸኝ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አልበቃህም ዎይ ሰጠኸኝ ሰጠኸኝ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እንደገና አመልክሃለሁ እንደገና አሃአሃ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እንደገና እሰጥሃለሁ እንደገና አሃአሃ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ገነት ገብቻለሁ እዚሁ ምድር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አልጠብቅም ገና እስክሄድ ሠማይ ላይ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ገነቴ ኢየሱስ ነው እዚሁ ምድር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አልጠብቅም ገና እስክሄድ ሠማይ ላይ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እንደገና አመልክሃለሁ እንደገና አሃአሃ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እንደገና አከብርሃለሁ እንደገና አሃአሃ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አልጠገብኩምና አልረካሁምና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አመልክሃለሁ ዛሬም እንደገና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አልጠገብኩምና አልረካሁምና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አመሰግናለሁ ዛሬም እንደገና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እንደገና አመልክሃለሁ እንደገና አሃአሃ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እንደገና አሃአሃ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እንደገና አከብርሃለሁ እንደገና አሃአሃ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እንደገና አሃአሃ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