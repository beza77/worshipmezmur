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Lalteterahulet Enie Alnorem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Hirut Moges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አምላኬን ከልብ ኦሆሆ አመልካለሁ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ልዘምርለት ኦሆሆ ተለይቻለሁ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አከብረዋለሁ ኦሆሆ ዛሬም በደስታ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ሥራዬ ሆኖአል ኦሆሆ መኖር ለጌታ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ያዘምረኛል ቅባቱ ያዘምረኛል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ያዘምረኛል ምሕረቱ ያዘምረኛል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ያዘምረኛል እሳቱ ያዘምረኛል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ጌታ እኔን ኢየሱስ አመልክህ ዘንድ ጠርተኸኛል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አከብርህ ዘንድ መርጠኸኛል አመልክህ ዘንድ ጠርተኸኛል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አንተ ኦሆሆ መድሃኒቴን አሀሀ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መመኪያዬ ኦሆሆ ማለፊያዬም አሀሀ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በሙሉ ሃይሌ ኦሆሆ በአዳዲስ ዕቅዴ አሃሃ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አመልክሃለሁ ኦሆሆ አከብርሃለሁ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ሥራዬ እኮ ነው በቃ (4x)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እኔማ ለሃሜት ጊዜ የለኝም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በማንም ለመፍረድ ጌታ አልጠራኝም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የታዘዝኩትን ቁምነገር ልሰራ ጊዜ አልበቃኝም 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ፅድቅን አላወራም ለተንኮል ለአመጽ ለክፋት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አልተጠራሁም ለወሬ አልተጠራሁም ለሃሜት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አልተጠራሁም ለትችት አልተጠራሁም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ላልተጠራሁለት እኔ አልኖርም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የጠራኝን ጌታ አላሳፍርም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ታማኝ አርጎ ቆጥሮ በቤቱሲሾመኝ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ለራሱ ለይቶ ሲያቆመኝ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ለምን ልሂድ ወደ ውርደት ስፍራ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ወደተውኳት አለም ሃጥያት ልሰራ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አልተጠራሁም ለአለም አልተጠራሁም ለሀጥያት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ለውሽት ለስርቆት ለዝሙት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አልተጠራሁም ለርኩሰት አልተጠራሁም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ላልተጠራሁለት አልኖርም የጠራኝን ጌታ አላሳፍርም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እንደሆንኩኝ እኔ እራሴን አውቃለሁ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እግዚኣብሔር ሲያከብረኝ እንዴት እቀላለሁ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ለትልቅ አላማ ጌታ እኔን መርጦኛል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ደግሞም ለሰማዩም መንግስት አጭቶኛል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አልተጠራሁም ለጥፋት አልተጠራሁም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ለመቅሰፍት ለሽንፈት ለውርደት ለውድቀት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አልተጠራሁም ለርግማን አልተጠራሁም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ላልተጠራሁለት እኔ አልኖርም የጠራኝን ጌታ አላሳፍርም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