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Haileyesuse Taddesse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እራሴን በራሴ እንዳላስገኘሁኝ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እንደተሰራሁ ለአንተም እንደሆንኩኝ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ይገባኛል እና እዘዝ በህይወቴ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ከልካይ የለብህም የአንተ ነው እኔነቴ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3x የእኔ ጌታ ንገስ 3x የእኔ ጌታ ክበር 3x የእኔ ጌታ ንገስ 3x የእኔ ጌታ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የምቆጥበው የምሰስተው ክብር የለኝም ሁሉ የአንተ ነው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3x የእኔ ጌታ ንገስ 3x የእኔ ጌታ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ወዲህ ገዢ ከአንተ ሌላ አባት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ሊነግስ ይወዳል ነፍሴንስ ሊሞላት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እንደው የአንተ ነኝ በደም የገዛኽኝ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የፍቅርህ ምቾቱ ሌላም አያሰኘኝ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3x የእኔ ጌታ ንገስ 3x የእኔ ጌታ ክበር 3x የእኔ ጌታ ንገስ 3x የእኔ ጌታ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የማይገባኝ ያኔ ሳለው ከንቱ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የከፈለልኝ እዳዬን በሞቱ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አይደለህ ወይ ወርደህ ያነሳኽኝ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ክብሬ የቱ ነው ሁሉን ለአንተ አልኩኝ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3x የእኔ ጌታ ንገስ 3x የእኔ ጌታ ክበር 3x የእኔ ጌታ ንገስ 3x የእኔ ጌታ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በምስጋና ቅኔ ውዳሴ በመዝሙር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እጨምራለሁኝ ይሁን ለአንተ ክብር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ምኞቴ የስምህ ክብር መታሰቢያህም ነው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በቀንም በሌትም ናፍቆቴ ይሄ ነው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3x የእኔ ጌታ ንገስ 3x የእኔ ጌታ ክበር 3x የእኔ ጌታ ንገስ 3x የእኔ ጌታ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የምቆጥበው የምሰስተው ክብር የለኝም ሁሉ የአንተ ነው 2x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3x የእኔ ጌታ ንገስ 3x የእኔ ጌታ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ዓይነት ዜማ በምን ዓይነት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ዓይነት ዜማ በብዙ ዓይነት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ዓይነት ግጥም በምን ዓይነት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በብዙ ዓይነት ግጥም በብዙ ዓይነት 2x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ባመሰግንህ ይበቃል አልልም እንዲያንስህ አውቃለው ይህ ለአንተ ትንሽ ነው 4x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ለአንተ ትንሽ ነው 10x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