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Alem Yalawekew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“ዓለም ያላወቀችው”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ዓለም ያላወቀችው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ትልቅ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ዓለም ያልተረዳችው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ትልቅ ምስጢር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ህይወት ከኢየሱስ ጋር እንዴት እንደሚያምር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..... ከጌታ ጋር ሲያስቀና ሲያምር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አቤት..... ከኢየሱስ ጋር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ይጣፍጣል ከምር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ምስቅልቅል ላለው ህይወት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መፍትሄ ለጠፋበት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ፍቱን መዳኒት ለነፍስ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ነው ስሙም የሱስ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ብቸኛው መድህን ኢየሱስ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ህይወት ትርጉም ይሰጣል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መኖርም ይጣፍጣል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ዕንባም ከዓይን ይታበሳል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የደስታ ዘይት ይፈሳል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ነፍስም ትረጋጋለች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ዕፎይ ብላ ታድራለች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ታርፋለች በፀጥታ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በሚያረጋጋው ጌታ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