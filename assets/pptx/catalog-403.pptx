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Yezelalem Fetari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Hana Tekle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በይሁዳ የታወቅህ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ድንኳንህ በሳሌም ማደሪያህ በጽዮን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ብርሃን ተላብሰህ ደምቀህ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ግርማዊነትህ ከዘለዓለም ተራሮች ሁሉ ይልቃል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ልበ ሙሉ የሆኑት ሁሉ አለቁ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ከተግጻጽህ የተነሳ ፈረስና ፈረሰኛው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ጭልጥ ድብን ብለው ተኙ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የያዕቆብ አምላክ ሆይ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በአንተ ፊት ማንስ መቆም ይችላል 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መፈራት ያለብህ አንተ ብቻ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መወደስ ያለብህ አንተ ብቻ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እልሃለው ዛሬም እኔም ቆሜ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አንተው በሰጠኸኝ ዘመንና ቅኔ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ልዑል ሆይ ማደሪያህ ይባረክ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ቅዱስ ሥምህ ይባረክ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ልዑል ሆይ ማደሪያህ ይባረክ 4x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ከኃያላኑ በፊት ኃያል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ከብርቱዎቹ በፊት ብርቱ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የነበርህ አንተ ነህ የምትኖር አንተ ነህ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ፈጣሪያቸው አንተ ነህ ገዢያቸው አንተ ነህ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አንተ ነህ አንተ ነህ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እነዚያ ዘመናቸው አልቆ ተረቱ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ቀልድ አባሩ አለፉ ተረሱ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ሲራቡ ሌላ: ነገን: ማየት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ባሉበት መዘግየት ከመሞት መሰንበት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አልቻሉም አልቻሉም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አለመሞት አልቻሉም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ነገን ማየት አልቻሉም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አልቻሉም አልቻሉም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ዝቅ ብዬ ሳይ አፈሩን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አልኩኝ አወይ አቤት አቤት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ስንት ጀግና ስንት ጐበዝ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ስንት አይደፈር ኖሯል በታች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ከምረግጠው መሬት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አሻቅቤ ሳይ ወደላይ ወደላይኛው ሠማይ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አየሁ የዘመን ልክ የዘመን ቁጥር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የዘመኑ ባለቤት የቁጥሩም ባለቤት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የሁሉን በላይ ሞትን የማያይ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መወደስ ያለበት እርሱ ብቻ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መመለክ ያለበት እርሱ ብቻ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እልሃለው እኔም ዛሬም እኔም ቆሜ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አንተው በሰጠኸኝ ዘመንና ቅኔ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ልዑል ሆይ ማደሪያህ ይባረክ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ቅዱስ ሥምህ ይባረክ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ማደሪያህ ይባረክ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ልዑል ሆይ ተባረክ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ዘለዓለምም ቢሆን የእርሱ ልክ አይደለም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መች በዚህ ይለካል የሠማይ የምድሩ የሁሉ ፈጣሪ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እርሱ እንዲህ ነው ዘለዓለምን ፈጥሮ ወዶ በፈቃዱ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ዘለዓለምን ዘለዓለም ያኖረዋል እንጂ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ጭራሽ አይለካም እግዜሩ ክብሩ አይመዘንም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ክብሩ ለብቻው ነው ዝናው ለብቻው ነው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እስኪ አለው: ይበለኝ አንድ ሥጋ ለባሽ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እግዚአብሔር ያለ እስኪ የትኛው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የዘለዓለም ነዋሪ የዘለዓለም ፈጣሪ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የሁሉ በላይ ሞትን የማያዪ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መወደስ ያለበት እርሱ ብቻ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መከበር ያለበት እርሱ ብቻ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እልሃለው እኔም ዛሬም እኔም ቆሜ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አንተው በሰጠኸኝ ዘመንና ቅኔ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ልዑል ሆይ ማደሪያህ ይባረክ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ቅዱስ ሥምህ ይባረክ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ልዑል ሆይ ተባረክ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