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Memheru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Bereket Tesfaye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የሞተን በቃሉ የሚያነሳ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ደግሞም የሚፈውስ......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ሳይታይ ጠባሳ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ምስክር ለሚሻ እኔ አለሁ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በስሙ አምኜ ተፈውሻለሁ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እንኳን ፊቱ ያለሁቱ እንኳን ስሙን ያመንኩቱ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ዳኑ ከጀርባ የነኩቱ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ብሉ የተጣራ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በልቷል ፈውስን እንደ እንጀራ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ፈውስን እንደ እንጀራ እንደ እንጀራ 2X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ሀገር የሚያውቃት ከቤተ መቅደስ ስትመላለስ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ለፈውሷ ሳይሆን አምላኳን ወዳ ቀድማ የምትደርስ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ያሸማቀቃት ያስጎበጣትን ጀርባዋ ላይ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ይዛ ስትገባ ለካ ቀደሟታል ቅኖች የሚያይ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ቢዳስሳት ጌታዋ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ተፈወሰ ጀርባዋ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ወደቀላት ቀንበሩ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ስለመጣ መምህሩ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አዳኝ መጥቷል መምህሩ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ፍቅር መጥቷል መምህሩ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ንጉስ መጥቷል መምህሩ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ፈዋሽ መጥቷል መምህሩ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ደከመኝ ሳትል ተመላለሰች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ህመሟን ይዛ እቤቱ መጣች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ልክ እንደ ልማዷ ከምኩራብ ስትደርስ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የዛን ዕለት ሰባኪው መምህሩ ኢየሱስ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ቢዳስሳት ጌታዋ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ተፈወሰ ጀርባዋ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ወደቀላት ቀንበሩ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ስለመጣ መምህሩ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አዳኝ መጥቷል መምህሩ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ፈዋሽ መጥቷል መምህሩ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......... መጥቷል መምህሩ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ፍቅር መጥቷል መምህሩ 5X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ልጅቷ ሞታለች አታድክም መምህሩን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ለወላጅ አባቷ ብለው አረዱት መርዶን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አትፍራ ብቻ እመን ሰምቶ አለው ጌታ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እቤታቸው ሄደ ባዛ ለቅሶ ጫጫታ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ተኛች እንጂ መች ሞተች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ቢላት ሳቁ ለቀስተኞች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ወደ ውስጥ ገባና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ተነሽ አንቺ ብላቴና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በድኗ ልጅ ተነሳች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የጌታን ድምፅ ሰማች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ሙታን አቤት ሚሉት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የዓለም መድሃኒት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እንኳን ፊቱን የጀርባውን ቀሚስ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አይተው የለ ወይ የነካው ሲፈወስ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አልዳነችም ወይ ያቺ ምስኪን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በዕምነት ብትነካው ቀሚሱን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እንኳንስ ፊቱን ጀርባው መድኃኒት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አምኖ ለነካው የሚሰጥ ሂወት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የሚያገፋፋው አላማኝ መች ታጣ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በዕምነት ለነካች ከጀርባው ኃይል ወጣ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ፈውስ እንደ እንጀራ.....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እንኳን ፊቱ ያለሁቱ......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ይህን ወንጌል ያልሰማ እንዲሰማ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አውጃለሁ ከገጠር ከተማ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እንደሚያድን እንደሚታደግ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እሰብካለሁ ስለ እግዚአብሔር በግ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ያድናል የምለው እኔ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አድኖኝ ስላየሁ ባይኔ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ያድናል እኔ ያልኩት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አድኖኝ ስላየሁት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ያድናል 8X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