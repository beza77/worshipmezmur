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Amtu Begena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Kidist Kassa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አዝ-አምጡ በገና ምክንያት አለኝ ለመደርደር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መዳኔ ብቻ በቂ ነዉ ለእኔ ለመዘመር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አረሳዉም እኔ ያኔ ለእኔ የሞተዉ ስለ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እንደዉ ቀላል አይደል ይሄ ሚስጥር የዳንኩበት ቀኔ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ከዚህ ሌላ ደስታ የለም ለእኔ ልጁ የመሆኔ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ድስ ደስ ይለኛል ይሄን ሳስብ በቂ ነዉ መዳኔ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ተነሺ ይለኛል ለጌታ ዘምሪ ያደረገልሽን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ማዳኑን አዉሪ ከበሮ ይመታ በገናዉ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ይደርደር ምስጋዉን አምጡ ለስሙ ይዘመር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እኔ ያሉ ይዘምሩ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ከሞት የዳኑ ይዘምሩ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ለምስጋና ኑ ይዘምሩ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ለእርሱ ዘምሩ ይዘምሩ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አዝ-አምጡ በገና ምክንያት አለኝ ለመደርደር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መዳኔ ብቻ በቂ ነዉ ለእኔ ለመዘመር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ሰላሜን ሊያጠፋ ሊሰርቀኝ ጠላቴ ቢዞርም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ዉስጤ ተደላድሏል ተደግፎ በእግዚአብሔር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የሚታየዉ ነገር የሚሰማዉ አይደል ማስረጃዬ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ወንዝ የሚፈስ ደስታ አለኝ ይምስገን ጌታዬ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ተነሺ ይለኛል ለጌታ ዘምሪ ያደረገልሽን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ማዳኑን አዉሪ ከበሮ ይመታ በገናዉ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ይደርደር ምስጋዉን አምጡ ለስሙ ይዘመር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እኔ ያሉ ይዘምሩ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ከሞት የዳኑ ይዘምሩ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ለምስጋና ኑ ይዘምሩ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ለእርሱ ዘምሩ ይዘምሩ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