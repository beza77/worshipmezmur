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Betselot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ሰውማ የእራሱ ችግር በዝቶበት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ያዋየዋል ለጠናበት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ለእራሱ መሆን አቅቶት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ጭንቀት ሰፎት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ሊረዳው ማን አቤት ብሎት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ውይ ሰው አልኩኝ እኔም በችግሬ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ሲሰወር ከሰፈሬ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አለሁ ያለኝ በደህና : ቀን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ውሉ ጠፋብኝ በከፋኝ ቀን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ዘወር ስል ከሰውም ከእራሴ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ነው ለካ መልሴ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በይ ፀሎቴ (2x)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አገናኚኝ ቶሎ ከአባቴ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ባለቅስ ተደፍቼ እግሩ ሥር ወድቄ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ስነሳ ፊቴ በርቶ ልቤ በእርሱ ረክቶ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ቢመለስም ባይመለስም ጥያቄው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ውስጤ ሰላም ነው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ከእኔ በላይ የሚያስብልኝ እርሱ አዋቂ ነው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 አልሰወር አልጥፋ እንጂ እኔ ከሥሩ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ነገሬን እኔ አልፈዋለሁ ሙሉ ዘመኑን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(በፀሎት)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መልስ ይመለሳል በፀሎት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ልብ ይጠበቃል በፀሎት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በፀሎት በመንበርከክ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ቅርብ ነው አጠገቤ ነው ጌታዬ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የሚለኝ ወዳጄ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'ለማን?' 'ለምን?' ብዬ እጨነቃለሁ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ልመናዬን አስታውቃለሁ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አእምሮን የሚያልፍ የአምላክ ሰላም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ልቤን ሃሳቤን ይጠብቃል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ይለኛል በእርሱ ሁልጊዜ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ላይቀር ያለልኝ ባለው ጊዜ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ሲገባኝ እውነቱ ለእራሴ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ነው ለካ መልሴ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በይ ፀሎቴ (2x)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አገናኚኝ ቶሎ ከአባቴ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ባለቅስ ተደፍቼ እግሩ ሥር ወድቄ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ስነሳ ፊቴ በርቶ ልቤ በእርሱ ረክቶ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ቢመለስም ባይመለስም ጥያቄው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ውስጤ ሰላም ነው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ከእኔ በላይ የሚያስብልኝ እርሱ አዋቂ ነው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 አልሰወር አልጥፋ እንጂ እኔ ከሥሩ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ነገሬን እኔ አልፈዋለሁ ሙሉ ዘመኑን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(በፀሎት)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መልስ ይመለሳል በፀሎት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ልብ ይጠበቃል በፀሎት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በፀሎት በመንበርከክ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በፀሎት በፀሎት በፀሎት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