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Terarawen Setegn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ተራራውን ስጠኝ ተራራውን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ያን ተራራ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ስጠን ስጠኝ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እንደቀድሞው ጉልበታም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እንደጥንቱ እምነት አለኝ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ትወርሻለሽ ብሎ ቃል የገባልኝ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የሰጠኝ ብዙ ርስት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አቅሜ ያለቀ የደከምኩ ብመስልም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እምነቴ ብርቱ ነው አልነቃነቃም 3x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ተራራውን ስጠኝ ተራራውን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ያን ተራራ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ስጠን ስጠኝ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እንደቀድሞው ጉልበታም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እንደጥንቱ እምነት አለኝ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ከፍ ብሎ አይሎ ይታያል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ግን የለውም ጠላት ይወድቃል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እንጀራ ነው ተቆርሶ ሚበላ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ለጠላቴ ዛቻ ጉልበቴም አይላላ 3x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ተራራውን ስጠኝ ተራራውን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ያን ተራራ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ስጠን ስጠኝ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እንደቀድሞው ጉልበታም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እንደጥንቱ እምነት አለኝ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በሌለበት ሰላም ነው ትላለች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ድምጿን ከፍ አድርጋ አብዝታ ዝታለኝ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እባክህ አምላኬ ውጣ ከእኔ ጋራ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ኤልዛቤልን ስጠኝ የህዝብህን . 1 .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ስጠኝ ኤልዛቤልን የህዝብህን . 1 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ተራራውን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ያን ተራራ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ስጠን ስጠኝ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እንደቀድሞው ጉልበታም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እንደጥንቱ እምነት አለኝ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ባለራዕይ ደክሞ ጦረኛው ተማርኳል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እምነቱ ዝሎበት ልቡ ሸፍቷል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አስታጥቀኝ ለውጊያ አርገኝ ጦረኛ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ለፈረሰው ቅጥር ለቤትህ ጉበኛ 3x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ተራራውን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ያን ተራራ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ስጠን ስጠኝ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እንደቀድሞው ጉልበታም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እንደጥንቱ እምነት አለኝ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ተዋግቶ ማሸነፍ ተለምምጃለሁ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ተስፋ ቃልህ በሕይወት እኖራለሁ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ስጠኝ ያን ተራራ አልታረሰም ገና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ለመውጣት ለመውረስ ኃይል የአንተ ነውና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ለመውጣት ለመውረስ ጉልበቴ ነህና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ተራራውን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ስጠኝ ያን ተራራ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ተራራውን ስጠን ስጠኝ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እንደቀድሞው ጉልበታም ነኝ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እንደጥንቱ እምነት አለኝ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