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Alesham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Mesfin Gutu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በረሃብ ቀጠና አይደለሁም እኔ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ልምላሜ ረግፎ አልገደለኝ ጠኔ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በአረንጓዴው ገነት ምንጭ በሚፈልቅበት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እንድኖር ተፈርዷል በኢየሱስ ዳኝነት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አልሻም ከአንተ ውጭ ብልጭልጩን ዓለም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በቅቶታል ያልቤ አልፈልግም ዳግም 2x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አልፈልግም ዳግም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አልፈልግም ዳግም እምቢ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ለምንድን ነው አሉኝ ክርስትያን የሆንከው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ሁልጊዜ ኢየሱስ ኢየሱስ ምትለው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እስቲ ልንገራችሁ ይህንን ሚስጥር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. 2 . አይሎ ነው የመስቀሉ ፍቅር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አልሻም ከአንተ/ከእርሱ ውጭ ብልጭልጩን ዓለም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በቅቶታል ያልቤ አልፈልግም ዳግም 2x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አልፈልግም ዳግም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አልፈልግም ዳግም እምቢ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ነፍሴ አዋጅ ሰምታ የሞትን ቀጠሮ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ፍጥረት ሲያወራ የሽንፈት እሮሮ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ሕይወት ያበዛልኝ ማነው ከተባለ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አዳኙ ኢየሱስ ነው በዙፋኑ ያለ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አልሻም ከእርሱ ውጭ ብልጭልጩን ዓለም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በቅቶታል ያልቤ አልፈልግም ዳግም 2x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አልፈልግም ዳግም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አልፈልግም ዳግም እምቢ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እስግዲህ በኢየሱስ ተደላድያለሁ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ዓለም የማይሰጠውን ሰላም አግኝቻለሁ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ታዲያ ለምን ልሩጥ ለምን ልቅበዝበዝ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እስቲ በኢየሱስ ላይ እርፍ ልበል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እርፍ እርፍ እርፍ እርፍ ድግፍ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ጥግት ጥግት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