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Yibzalegn Metazezie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ቀኜን ላንተ ትጉ አድርገው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ሳለ ልሩጥህ መንግስትህን ላስፋው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ደጆቼ ተከፍተው ብርሃኔም በርቶ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የመንግስትህ ጉዳይ ያጥምደኝ በዝቶ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ይብዛልኝ መታዘዜ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ይብዛልኝ ላንተ መሮጤ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ይብዛልኝ የመንግስትህ ጉዳይ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ይክበደኝ ከሌላው በላይ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ኢያኤል ያቺ ሴት ግራዋም ቀኟም ታዛዥ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በድንኳን ከሚኖሩ ከሴቶች ይልቅ የተለየች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ውሀ ለለመነ ወተት ሰጪ በከበረ ዳካ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ሲሳራን የዘረረችው በእግሯ ስር አጋድማ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ግራዋን ለካስማ ቀኝ እጇን ለመዶሻ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በጥበብ የተሞላች ጠላትን የዘረረች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የሆነች ታታሪ ለመንግስትህ ሰሪ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የሆነች ሰራተኛ ለስራህ የማትተኛ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ግራ ቀኜን ላንተ ትጉ አድርገው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ቀን ሳለ ልሩጥህ መንግስትህን ላስፋው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ደጆቼ ተከፍተው ብርሃኔም በርቶ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የመንግስትህ ጉዳይ ያጥምደኝ በዝቶ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ይብዛልኝ መታዘዜ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ይብዛልኝ ላንተ መሮጤ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ይብዛልኝ የመንግስትህ ጉዳይ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ይክበደኝ ከሌላው በላይ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በችግር በመከራ በፅናት ወንጌል ሰባኪ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በድንጋይ ተወግሮ ማልዶ ለወንጌል ዘማች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ግርፋት ደዌ ማያስቆመው በዕፉኝት መነደፍ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እለት እለት ሚያሳስበው የመንግስትህ መስፋት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ደስ የሚለው ታስሮ እንኳን የማይከፋው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ጳውሎስ የጀገነ እስከ ሞት የቆረጠ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የሆነ ሰራተኛ ለወንጌል የማይተኛ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የሆነ ታታሪ ለመንግስትህ ሎሌ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በዚህች አጭር እድሜ መላኬን ዘንግቼ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ለራሴ ጉዳይ እንዳይሆን ሩጫዬ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ከእናቴ ማህፀን ጀምሮ ከለየኝ የኔ ብሎ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እሮጣለሁኝ ከስጋ ከደም አልማከርም *2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ይብዛልኝ መታዘዜ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ይብዛልኝ ላንተ መሮጤ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ይብዛልኝ የመንግስትህ ጉዳይ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ይክበደኝ ከሌላው በላይ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