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Afetarik Aydelem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 ታሪክ አይደለ ወይንም ተረት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የኢየሱሴ ኃይልና ብርታት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አሁንም በሥራ 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የሚያግደው እስኪ ማነው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የተፈጥሮ ሕግ አያግደው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ጌታችን ከሁሉ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የማይበገረው አንበሳ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ከሞት ተነሳ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የበላይ ኢየሱስ የበላይ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አዶናይ ኢየሱስ የበላይ 4x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ኃያላን በሞት ሲሻሩ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አልቻሉም መቃብር ቀሩ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ግን የይሁዳ አንበሳ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አሸነፈ ሞትን ድል ነሳ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 በከፍታ ላይ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ገኖ የሚታይ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 በከፍታ ላይ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ውድዬ ገኖ የሚታይ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የንጋት ኮከብ ብርሃን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ለዘለዓለም ነው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እንደ ፀሐይ የሚያበራ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ኢየሱስ ባለ ግርማ ነው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ማኅተሙን በአንዴ የፈታ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ኢየሱስ ብቸኛ ጌታ ነው 3x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 በከፍታ ላይ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ገኖ የሚታይ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 በከፍታ ላይ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ውድዬ ገኖ የሚታይ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ባሕር ላይ የሚራመደው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የቱ ጀግና ነው የሚሞክረው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ኢየሱስ ውኃ አይዘው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ይራመዳል እንደፈለገው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አዶናይ ኢየሱስ የበላይ 8x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 ታሪክ አይደለ ወይንም ተረት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የኢየሱሴ ኃይልና ብርታት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አሁንም በሥራ 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የሚያግደው እስኪ ማነው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የንጋት ኮከብ ብርሃን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ለዘለዓለም ነው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እንደ ፀሐይ የሚያበራ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ኢየሱስ ባለ ግርማ ነው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ማኅተሙን በአንዴ የፈታ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ኢየሱስ ብቸኛ ጌታ ነው 3x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 በከፍታ ላይ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ገኖ የሚታይ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 በከፍታ ላይ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ውድዬ ገኖ የሚታይ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የተፈጥሮ ሕግ አያግደው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ጌታችን ከሁሉ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የማይበገረው አንበሳ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ከሞት ተነሳ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 በከፍታ ላይ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ገኖ የሚታይ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 በከፍታ ላይ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ውድዬ ገኖ የሚታይ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የንጋት ኮከብ ብርሃን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ለዘለዓለም ነው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እንደ ፀሐይ የሚያበራ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ኢየሱስ ባለ ግርማ ነው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ማኅተሙን በአንዴ የፈታ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ኢየሱስ ብቸኛ ጌታ ነው 3x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የበላይ ኢየሱስ የበላይ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አዶናይ ኢየሱስ የበላይ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