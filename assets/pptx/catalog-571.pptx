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Tenfash Eskemiyatregn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ትንፋሽ እስከሚያጥረኝ ቃላት እስከማጣ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ተደንቂያለሁኝ ወደ እኔ ስትመጣ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ማይሆንን ነገር ይሆናል ብለህ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ማይቻለውን ይቻላል ብለህ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አስደነከኝ እንዲህ አድርገህ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አምላኬ አርገህልኛል የልቤን ሃሳብ ሞልተህልኛል አቤት ጌታዬ አርገህልኛል የልቤን ሁሉ ሞልተህልኛል የልቤን ሃሳብ ሞልተህልኛል የልቤን ሁሉ ሞልተህልኛል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ተናጥቀህ ለእኔ ብለህ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ነገር ይኸው አደረገ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አምላኬ አርገህልኛል የልቤን ሃሳብ ሞልተህልኛል አቤት ጌታዬ አርገህልኛል የልቤን ሁሉ ሞልተህልኛል የልቤን ሃሳብ ሞልተህልኛል የልቤን ሁሉ ሞልተህልኛል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ትንፋሽ እስከሚያጥረኝ ቃላት እስከማጣ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ተደንቂያለሁኝ ወደ እኔ ስትመጣ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ብልጠት በእኔ ጉብዝና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ኢሄ ሁሉ አልሆንምና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እከፍላለሁ አሃ ለአንተ ምሥጋና (2x)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እከፍላለሁ አሃ ምሥጋናህን እከፍላለሁ ኦሆ አምልኮህን እከፍላለሁ አሃ ዝማሬህን እከፍላለሁ ኦሆ ተመሥገንህን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ክፍል አደርጋለሁ በደስታ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ኢሄም ያንስበታል ለዚህ ጌታ (2x)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እየበሉ እተጠጡ ዝም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ኢሄ ነገር እኔ አይገባኝም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እከፍላለሁ እኔስ በደስታ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ተመሥገኔ ይገባዋል ጌታ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እከፍላለሁ አሃ ምሥጋናህን እከፍላለሁ ኦሆ አምልኮህን እከፍላለሁ አሃ ዝማሬህን እከፍላለሁ ኦሆ ተመሥገንህን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ክፍል አደርጋለሁ በደስታ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ኢሄም ያንስበታል ለዚህ ጌታ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ክፍል አደርጋለሁ እንደገና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ሌላም ሌላም ነገር ጭምርና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ብልጠት በእኔ ጉብዝና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ኢሄ ሁሉ አልሆንምና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እከፍላለሁ አሃ ለአንተ ምሥጋና (2x)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አምላኬ አርገህልኛል የልቤን ሃሳብ ሞልተህልኛል አቤት ጌታዬ አርገህልኛል የልቤን ሁሉ ሞልተህልኛል የልቤን ሃሳብ ሞልተህልኛል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ሁሉ ሞልተህልኛል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