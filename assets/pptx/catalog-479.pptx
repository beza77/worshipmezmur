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Alagegnehum Felegie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አላገኘሁም ፈልጌ ፈልጌ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የምሰጠውን መስዋት አድርጌ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እራሴን ሰውነቴን መሰዊያው ላይ ላኑርልህ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ቅድስና ደስ የሚያሰኝ ሕያው መስዋት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ይሁንልህ ይሁንልህ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አላገኘሁም ፈልጌ ፈልጌ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የምሰጠውን መስዋት አድርጌ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ያለው በዙፋኑ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ተከብሮ ያለ በሠማይ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አይነስበት ክብርም ይጨመርለት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አይነስበት ክብርም ይጨመርለት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ዝማሬም አይነስበት ክብርም ይጨመርለት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የማይመረመረው ድንቅ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የማይቆጠረው ተዓምራት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ያደረገው ማነው እግዚአብሔር ነው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የሰራ ማነው እግዚአብሔር ነው አሃ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ሁሉ ለእርሱ ይሁን (4x)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አላገኘሁም ፈልጌ ፈልጌ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የምሰጠውን መስዋት አድርጌ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እራሴን ሰውነቴን መሰዊያው ላይ ላኑርልህ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ቅድስና ደስ የሚያሰኝ ሕያው መስዋት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ይሁንልህ ይሁንልህ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ኃይል የሌለውን ምንኛ ረዳኸው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ጥበብ ያጣውን ምንኛ መከርከው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የደከመውን ምንኛ አገዝከው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የተጣለውን ምንኛ አነሳኸው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ረድኤቴ አንተ አይደለህም ዎይ (4x)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የረዳኝ የረዳኝ ጌታዬ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ባለውለታዬ ባለውለታዬ ባለውለታዬ (2x)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ሕይወቴን የሞላህልኝ ኢየሱስ ተመስገንልኝ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ጉልበቴን ያጸናህልኝ ኢየሱስ ተመስገንልኝ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መንገዴን ያቀናህልኝ ኢየሱስ ተመስገንልኝ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ጽዋዬን የሞላህልኝ ኢየሱስ ተመስገንልኝ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እጅህን ትከፍታለህ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ትከፍታለህ ኦሆ ትከፍታለህ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ሕይወት ላለው ሁሉ መልካም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ታጠግባለህ ኦሆ ታጠግባለህ አሃ (2x)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አፌን ሳቅ ሞላው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ዓይኔም አየችው ጌታ ይሄ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እንደገና አፌን ሳቅ ሞላው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ዓይኔም አየችው ጌታ ይሄ ነው (3x)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ይሄ ነው ጌታ ይሄ ነው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ህልም ነው ወይ እውን እንዴት ይገርማል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ሲሰራ አንድ ቃል ያበቃል (2x)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ያለው በዙፋኑ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ተከብሮ ያለ በሠማይ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አይነስበት ክብርም ይጨመርለት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አይነስበት ክብርም ይጨመርለት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ዝማሬም አይነስበት ክብርም ይጨመርለት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አይነስበት ክብርም ይጨመርለት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አይነስበት ክብርም ይጨመርለት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ዝማሬም አይነስበት ክብርም ይጨመርለት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