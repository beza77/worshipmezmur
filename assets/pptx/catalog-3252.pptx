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Kesat Wust Yeneteqegn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Workneh Alaro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ከእሳት ውስጥ የነጠቀኝ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ኑር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ያዳነኝ ኢየሱስ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የራራልኝ ኢየሱስ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አበሳዬን ሁሉ አራቀ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እድፋሙን ልብሴን ቀየረው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ሰይጣንን ገሰጸው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ልጄ ነው አለው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ነው ብሎ አባረረው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ከእሳት ውስጥ የነጠቀኝ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ኑር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ያዳነኝ ኢየሱስ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የራራልኝ ኢየሱስ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ዘባበተብኝ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አምላክህ እስቲ ያድንህ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መጨረሻህ ዛሬ ነው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የተዋረዱትን የሚያይ ከተፍ አለልኝ ከሰማይ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እንደእርሱ ማነው ኤልሻዳይ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ከእሳት ውስጥ የነጠቀኝ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ኑር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ያዳነኝ ኢየሱስ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የራራልኝ ኢየሱስ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ለካ መልስ አለው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ዙሪያዬን ለከበበኝ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ሊወግረኝ ድንጋይ ላነሳን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የማዳን ጥበቡ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የማይመረመር ነው ፍርዱ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በዕልልታ ለእርሱ ስገዱ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ከእሳት ውስጥ የነጠቀኝ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ኑር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ያዳነኝ ኢየሱስ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የራራልኝ ኢየሱስ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 በብርቱ ከሰሰኝ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በኀጢአቴ እንዲፈረድብኝ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____ እንዲ ____ ከበበ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ጠበቃዬ ኢየሱስ ቆመልኝ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በደሙ አስተሰረየልኝ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ከእሳት ውስጥ የነጠቀኝ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ኑር 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ያዳነኝ ኢየሱስ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የራራልኝ ኢየሱስ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