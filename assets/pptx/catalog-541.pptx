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Leka Mehereteh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ምህረትህ ነው የሚደጋግፈኝ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ይቅርታህ ነው እኔን የሚያቆመኝ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ፍቅርህ ነው የሚያጠነክረኝ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ክብርህ ነው ውበት የሚሆነኝ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ከወርቅ ከዕንቁ ይልቅ ጌታ ይሻለኛል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ማለዳ ማለዳ ምህረት ያጠግበኛል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ማለዳ ማለዳ ሠላም ያሰጠኛል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ማለዳ ማለዳ ፍቅር ያጠግበኛል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ማለዳ ማለዳ ጤና ያሰጠኛል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በምን ቃል ልናገር በምን ቋንቋ ላውራ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ከአይምሮ በላይ ነው ጌታ የአንተ ሥራ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ብዙ ብዙ ብዙም ሚለው ቃል ከገለጸው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የፍቅርን ብዛት ብዙ ነው ብዬ እናገራለሁ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ብዙ ብዙ ብዙም ሚለው ቃል ከገለጠው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የስጦታን ብዛት ብዙ ነው ብዬ እናገራለሁ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ምህረትህ ነው የሚደጋግፈኝ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ይቅርታህ ነው እኔን የሚያቆመኝ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ፍቅርህ ነው የሚያጠነክረኝ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ክብርህ ነው ውበት የሚሆነኝ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ከወርቅ ከዕንቁ ይልቅ ጌታ ይሻለኛል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ማለዳ ማለዳ ምህረት ያጠግበኛል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ማለዳ ማለዳ ደስታ ያሰጠኛል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በምን ቃል ልናገር በምን ቋንቋ ላውራ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ከአይምሮ በላይ ነው ጌታ የአንተ ሥራ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ብዙ ብዙ ብዙም ሚለው ቃል ከገለጸው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የፍቅርን ብዛት ብዙ ነው ብዬ እናገራለሁ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ብዙ ብዙ ብዙም ሚለው ቃል ከገለጠው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የይቅርታን ብዛት ብዙ ነው ብዬ እናገራለሁ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