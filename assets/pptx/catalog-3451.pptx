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Tafto Yikeral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“ጣፍጦ ይቀራል”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ጣፍጦ ይቀራል በአፌ ላይ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ስምህ የነፍስ ሲሳይ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እንደከርቤና እንደዝባድ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ጠረንህ ከሩቅ ሲያውድ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የወርቀ ዘቦ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የአንገት ድሪዬ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የህይወት መና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የነፍስ ሲሳዬ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የማልቀይርህ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ኢየሱስየ የማዕረግ ልብሴ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ተቆራኝታብህ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ቀርታለች ነፍሴ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ጋር ቀርታለች ነፍሴ 4x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ይጣፍጣል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ይጣፍጣል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ማራ የሆነውን መራራውን ህይወት ያጣፍጣል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ይጣፍጣል ይጣፍጣል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ይጣፍጣል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የወርቀ ዘቦ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የአንገት ድሪዬ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የህይወት መና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የነፍስ ሲሳዬ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የማልቀይርህ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ኢየሱስየ የማዕረግ ልብሴ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ተቆራኝታብህ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ቀርታለች ነፍሴ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ውስጥ ቀርታለች ነፍሴ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 ውስጥ ገብታለች ነፍሴ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ጋር ቀርታለች ነፍሴ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ጋር ቀርታለች ነፍሴ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 ዕዳ ነው ያለብኝ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በነጋ ጠባ አንተን የሚያሰኝ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የመንፈስ እሳት ልቤ ላይ ነዶ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አስቀርቶኛል ካንተ ጋ አዋዶ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አልችም አልችልም አይሆንልኝም በቃ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አለመድኩኝም ካንተ ሳልጠጋጋ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አልችልም አልችልም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አይሆንልኝም ነካ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አለመድኩኝም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ሳልነካካ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