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Geremegn Madanih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Yohannes Girma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እጄን በአፌ ጭኜ እኔ እገረማለሁ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ማዳን በዓይኔ አይቼዋለሁ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ልጠፋ እችል ነበር እንዳለፍኩት ደጅ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 በርትቶ አስመለጠኝ እንጂ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ልጠፋ እችል ነበር እንዳለፍኩት ደጅ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እርሱ ሆኖ አስመለጠኝ እንጂ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(ገረመኝ ጥበቃህ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ደነቀኝ (ማዳንህ)3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ያለፍኩትን ዞር ብዬ አሁን ሳይ )2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በኃይሉ ከቶ መቼ ሊበረታ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የጠላቱን ጥቃት ደጋግሞ እየረታ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(መንፈስህን አብዝተህ ያለ ልክ ጸጋ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ስንቴ አስመለጥኸው ከክፉ አደጋ)2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(ገረመኝ ጥበቃህ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ደነቀኝ (ማዳንህ)3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ያለፍኩትን ዞር ብዬ አሁን ሳይ )2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ማዳንህ ማዳንህ ማዳንህ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ያለፍኩትን ዞር ብዬ አሁን ሳይ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(ገረመኝ ጥበቃህ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ደነቀኝ (ማዳንህ)3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ያለፍኩትን ዞር ብዬ አሁን ሳይ )2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