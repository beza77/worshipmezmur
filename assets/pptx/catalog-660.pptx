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Helmie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ሃሳቤን 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ጭንቀቴን ረሳለሁ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ሰላሜ ሙሉ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ደስታዬ ፍፁም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ሃዘኔን 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ጉድለቴን ረሳለሁ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ለሊቱም ይነጋል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ባዶዬ ይሞላል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ህልሜ ህልሜ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 ጌታ አንተ ነህ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አንተ ነህ ለእኔ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አንተ ነህ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አንተ ነህ ለእኔ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አንተ ነህ ለእኔ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ሳየው ተራራው ይናዳል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ሳየው ሸለቆው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እኔ አይላለሁ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ጠላቴን ጥላለሁ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ድካሜን ረሳለሁ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ክንድህን ተደግፌ በአንተ እመካለሁ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ስሆን ከቶ የለኝ ከልካይ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የአባትነት ፍቅርህ ልጅነቴ ገብቶኝ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ህልሜ ህልሜ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 ጌታ አንተ ነህ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አንተ ነህ ለእኔ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አንተ ነህ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አንተ ነህ ለእኔ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አንተ ነህ ለእኔ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የነፍስ ጩኸቷ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ጋራ መሆን ሁልጊዜ ናፍቆቷ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እያየሁ ጌታዬ ላመልክህ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እያየሁ ወድቄ ላደንቅህ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ህልሜ ህልሜ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 ውብ ፊትህን ማየቴ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ውብ ፊትህን ማየቴ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ዙፋንህን ማየቴ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ውብ ፊትህን ማየቴ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 ሥር ሆኜ እኔም አሰግዳለሁ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ድንቅ ነህ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ባልተሰማ ቅኔ ያኔ አቀኛለሁ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ከመላዕቶችህ ጋር አብሬ አሰግዳለሁ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ህልሜ ህልሜ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 ውብ ፊትህን ማየቴ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ማየቴ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ውብ ፊትህን ማየቴ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ዙፋንህን ማየቴ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የሚጠፋው አልፎ የሚጠፋውን ስለብስ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እሩጫዬ አልቆ ዘለዓለሜ ስደርስ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ያኔ የፍቅር ፊትህን ፊት ለፊቴ ሳየው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ቋንቋ ይሆን መውደዴን ምገልጸው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ህልሜ ህልሜ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 ውብ ፊትህን ማየቴ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ማየቴ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ውብ ፊትህን ማየቴ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