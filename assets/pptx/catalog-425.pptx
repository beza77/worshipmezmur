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Egziabher Alete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እግዚአብሔር/3 አለቴ አለቴ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እየሱስ/3 መንገዴ ብቸኛ መንገዴ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ከድቅድቅ ጨለማ ወደሚደንቅ ብርሃን በመተላለፌ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በማወቄ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ከጨለማው መንግስት ወደ ብርሃኑ በመተላለፌ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ገመዴ ባማረ ስፍራ ወድቃ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አይኖችህ እኔን ተመልክታ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እንከኔን ካላዬ አራግፈህ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እዳዬን በቀራንዮ ከፍለህ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ወደድክ አንተ የራስህ ልታረገኝ ንብረትህ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የፍቅርህ መገለጫ የኪዳንህ አጋር ኦሆሆሆ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እንደኔ ማነው የተጎበኘው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ከሰማይት ጠል ነፍሱ የጠገበው/2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እግዚአብሔር/3 አለቴ አለቴ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እየሱስ/3 መንገዴ ብቸኛ መንገዴ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ከድቅድቅ ጨለማ ወደሚደንቅ ብርሃን በመተላለፌ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በማወቄ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ከጨለማው መንግስት ወደ ብርሃኑ በመተላለፌ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ባለቤቷ እጥታ ስትባዝን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የህይወቷን ትርጉም ስትፈልግ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የጨለማው ገዢ አወሯት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እሳት ባህሩ እየነዳት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አፈረስከው ቅጥሩን የዘመናት ዕቅዱን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ድህነት ሆነ ለነፍሴ መርዶ ደግሞ ለጠላቴ ኦሆሆሆ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ከመንጋጋው ውስጥ ፈልቅቀህ አውጥተህ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በህይወት ኑሪ አልከኝ ክብርህን አልብሰህ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ይፈሳል ይፈሳል ቅዱሱ መንፈስህ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አይሎ በሕይወቴ ያንተ መንግስትህ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ይፈሳል እንደ ወንዝ በነፃ መንፈስህ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ወርሶት ማንነቴን የክብርህ ግዛትህ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እግዚአብሔር/3 አለቴ አለቴ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እየሱስ/3 መንገዴ ብቸኛ መንገዴ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ከድቅድቅ ጨለማ ወደሚደንቅ ብርሃን በመተላለፌ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ወጣልኝ ለኔ ቀን ወጣልኝ ለኔ አንተን በማወቄ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ከጨለማው መንግስት ወደ ብርሃኑ በመተላለፌ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