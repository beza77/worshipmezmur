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 Haymanot Aydelem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ሃይማኖት አይደለም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ሃይማኖት አይደለም ህይወት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ሞት ወደ ህይወት የሚያሻግር ነው::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አንደኛ ልጁን እስኪሰጥ ድረስ አለምን ወድዋል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በልጁም የሚያምን የዘላለም ህይወት ይኖረዋል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አይፈረድበትም ህይወቱ ይድናል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ሞት ከሲኦል ይድናል::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ሃይማኖት አይደለም ህይወት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ሞት ወደ ህይወት የሚያሻግር ነው::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ለሌለው ሰላም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ዕረፍት ለሌለው ዕረፍት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ግራ ለገባው መልስ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በሁሉ ነው::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ሃይማኖት አይደለም ህይወት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ሞት ወደ ህይወት የሚያሻግር ነው::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ለባይተዋሩ ጓደኛ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ለሚያለቅሰው አፅናኝ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ለታሰረው ሰው መፈታት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ለበሽተኛው መድሃኒት ነው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ሃይማኖት አይደለም ህይወት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ከዘላለም ሞት ወደ ህይወት የሚያሻግር ነው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