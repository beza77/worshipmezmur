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Edelegna Negn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ካገኘሁበት ከዛ እለት ጀምሮ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 ተቀየረ ሆነ የሰላም ጉዞ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ካገኘሁበት ከዛ እለት ጀምሮ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 ተቀየረ ሆነ የሰላም ጉዞ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እድለኛ ነኝ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ልጅህ በመሆኔ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እድለኛ ነኝ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በመሆኔ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ለራሴ ከማስበው በላይ ታስብልኛለህ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የሚያስፈልገኝን ሁሉ ቀድመህ ታዘጋጃለህ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ከእናት ከአባቴም ይልቅ አንተ እጅጉን ቅርብ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በሀዘን በደስታዬ ሁልጊዜ ከኔ ጋር ነህ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እድለኛ ነኝ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ልጅህ በመሆኔ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እድለኛ ነኝ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በመሆኔ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እድለኛ ነኝ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ልጅህ በመሆኔ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እድለኛ ነኝ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በመሆኔ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