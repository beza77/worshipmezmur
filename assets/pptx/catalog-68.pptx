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Zemeralehu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Bereket Tesfaye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የኢየሱስ ደም የፈሰሰው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እስከ መስቀል የታዘዘው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ይወደኛል የዉነት ሰጠኝ ነፍሱን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ኦኦኦ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ዘምራለው ዘምራለው ለመድኃኒቴ 2x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ሞት የተገባኝ እኔ ነበርኩኝ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በበደሌ ምክንያት ከአምላክ የራቅኩኝ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ሞተልኝ ሞቴን ሸለመኝ የእርሱን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ኑሮውን አኖረኝ የእኔን ሞት ሞተልኝ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ለእኔ ነው ለእኔ ነው 2x ኦ ለእኔ ነው 2x ኢየሱስ የሞተው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በመስቀል ሞት ተዋረደልኝ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እንደጠቦት የታረደልኝ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መርገሜን የወሰደው ኢየሱስ ነው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ዘምራለው ዘምራለው ለመድኃኒቴ 4x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