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Regechalew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ለሰላሜ ሚሆነኝን አውቂያለሁ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ለእፎይታዬ ሚበጀኝን አምኛለሁ ተቀብያለሁ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የእግዚአብሄር ልጅ በርቶልኛል በመንፈሱ ረግቻለሁ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ላልወሰድ በምድር ተረት ለዘላለም ታትሜያለሁ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ከአለም ዋኖች በተሰወረ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ከጠቢባን ዘንድ ባልነበረ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የሞኝነት በሚመስል ታምር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አርፍያለሁ ባንተ ማመን ሚስጥር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ደስ ብሎኛል ጸጋህ በዝቶልኛል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ረክቻለሁ አመሰግናለሁ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ረግቶልኛል ፍቅርህ ዘልቆልኛል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ረክቻለሁ አመሰግናለሁ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የማይነጥፍ ነው ሰላሜ የማያርፍ ነው እረፍቴ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ማደርያህ ልሆንህ ፈቅደህ ገብተሃልና ከህይወቴ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የማይደበዝዝ ፍቅርህ ነው ሽንገላም ወረትም በሌለው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ያልተቀበልኩት ምን አለኝ ቀረ ምለው??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ሞልተኽኛል ህይወት በዝቶልኛል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ረክቻለሁ ልጅህ ተብያለሁ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ደስ ይለኛል ሰላም ረግቶልኛል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ረክቻለሁ አመሰግናለሁ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በሰማያዊው በረከት በራስህ ተባርክያለሁ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እንዳልናወጥ ከእቅፍህ ገብቻለሁ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አልሸበርም በአለም በሚሰማው ክፉ ወሬ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ባለኸኝ ረግቼ አለሁ በያዝከኝ እስከዛሬ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ደስ ብሎኛል ጸጋህ በዝቶልኛል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ረክቻለሁ አመሰግናለሁ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ረግቶልኛል ፍቅርህ ዘልቆልኛል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ረክቻለሁ አመሰግናለሁ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ይዞ ያልረካ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ይዞ ያልሰከነ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ይዞ የባከነ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ይዞ የባዘነ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ረክቻለሁ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አግኝቻለሁ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ረግቻለሁ አመሰግናለሁ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በዝቶልኛል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ጸጋህ ሸፍኖኛል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አይቼሃለሁ አመሰግናለሁ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ለበዛልኝ ሰላም ለበዛልኝ ፍቅርህ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ለበዛልኝ ህይወት ለበዛ ምህረትህ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ክብር ይብዛልህ ሞገስ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ክብር ይብዛልህ ሞገስ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ክብር ይብዛልህ ሞገስ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ክብር እየሱስ ይብዛልህ ሞገስ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