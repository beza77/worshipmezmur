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Eregnaye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እረኛዬ አንተ የኔ እረኛ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የነፍሴ ጠባቂ አንተ የማትተኛ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እኮራለሁ ባንተ እመካለሁ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በምንም አልፈራም በምንም አልሰጋም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የነፍሴ ንጉስ ኢየሱስ አንተ ለኔ እረኛዬ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ከአዳኝ ወጥመድ ዘወትር ትጠብቀኛለህ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የኔ እረኛ አትተኛም አታንቀላፍም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በሰላም ውዬ አድራለሁ እኔ በምንም አልሰጋም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እረኛዬ አንተ የኔ እረኛ………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ሌላ ወዳጅ ካንተ ሌላ እረኛ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ለኔስ ምንም የለኝ አንተ የማትተኛ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እረኛ ኢየሱስ ስለኔ ነፍሱን ሰጥቶኛል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ሰላሙ ልቤን ሞልቶ በድል ያራምደኛል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እረኛዬ አንተ የኔ እረኛ………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በለመለመ መስክ ዘወትር ያሳድረኛል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በእረፍት ውሀ ዘንድ ጌታ እኔን ይመራኛል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 ምህረቱ እየተከተሉኝ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ከክፉ ይጠብቁኛል በድል ያራምዱኛል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እረኛዬ አንተ የኔ እረኛ………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ብትነዋወጥ ብትነዋወጥ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ነገር ስፍራውን ቢለቅ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ከቶ እንዳልፈራ ከቶ እንዳልናወጥ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ሞላኸው በሰላም በእረፍት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ያረጋጋኸኝ በነውጡ አለም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ጋሻዬ ነህና ለዘለአለም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ልበልህ እረድኤቴ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ስለሆንክልኝ አቅም ጉልበቴ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እልሀለሁ እረድኤቴ6x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