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Tewedejalehu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ተወድጃለሁ በፍቅሩ መሰከረልኝ በቃሉ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ማያለወጥ እንደሰዉ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ከእናቴ ማህፀን ሳለሁ ያወቀኝ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አስቀድሞ መርጦ ልጁ ያረገኝ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ኑሮዬ ተሰስፋዬ በእርሱ ነዉ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አያሰጋኝ ሁሉ በእጁ ነዉ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በንፁ ፍቅር ይወደኛል ሳይቀየር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ብወድቅም ብነሳ ይወደኛል ምህረቱ የበዛ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ተወድጃለሁ በፍቅሩ መሰከረልኝ በቃሉ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ማያለወጥ እንደሰዉ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ሰዉ ወዳጅ ለመሆን ምክንያት ይፈልጋል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ሁኔታ ሲለወጥ እርሱም ይለወጣል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የሚወሰኝ እየሱሴ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አይለወጥ እስከ መጨረሻ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በንፁ ፍቅር ይወደኛል ሳይቀየር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 ብወድቅም ብነሳ ይወደኛል ምህረቱ የበዛ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ተወድጃለሁ በፍቅሩ መሰከረልኝ በቃሉ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ማያለወጥ እንደሰዉ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ወረት የሌለዉ ፍቅሩ ወረት የሌለዉ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ይወደኛል...ሁሁሁ...ይወደኛል...ሆሆሆ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...ይወደኛል...ይወደኛል…..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