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Oh Denq Neh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Tezera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ንፋሱ ሲታዘዝልህ ባሕሩም ሲታዘዝልህ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አየሁት ጌትነትህን ሁሉን ማድረግ መቻልህን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ድንቅ ነህ ኦ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ልዩ ነህ ኦ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ልጠግብ አልቻልኩም አንተን አሞግሼ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እልሃለሁ መልሼ መላልሼ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ድንቅ ነህ ኦ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ልዩ ነህ ኦ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እስከዛሬ በሕይወቴ እጅግ የተደነቅኩበት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አሰራር አደራረግህ እራሱም ያንተ ማንነት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ድንቅ ነህ ኦ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ልዩ ነህ ኦ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ልጠግብ አልቻልኩምና አንተን አሞግሼ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እልሃለሁ መልሼ መላልሼ (2x)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ድንቅ ነህ ኦ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ልዩ ነህ ኦ (2x)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ያደረክልኝ በዛ በዛ ከቁጥር በዛ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እንዲህ ነው ብዬ የምለውን ምላሽ እስካጣ (2x)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ልጠግብ አልቻልኩምና አንተን አሞግሼ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እልሃለሁ መልሼ መልሼ (2x)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ድንቅ ነህ ኦ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ልዩ ነህ ኦ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