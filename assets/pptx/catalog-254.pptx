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Etseleyalehu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ሊነጋጋ ሲል ኢየሱስ በማለዳ ተነስቶ ወጣ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ለመጸለይም ወደ አንድ ገለልተኛ ቦታ ሄደ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ሌሊቱ ሲነጋ ጐህ ሲቀድ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አእዋፍ ሲንጫጩ በአንድነት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በዜማ ፈጣሪን ለማምለክ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ሲወጡ ሁሉም ከያሉበት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ግን መኝታዬ ሞቀኝ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ዝምብለሽ ተኚ ተኚ ቢለኝ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መኝታዬን ወዲያ ገፍፌ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ለጸሎት ነቃሁኝ ከእንቅልፌ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ለጸሎት መንፈሴ ሲነቃ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ሥጋዬ ባይደሰት ቢከፋ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ሳይወድ በግዱ ያብርና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መጸለዬ ይቀጥላል ገና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ስሙን ስጠራው የጌታዬን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ያድሰዋል ደካማው ጐኔን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ቅባቱ መፍሰስ ይጀምራል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ለጸሎት ጉልበቴን ያድሳል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እጸልያለሁ (3x) በፊቱ ወድቄ ለምኜ መች አፍሬ አውቃለሁ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እጸልያለሁ (3x) በፊቱ ወድቄ ለምኜ ድልን አግኝቻለሁ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እጸልያለሁ (3x) በፊቱ ወድቄ ለምኜ መልስን አግኝቻለሁ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እጸልያለሁ (3x) በፊቱ ወድቄ ለምኜ እንደሚሰማ አምናለሁ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አንዳንዴ ውስጤ ጸልይ ሲለኝ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ስጋዬ ግን ሲያታልለኝ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ቆይ ትጸልያለህ በኋላ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እያለ ጊዜዬን ሊበላ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ዳንኤልን ጉድጓድ ያስጣለው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አትጸልይ የሚል ህግ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ቢያስመርጡት ከምንም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ጸሎት ነው ለእርሱ ትልቅ ነገር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ሳስታውስ እነቃለሁ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ስጋዬን ተወኝ እለዋለሁ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ስታዘዝ ለነቃው መንፈሴ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ለጸሎት ተጋልኝ ጉልበቴ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ጸሎት ትልቅ መሳሪያዬ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ሰይጣንም ይሄ ስለገባው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እንዳልጸልይ ቢታገለኝም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ምክኒያትን ለሥጋዬ አልሰጥም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እጸልያለሁ (3x) በፊቱ ወድቄ ለምኜ መች አፍሬ አውቃለሁ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እጸልያለሁ (3x) በፊቱ ወድቄ ለምኜ ድልን አግኝቻለሁ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እጸልያለሁ (3x) በፊቱ ወድቄ ለምኜ መልስን አግኝቻለሁ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እጸልያለሁ (3x) በፊቱ ወድቄ ለምኜ እንደሚሰማ አምናለሁ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ስትጸልይ ወደ እልፍኝህ ግባ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መዝጊያህንም ዘግተህ በስውር ላልው አባትህ ጸልይ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በስውር የሚያይ አባትህም በግልጥ ይከፍልሃል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ግራ ሲገባኝ በሕይወቴ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መምበርከክ ሲያቅተው ጉልበቴ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በመቁረጥ ውስጥ ስሞላ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መፍትሄ መልስን ሳጣ መላ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ከመጸለይ ይልቅ በፊቱ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ሳወራ ላገኘሁት ሁሉ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ይባባስብኛል ችግሬ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ያጐብጠኛል ያ ጠብቆ ቀምበሬ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በሬን ዘግቼ ስገባ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የውስጤን ሁሉ ወደ ሚረዳ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በጸሎት ዙፋኑ ስር ስወድቅ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ይታደሳል ውስጤ በድንገት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ያልወጣሁት ችግር ጸልዬ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ፍፁም የለምና በሕይወቴ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ባልጸልይ እራሴን እጐዳለሁ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በተግባር አውቃለሁ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እጸልያለሁ (3x) በፊቱ ወድቄ ለምኜ መች አፍሬ አውቃለሁ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እጸልያለሁ (3x) በፊቱ ወድቄ ለምኜ ድልን አግኝቻለሁ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እጸልያለሁ (3x) በፊቱ ወድቄ ለምኜ መልስን አግኝቻለሁ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እጸልያለሁ (3x) በፊቱ ወድቄ ለምኜ እንደሚሰማ አምናለሁ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