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Egziabhieren Lemiwedu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Mekdes Adamu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እግዚአብሔርን ለሚወዱት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እንዳሳቡ ደግሞ ለተጠሩ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ነገር ሁሉ ለበጐ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እንዲደረግ እናውቃለን (2x) [1]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እግዚአብሔርን ለሚወዱት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እንዳሳቡም ለተጠሩ አሄ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ነገር ሁሉ ለበጐ ነው (2x)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በዚጌውም አለጊዜው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ሊከብርብን የሚገባው እግዚአብሔር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በዚጌውም አለጊዜው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ሊነግስብን የሚገባው ኢየሱሴ ነው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ለሁሉም ጊዜ አለው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ለሁሉም ነገር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ለሁሉም ቀን አለው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ለሁሉም (ለሁሉም ቀን አለው) (2x)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እግዚአብሔርን ለሚወዱት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እንዳሳቡ ደግሞ ለተጠሩ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ነገር ሁሉ ለበጐ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እንዲደረግ እናውቃለን (2x) [1]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ነገሬን ሁሉ በዚጌው ውብ አድርጐ ሰራ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ከተሰራልኝ ነገር ለእኔስ የእኔ ጌታ (2x)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ለሁሉም ጊዜ አለው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ለሁሉም ነገር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ለሁሉም ቀን አለው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ለሁሉም (ለሁሉም ቀን አለው/ነገር) (2x)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ይክብር እንጂ በሕይወቴ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ሌላው ሌላው ይሆናል አለው ጊዜው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ኢየሱስ ይንገሥ እንጂ በሕይወቴ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ሌላው ሌላው ይሆናል አለው ጊዜው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እግዚአብሔርን ለሚወዱት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እንዳሳቡ ደግሞ ለተጠሩ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ነገር ሁሉ ለበጐ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እንዲደረግ እናውቃለን (2x) [1]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