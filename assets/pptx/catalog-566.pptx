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Techieletalehu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ትቼለታለሁ የእኔን ጉዳይ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ትቼለታለሁ የእኔን ታሪክ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አለው እንዴት እንደሚያደርግ ያውቃል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ዘዴ አልው እንዴት እንደሚያደርግ ያውቃል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አለው የእኔ ጌታ ዘዴ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አለው የእኔ ጌታ ዘዴ አለው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መላው ያርግ ዘንድ እንደ መላው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ዘዴው ያርግ ዘንድ እንደ ዘዴው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ይፈታዋል ማኅተሙን ለሰው ግራ የገባውን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ይችለዋል ከባባዱን ሰው ሁሉ ያልቻለውን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ትቼለታለሁ የእኔን ጉዳይ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ትቼዋለታለሁ የእኔን ታሪክ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አለው እንዴት እንደሚያደርግ ያውቃል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ዘዴ አልው እንዴት እንደሚያደርግ ያውቃል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አለው የእኔ ጌታ ዘዴ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አለው የእኔ ጌታ ዘዴ አለው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መላው ያርግ ዘንድ እንደ መላው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ዘዴው ያርግ ዘንድ እንደ ዘዴው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ይፈታዋል ማኅተሙን ለሰው ግራ የገባውን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ይችለዋል ከባባዱን ሰው ሁሉ ያልቻለውን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 ምን አታገለኝ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አምጪው አምጪልኝ ካልኝ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 ምን አታገለኝ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እግሮቹ ሥር ብርክክ እላለሁ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ለእርሱ ጥዬ እነሳለሁ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ለእርሱ ጥዬ እነሳለሁ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ትቼለታለሁ የእኔን ጉዳይ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ትቼለታለሁ የእኔን ታሪክ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አለው እንዴት እንደሚያደርግ ያውቃል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ዘዴ አልው እንዴት እንደሚያደርግ ያውቃል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አለው የእኔ ጌታ ዘዴ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አለው የእኔ ጌታ ዘዴ አለው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መላው ያርግ ዘንድ እንደ መላው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ዘዴው ያርግ ዘንድ እንደ ዘዴው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ይፈታዋል ማኅተሙን ለሰው ግራ የገባውን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ይችለዋል ከባባዱን ሰው ሁሉ ያልቻለውን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