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Ene Yamenkuh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ያመንኩህ የተደገፍኩህ አንተማ ጀግና ነህ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እኔማ ያመንኩህ የተደገፍኩህ አንተም ጅግና ነህ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አንተማ ጅግና ነህ/8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 ምድር መሰከሩ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ሃያል ካንተ በላይ የለም አሉ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ሁሉ ተናገሩ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ጀግና ካንተ በላይ የለም አሉ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ጀግና ጀግና ነህ/2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ሃያል ሃያል ነህ/2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ያመንኩህ የተደገፍኩህ አንተማ ጀግና ነህ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እኔማ ያመንኩህ የተደገፍኩህ አንተም ጅግና ነህ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አንተማ ጅግና ነህ/8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ተስማማው ከፍጥረት ጋራ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ያንተን ክብር ሁሌ እንዳወራ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 ላውጅ በሰማይ በምድር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ጀግና አላየሁ እንደ እግዚአብሔር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ጀግና ጀግና ነህ/2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ሃያል ሃያል ነህ/2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ያመንኩህ የተደገፍኩህ አንተማ ጀግና ነህ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እኔማ ያመንኩህ የተደገፍኩህ አንተም ጅግና ነህ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አንተማ ጅግና ነህ/8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