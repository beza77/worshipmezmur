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Feqereh Teleq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ጥልቅ ነው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ብዙ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አያልቅ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ነው ጌታዬ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ባለውለታዬ/አንተ ልዩ ነህ ለእኔ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ጸሃፊ መች ጠፍቶ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ላይ ምሁር 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ታላቅነት ጀምሮ አይጨርሰው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አንዲህ ይቀላል ስለአንተ ቢባል ቢባል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ቢጻፍልህ ተጀመሮ ቀለም ያልቃል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አድናቆቴን ለአንተ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ባለኝ በሰጠኸኝ ዜማ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ማወደሴን ማክበሬን አልተውም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ለፍጥረት ሁሉ እስኪሰማ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ጌታዪ ነህ እያለኩ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ቆሜ እንጓደዳለሁ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ልዩ ነህ አንተ እኮ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እንደአንተ የት አገኛለሁ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ጥልቅ ነው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ብዙ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አያልቅ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ነው ጌታዬ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ባለውለታዬ/አንተ ልዩ ነህ ለእኔ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ስለአንተ ክብር ስልጣን ሞገስ ማንነት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እየተረከ ነው ይኼ ሁሉ ፍጥረት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እስከዛሬ ከፍጥረት ጀምሮ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አላለቀበትም ስለአንተ ተናግሮ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ድንቅ ነህ አምላኬ እሄ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ምሥጋናና ስግደት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ያለማቋረጥ ያጐርፍልሃል ፍጥረት ሁሉ ከያለበት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ተረኛ ነኝ ለአንተ 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ለማቅረብ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ጌታዪ ነህ እያልኩኝ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ልቀኝልህ እንደገና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ጥልቅ ነው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ብዙ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አያልቅ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ነው ጌታዬ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ባለውለታዬ/አንተ ልዩ ነህ ለእኔ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ዛሬ ስለአረክልኝ ውለታ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አቀርብልህ ነበር ምሥጋናና እልልታ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ስለአረክልኝ አይደለም ምቀኝልህ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ስለደነቀኝ ነው የአንተ ማንነትህ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ተገረምኩ አድናቆት ያዘኝ በአንተ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ማንነትህን አውቄ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ጌታዬ ጌታዬ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በእግሮችህ ስር ወድቄ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ያንሰኛል ለመግለጽ የአንተን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ማንነትህ ወደር የለው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 (1) .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 ምሥጋና ይድረሰው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ጥልቅ ነው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ብዙ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አያልቅ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 (ጌታዬ)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ግሩም ነው ጌታዬ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ባለውለታዬ/አንተ ልዩ ነህ ለእኔ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