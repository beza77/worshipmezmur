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Wedajie Hoy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ወዳጄ ሆይ ወዳጄ ሆይ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በእሳት ውስጥ አልፌ አላቃጠለኝም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በውሃ አልፌ አላሰጠመኝም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የእስራኤል አምላክ እርሱ ደግፎኝ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ወዳጄ ሆይ ወዳጄ ሆይ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ከጐኔ የሚቆም ሰው ሳይኖረኝ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እንባዬን ጠርጐ አባበለኝ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አባብዬ አባብዬ ምን እልሃለሁ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የዳንኤል አምላክ ዛሬም ሕያው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የአንበሳውን አፍ ትዘጋዋለህ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መከታዬ መከታዬ ምን እልሃለሁ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የሚያሳድዱኝ ዛሬ የታሉ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አስጨናቂዎቼ ስጋቸውን በሉ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ወዳጄ ሆይ ወዳጄ ሆይ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ታዳጊዬ እንደሆንክ ሰዎች ሁሉ ያውቃሉ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ላይ ያሉ ስጋ ለባሽ ሁሉ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ታዳጊዬ ታዳጊዬ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ወዳጄ ሆይ ወዳጄ ሆይ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ጌታ የኔ ጌታ ምን እልሃለሁ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ስወድቅ ስታነሳኝ ሳዝን ስታጽናናኝ አይቼሃለሁ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