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Lamesgeneh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እስትንፋስ በእጅህ መዳፍ ውስጥ ነው ያለው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 መኖር አልችልም በእርግጥ ሞቼ እቀራለሁ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ህያውነቴ ባንተ ነው በነፍሴ ጌታ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ላመስግንህ ላዚም በእልልታ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ልባርክህ ልባርክህ ላምልክህ ላምልክህ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ቅኔ እቀኝልሀለሁ እኔ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ዜማ ድምጼ ለአንተ ይሰማ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ከልቤ በሙሉ ሀይሌ (2x) አመሰግንሀለሁ ክብርን ለአንተ እሰጣለሁ (2x) ኢየሱስ (2x) ኢየሱስ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አንተ ለእኔ መታመኛዬ አለቴ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ደስታዬ አንተን ሳስብ ነው በእርግጥ ማረፍ መርካቴ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አንተን ላምልክህ ላውራ ክብርህን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 ጽምፅ ይሰማ ላሸብሽብልህ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ከፍ ላርግህ ከፍ ላርግህ ላውድስህ ላወድስህ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ቅኔ እቀኝልሀለሁ እኔ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ዜማ ድምጼ ለአንተ ይሰማ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ከልቤ በሙሉ ሀይሌ (2x) አመሰግንሀለሁ ክብርን ለአንተ እሰጣለሁ (2x) ኢየሱስ (2x) ኢየሱስ (4x)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የሚሆን ለእኔ አላገኘሁምና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ከእናትም ከአባት ከወዳጅ በልጠህብኛልና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መድሀኒቴ ነህ ለእኔ ፈዋሼ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በአምላኮ አንተን ማክበር ነው ምላሼ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ላመስግንህ ላመስግንህ ላሞጋግስህ ላሞጋግስህ (2x)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ቅኔ እቀኝልሀለሁ እኔ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ዜማ ድምጼ ለአንተ ይሰማ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ከልቤ በሙሉ ሀይሌ (2x) አመሰግንሀለሁ ክብርን ለአንተ እሰጣለሁ (2x) ኢየሱስ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ማፍቀሬን ለአንተ ያለኝን ጥልቅ የሆነ መውደዴን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እገልፃለሁ ለስምህ ክብር በማቅረብ መስዋዕቴን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ደጋግሜ አመልክሃለሁ ይህም ያንስሀል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ያለምንም ዋጋ እንዲሁ አድነኽኛል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ልቀኝልህ ልቀኝልህ ላክብርህ ላክብርህ (2x)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ቅኔ እቀኝልሀለሁ እኔ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በአዲስ ዜማ ድምጼ ለአንተ ይሰማ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ከልቤ በሙሉ ሀይሌ (2x) አመሰግንሀለሁ ክብርን ለአንተ እሰጣለሁ (2x) ኢየሱስ (2x) ኢየሱስ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