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Silete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Hana Tekle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አቤቱ ጩሀቴን ሰምተሃል ምሬቴን የልመናዬን ቃል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በራሴ ያለቀስኩበት ቀን በጊዜው ቀን ተብቆ ሰርቷል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ውዲዬ ስምህን ላነሳሳው ሺ ጊዜ እልፍም ላወድሰው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አባትዬ አላፈርኩብህም አምኜ አልፌብሃለው ተግባርህ ቃልህ ነው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ስለቴ ሰመረ ስለቴ ሰመረ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ከሰው ግምት ያንተ በለጠ ከጠበኩህ የበለጠ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ከእኔው ግምት ያንተ በለጠ ከጠበኩህ የበለጠ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ገረመኝ ለኔስ ደነቀኝ አሄ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ዉለታህ በዝቶብኝ እንዲህ ይስደነከኝ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አይተህብኝ ነው ለዚህ ያበቃሀኝ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ዉለታህ በዝቶብኝ እንዲህ ካስደነከኝ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መልሳለው ዉዴ ክበር ያከበርከኝ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አቤቱ ዉስቴን አድምጠሃል ጭንቀቴም ስጋቴም ገብቶሃል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ውድቀቴን ያለምኩበት ለሊት የደስተ የድል ሆኖልኛል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ውዲዬ ምስጋና አይነስህ ትምክቴም አቅሜም ልበልህ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ደራሽዬ እኔ አይቼሃለው ሳትዘገይ ኤልፌብሃለው ተግባርህ ቃልህ ነው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ስለቴ ሰመረ ስለቴ ሰመረ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ከሰው ግምት ያንተ በለጠ ከጠበኩህ የበለጠ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ከእኔው ግምት ያንተ በለጠ ከጠበኩህ የበለጠ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