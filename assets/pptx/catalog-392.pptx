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Temesgen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አግዘኝ ደግፈኝ ብዬ ነበረ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ሰማኸኝ ስለቴም ሰመረ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እልሃለው እንደገና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ዝማሬ በአዲስ ዜማ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የአየሁትን በዓይኔ አይቻለሁ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እጅህን በብዙ አይቻለሁ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በፊትህ ያርግልኝ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በፊትህ ይፍሰስልኝ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በፊትህ ሞገስ ያግኝልኝ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አይደለህም ወይ ረዳቴ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በጭንቅ ዘመን እረፍቴ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በማያምር ቀን ወበት ድምቀቴ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ድምጽ ጩኸቴ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የለኝም ሌላ እኔ የምለዉ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ብዬ እንኳን የማነሳው 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የድስታዬ ቀኑ ባለቤት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ታይበት ይህን ነው የምለው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ተመሥገን (8x)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አዘኑ ክፉ ያዩልኝ ቀኖቼ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እንባን የሻቱ ለዓይኖቼ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ቀኔን አዘኸው ከላይ ከሠማይ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ጠገብኩ በደስታ ሳቅ ሲሳይ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የለኝም ሌላ እኔ የምለዉ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ብዬ እንኳን የማነሳው 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የድስታዬ ቀኑ ባለቤት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ታይበት ይህን ነው የምለው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ተመሥገን (8x)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ተመሥገን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