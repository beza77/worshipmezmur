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Chelemayen Geta Eyabera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ዘማሪ ቃልኪዳን ጥላሁን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ሥም ሊሊ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ርዕስ ጨለማዬን ጌታ እያበራ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አልበም ጨለማዬን ጌታ እያበራ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ጨለማዬን ጌታ እያበራ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በደመና እየመራ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በሆኑብኝ ቀኖች ፈንታ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ደስታን አጠገበኝ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ምስጋናን ተሞልቻለሁ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ጌታ አምላኬን አከብራለሁ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ለኔ ያደረከው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በጎነትህ /ቸርነትህ/ አያልቅም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ባወራው ብዘምረው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የፊቱ ብርሃን አበራልኝ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በልቤም ደስታን ጨመረልኝ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ምህረቱ እረድቶኛል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ሃዘኔን ችግሬን አስትቶኛል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ምስጋናን ተሞልቻለሁ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ጌታ አምላኬን አከብራለሁ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ለኔ ያደረከው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በጎነትህ/ቸርነትህ አያልቅም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ባወራው ብዘምረው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ለልቤ እንደመከራዋ ብዛት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ማፅናናትህ ነፍሴን ደስ አሰኛት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ከላይ አስቦኛል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ደስ ይለኛል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ምስጋናን ተሞልቻለሁ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ጌታ አምላኬን አከብራለሁ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ለኔ ያደረከው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በጎነትህ/ቸርነትህ/ደግነትህ/ፍቅርህም አያልቅም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ባወራው ብዘምረው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