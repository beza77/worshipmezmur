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Eyesus Fiker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የማያረጅ መውደድ የማይቀያየር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ወረት የማያውቀው እውነተኛ ፍቅር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ፍቅር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የማያረጅ መውደድ የማይቀያየር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ወረት የማያውቀው የሕይወት ሁሉ ሥር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ፍቅር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የጌታዬ ፍቅር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የፍቅርን ትርጉም አትፈልጉት የትም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ከኢየሱስ በስተቀር የትም አይገኝም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ነፍሱን በመስቀል ላይ ሰጠን በጭንቅ አልፎ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እንደሰው ተገኘ ክብሩን አሳልፎ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ፍቅር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የጌታዬ ፍቅር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ሐብታም ደሀ የለም ሁሉም ይወደዳል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የሚናቅ ነፍስ የለም ሁሉን ይፈልጋል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እንደባህር ነው የማይነጥፍ ዘላለም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ለሰው ልጅ በሙሉ ቢቀዳ አይጎድልም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ፍቅር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የጌታዬ ፍቅር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ማይለወጥ የማይናወጥ ፍቅር ኢየሱስ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ማይመዘን የማይለካ ዘላለም ውድ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ማይናወጥ የማይለወጥ ፍቅር ኢየሱስ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ማይመዘን የማይለካ ዘላለም ሚወደው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ፍቅር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ፍቅር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የሕይወት ምንጭ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ፍቅር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